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77"/>
  </p:notesMasterIdLst>
  <p:sldIdLst>
    <p:sldId id="341" r:id="rId2"/>
    <p:sldId id="343" r:id="rId3"/>
    <p:sldId id="258" r:id="rId4"/>
    <p:sldId id="259" r:id="rId5"/>
    <p:sldId id="261" r:id="rId6"/>
    <p:sldId id="295" r:id="rId7"/>
    <p:sldId id="296" r:id="rId8"/>
    <p:sldId id="265" r:id="rId9"/>
    <p:sldId id="344" r:id="rId10"/>
    <p:sldId id="346" r:id="rId11"/>
    <p:sldId id="266" r:id="rId12"/>
    <p:sldId id="297" r:id="rId13"/>
    <p:sldId id="267" r:id="rId14"/>
    <p:sldId id="268" r:id="rId15"/>
    <p:sldId id="269" r:id="rId16"/>
    <p:sldId id="270" r:id="rId17"/>
    <p:sldId id="271" r:id="rId18"/>
    <p:sldId id="272" r:id="rId19"/>
    <p:sldId id="309" r:id="rId20"/>
    <p:sldId id="274" r:id="rId21"/>
    <p:sldId id="275" r:id="rId22"/>
    <p:sldId id="276" r:id="rId23"/>
    <p:sldId id="277" r:id="rId24"/>
    <p:sldId id="278" r:id="rId25"/>
    <p:sldId id="279" r:id="rId26"/>
    <p:sldId id="280" r:id="rId27"/>
    <p:sldId id="281" r:id="rId28"/>
    <p:sldId id="310" r:id="rId29"/>
    <p:sldId id="282" r:id="rId30"/>
    <p:sldId id="332" r:id="rId31"/>
    <p:sldId id="334" r:id="rId32"/>
    <p:sldId id="283" r:id="rId33"/>
    <p:sldId id="333" r:id="rId34"/>
    <p:sldId id="284" r:id="rId35"/>
    <p:sldId id="311" r:id="rId36"/>
    <p:sldId id="285" r:id="rId37"/>
    <p:sldId id="286" r:id="rId38"/>
    <p:sldId id="335" r:id="rId39"/>
    <p:sldId id="336" r:id="rId40"/>
    <p:sldId id="337" r:id="rId41"/>
    <p:sldId id="287" r:id="rId42"/>
    <p:sldId id="312" r:id="rId43"/>
    <p:sldId id="288" r:id="rId44"/>
    <p:sldId id="322" r:id="rId45"/>
    <p:sldId id="298" r:id="rId46"/>
    <p:sldId id="305" r:id="rId47"/>
    <p:sldId id="299" r:id="rId48"/>
    <p:sldId id="306" r:id="rId49"/>
    <p:sldId id="307" r:id="rId50"/>
    <p:sldId id="308" r:id="rId51"/>
    <p:sldId id="300" r:id="rId52"/>
    <p:sldId id="313" r:id="rId53"/>
    <p:sldId id="301" r:id="rId54"/>
    <p:sldId id="302" r:id="rId55"/>
    <p:sldId id="327" r:id="rId56"/>
    <p:sldId id="326" r:id="rId57"/>
    <p:sldId id="328" r:id="rId58"/>
    <p:sldId id="329" r:id="rId59"/>
    <p:sldId id="330" r:id="rId60"/>
    <p:sldId id="331" r:id="rId61"/>
    <p:sldId id="314" r:id="rId62"/>
    <p:sldId id="315" r:id="rId63"/>
    <p:sldId id="316" r:id="rId64"/>
    <p:sldId id="317" r:id="rId65"/>
    <p:sldId id="304" r:id="rId66"/>
    <p:sldId id="318" r:id="rId67"/>
    <p:sldId id="319" r:id="rId68"/>
    <p:sldId id="303" r:id="rId69"/>
    <p:sldId id="320" r:id="rId70"/>
    <p:sldId id="321" r:id="rId71"/>
    <p:sldId id="323" r:id="rId72"/>
    <p:sldId id="324" r:id="rId73"/>
    <p:sldId id="325" r:id="rId74"/>
    <p:sldId id="338" r:id="rId75"/>
    <p:sldId id="339" r:id="rId76"/>
  </p:sldIdLst>
  <p:sldSz cx="9144000" cy="5143500" type="screen16x9"/>
  <p:notesSz cx="6858000" cy="9144000"/>
  <p:embeddedFontLst>
    <p:embeddedFont>
      <p:font typeface="Dela Gothic One" panose="020B0604020202020204" charset="-128"/>
      <p:regular r:id="rId78"/>
    </p:embeddedFont>
    <p:embeddedFont>
      <p:font typeface="Albert Sans" panose="020B0604020202020204" charset="0"/>
      <p:regular r:id="rId79"/>
      <p:bold r:id="rId80"/>
      <p:italic r:id="rId81"/>
      <p:boldItalic r:id="rId82"/>
    </p:embeddedFont>
    <p:embeddedFont>
      <p:font typeface="Albert Sans Light" panose="020B0604020202020204" charset="0"/>
      <p:regular r:id="rId83"/>
      <p:bold r:id="rId84"/>
      <p:italic r:id="rId85"/>
      <p:boldItalic r:id="rId86"/>
    </p:embeddedFont>
    <p:embeddedFont>
      <p:font typeface="Alegreya" panose="020B0604020202020204" charset="0"/>
      <p:regular r:id="rId87"/>
      <p:bold r:id="rId88"/>
      <p:italic r:id="rId89"/>
      <p:boldItalic r:id="rId90"/>
    </p:embeddedFont>
    <p:embeddedFont>
      <p:font typeface="Alexandria" panose="020B0604020202020204" charset="-78"/>
      <p:regular r:id="rId91"/>
      <p:bold r:id="rId92"/>
    </p:embeddedFont>
    <p:embeddedFont>
      <p:font typeface="Alexandria Medium" panose="020B0604020202020204" charset="-78"/>
      <p:regular r:id="rId93"/>
      <p:bold r:id="rId94"/>
    </p:embeddedFont>
    <p:embeddedFont>
      <p:font typeface="Alexandria SemiBold" panose="020B0604020202020204" charset="-78"/>
      <p:regular r:id="rId95"/>
      <p:bold r:id="rId96"/>
    </p:embeddedFont>
    <p:embeddedFont>
      <p:font typeface="Barlow Semi Condensed" panose="00000506000000000000" pitchFamily="2" charset="0"/>
      <p:regular r:id="rId97"/>
      <p:bold r:id="rId98"/>
      <p:italic r:id="rId99"/>
      <p:boldItalic r:id="rId100"/>
    </p:embeddedFont>
    <p:embeddedFont>
      <p:font typeface="Barlow Semi Condensed Black" panose="00000A06000000000000" pitchFamily="2" charset="0"/>
      <p:bold r:id="rId101"/>
      <p:boldItalic r:id="rId102"/>
    </p:embeddedFont>
    <p:embeddedFont>
      <p:font typeface="Barlow Semi Condensed SemiBold" panose="00000706000000000000" pitchFamily="2" charset="0"/>
      <p:regular r:id="rId103"/>
      <p:bold r:id="rId104"/>
      <p:italic r:id="rId105"/>
      <p:boldItalic r:id="rId106"/>
    </p:embeddedFont>
    <p:embeddedFont>
      <p:font typeface="Be Vietnam Pro" panose="020B0604020202020204" charset="0"/>
      <p:regular r:id="rId107"/>
      <p:bold r:id="rId108"/>
      <p:italic r:id="rId109"/>
      <p:boldItalic r:id="rId110"/>
    </p:embeddedFont>
    <p:embeddedFont>
      <p:font typeface="Darker Grotesque" panose="020B0604020202020204" charset="0"/>
      <p:regular r:id="rId111"/>
      <p:bold r:id="rId112"/>
    </p:embeddedFont>
    <p:embeddedFont>
      <p:font typeface="Darker Grotesque ExtraBold" panose="020B0604020202020204" charset="0"/>
      <p:bold r:id="rId113"/>
    </p:embeddedFont>
    <p:embeddedFont>
      <p:font typeface="Darker Grotesque Medium" panose="020B0604020202020204" charset="0"/>
      <p:regular r:id="rId114"/>
      <p:bold r:id="rId115"/>
    </p:embeddedFont>
    <p:embeddedFont>
      <p:font typeface="Days One" panose="020B0604020202020204" charset="0"/>
      <p:regular r:id="rId116"/>
    </p:embeddedFont>
    <p:embeddedFont>
      <p:font typeface="DM Sans" pitchFamily="2" charset="0"/>
      <p:regular r:id="rId117"/>
      <p:bold r:id="rId118"/>
      <p:italic r:id="rId119"/>
      <p:boldItalic r:id="rId120"/>
    </p:embeddedFont>
    <p:embeddedFont>
      <p:font typeface="DM Sans ExtraBold" panose="020B0604020202020204" charset="0"/>
      <p:bold r:id="rId121"/>
      <p:boldItalic r:id="rId122"/>
    </p:embeddedFont>
    <p:embeddedFont>
      <p:font typeface="DM Sans SemiBold" panose="020B0604020202020204" charset="0"/>
      <p:regular r:id="rId123"/>
      <p:bold r:id="rId124"/>
      <p:italic r:id="rId125"/>
      <p:boldItalic r:id="rId126"/>
    </p:embeddedFont>
    <p:embeddedFont>
      <p:font typeface="Familjen Grotesk" panose="020B0604020202020204" charset="0"/>
      <p:regular r:id="rId127"/>
      <p:bold r:id="rId128"/>
      <p:italic r:id="rId129"/>
      <p:boldItalic r:id="rId130"/>
    </p:embeddedFont>
    <p:embeddedFont>
      <p:font typeface="Figtree" panose="020B0604020202020204" charset="0"/>
      <p:regular r:id="rId131"/>
      <p:bold r:id="rId132"/>
      <p:italic r:id="rId133"/>
      <p:boldItalic r:id="rId134"/>
    </p:embeddedFont>
    <p:embeddedFont>
      <p:font typeface="Figtree Black" panose="020B0604020202020204" charset="0"/>
      <p:bold r:id="rId135"/>
      <p:boldItalic r:id="rId136"/>
    </p:embeddedFont>
    <p:embeddedFont>
      <p:font typeface="Figtree Light" panose="020B0604020202020204" charset="0"/>
      <p:regular r:id="rId137"/>
      <p:bold r:id="rId138"/>
      <p:italic r:id="rId139"/>
      <p:boldItalic r:id="rId140"/>
    </p:embeddedFont>
    <p:embeddedFont>
      <p:font typeface="Figtree SemiBold" panose="020B0604020202020204" charset="0"/>
      <p:regular r:id="rId141"/>
      <p:bold r:id="rId142"/>
      <p:italic r:id="rId143"/>
      <p:boldItalic r:id="rId144"/>
    </p:embeddedFont>
    <p:embeddedFont>
      <p:font typeface="Inter SemiBold" panose="020B0604020202020204" charset="0"/>
      <p:regular r:id="rId145"/>
      <p:bold r:id="rId146"/>
      <p:italic r:id="rId147"/>
      <p:boldItalic r:id="rId148"/>
    </p:embeddedFont>
    <p:embeddedFont>
      <p:font typeface="Lato" panose="020F0502020204030203" pitchFamily="34" charset="0"/>
      <p:regular r:id="rId149"/>
      <p:bold r:id="rId150"/>
      <p:italic r:id="rId151"/>
      <p:boldItalic r:id="rId152"/>
    </p:embeddedFont>
    <p:embeddedFont>
      <p:font typeface="Martian Mono" panose="020B0604020202020204" charset="0"/>
      <p:regular r:id="rId153"/>
      <p:bold r:id="rId154"/>
    </p:embeddedFont>
    <p:embeddedFont>
      <p:font typeface="Noto Serif Gujarati" panose="020B0604020202020204" charset="0"/>
      <p:regular r:id="rId155"/>
      <p:bold r:id="rId156"/>
    </p:embeddedFont>
    <p:embeddedFont>
      <p:font typeface="Nunito Sans" pitchFamily="2" charset="0"/>
      <p:regular r:id="rId157"/>
      <p:bold r:id="rId158"/>
      <p:italic r:id="rId159"/>
      <p:boldItalic r:id="rId160"/>
    </p:embeddedFont>
    <p:embeddedFont>
      <p:font typeface="Nunito Sans Black" pitchFamily="2" charset="0"/>
      <p:bold r:id="rId161"/>
      <p:boldItalic r:id="rId162"/>
    </p:embeddedFont>
    <p:embeddedFont>
      <p:font typeface="Raleway" pitchFamily="2" charset="0"/>
      <p:regular r:id="rId163"/>
      <p:bold r:id="rId164"/>
      <p:italic r:id="rId165"/>
      <p:boldItalic r:id="rId166"/>
    </p:embeddedFont>
    <p:embeddedFont>
      <p:font typeface="Roboto" panose="02000000000000000000" pitchFamily="2" charset="0"/>
      <p:regular r:id="rId167"/>
      <p:bold r:id="rId168"/>
      <p:italic r:id="rId169"/>
      <p:boldItalic r:id="rId170"/>
    </p:embeddedFont>
    <p:embeddedFont>
      <p:font typeface="Roboto Condensed" panose="02000000000000000000" pitchFamily="2" charset="0"/>
      <p:regular r:id="rId171"/>
      <p:bold r:id="rId172"/>
      <p:italic r:id="rId173"/>
      <p:boldItalic r:id="rId174"/>
    </p:embeddedFont>
    <p:embeddedFont>
      <p:font typeface="Space Grotesk" panose="020B0604020202020204" charset="0"/>
      <p:regular r:id="rId175"/>
      <p:bold r:id="rId176"/>
    </p:embeddedFont>
    <p:embeddedFont>
      <p:font typeface="Work Sans" pitchFamily="2" charset="0"/>
      <p:regular r:id="rId177"/>
      <p:bold r:id="rId178"/>
      <p:italic r:id="rId179"/>
      <p:boldItalic r:id="rId180"/>
    </p:embeddedFont>
    <p:embeddedFont>
      <p:font typeface="Work Sans Medium" pitchFamily="2" charset="0"/>
      <p:regular r:id="rId181"/>
      <p:bold r:id="rId182"/>
      <p:italic r:id="rId183"/>
      <p:boldItalic r:id="rId18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BC3F"/>
    <a:srgbClr val="595959"/>
    <a:srgbClr val="BFD2F1"/>
    <a:srgbClr val="707BA8"/>
    <a:srgbClr val="FEC8F0"/>
    <a:srgbClr val="EBE6D6"/>
    <a:srgbClr val="6FAFE7"/>
    <a:srgbClr val="FF8298"/>
    <a:srgbClr val="DDC0AD"/>
    <a:srgbClr val="106A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7A67831-85E7-477B-A2A0-B196FABE833E}">
  <a:tblStyle styleId="{57A67831-85E7-477B-A2A0-B196FABE833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71" autoAdjust="0"/>
    <p:restoredTop sz="94660"/>
  </p:normalViewPr>
  <p:slideViewPr>
    <p:cSldViewPr snapToGrid="0">
      <p:cViewPr varScale="1">
        <p:scale>
          <a:sx n="72" d="100"/>
          <a:sy n="72" d="100"/>
        </p:scale>
        <p:origin x="76" y="4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font" Target="fonts/font40.fntdata"/><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font" Target="fonts/font7.fntdata"/><Relationship Id="rId138" Type="http://schemas.openxmlformats.org/officeDocument/2006/relationships/font" Target="fonts/font61.fntdata"/><Relationship Id="rId159" Type="http://schemas.openxmlformats.org/officeDocument/2006/relationships/font" Target="fonts/font82.fntdata"/><Relationship Id="rId170" Type="http://schemas.openxmlformats.org/officeDocument/2006/relationships/font" Target="fonts/font93.fntdata"/><Relationship Id="rId107" Type="http://schemas.openxmlformats.org/officeDocument/2006/relationships/font" Target="fonts/font30.fntdata"/><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font" Target="fonts/font51.fntdata"/><Relationship Id="rId149" Type="http://schemas.openxmlformats.org/officeDocument/2006/relationships/font" Target="fonts/font72.fntdata"/><Relationship Id="rId5" Type="http://schemas.openxmlformats.org/officeDocument/2006/relationships/slide" Target="slides/slide4.xml"/><Relationship Id="rId95" Type="http://schemas.openxmlformats.org/officeDocument/2006/relationships/font" Target="fonts/font18.fntdata"/><Relationship Id="rId160" Type="http://schemas.openxmlformats.org/officeDocument/2006/relationships/font" Target="fonts/font83.fntdata"/><Relationship Id="rId181" Type="http://schemas.openxmlformats.org/officeDocument/2006/relationships/font" Target="fonts/font104.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font" Target="fonts/font41.fntdata"/><Relationship Id="rId139" Type="http://schemas.openxmlformats.org/officeDocument/2006/relationships/font" Target="fonts/font62.fntdata"/><Relationship Id="rId85" Type="http://schemas.openxmlformats.org/officeDocument/2006/relationships/font" Target="fonts/font8.fntdata"/><Relationship Id="rId150" Type="http://schemas.openxmlformats.org/officeDocument/2006/relationships/font" Target="fonts/font73.fntdata"/><Relationship Id="rId171" Type="http://schemas.openxmlformats.org/officeDocument/2006/relationships/font" Target="fonts/font94.fntdata"/><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font" Target="fonts/font31.fntdata"/><Relationship Id="rId129" Type="http://schemas.openxmlformats.org/officeDocument/2006/relationships/font" Target="fonts/font52.fntdata"/><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font" Target="fonts/font19.fntdata"/><Relationship Id="rId140" Type="http://schemas.openxmlformats.org/officeDocument/2006/relationships/font" Target="fonts/font63.fntdata"/><Relationship Id="rId161" Type="http://schemas.openxmlformats.org/officeDocument/2006/relationships/font" Target="fonts/font84.fntdata"/><Relationship Id="rId182" Type="http://schemas.openxmlformats.org/officeDocument/2006/relationships/font" Target="fonts/font105.fntdata"/><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font" Target="fonts/font42.fntdata"/><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font" Target="fonts/font9.fntdata"/><Relationship Id="rId130" Type="http://schemas.openxmlformats.org/officeDocument/2006/relationships/font" Target="fonts/font53.fntdata"/><Relationship Id="rId151" Type="http://schemas.openxmlformats.org/officeDocument/2006/relationships/font" Target="fonts/font74.fntdata"/><Relationship Id="rId172" Type="http://schemas.openxmlformats.org/officeDocument/2006/relationships/font" Target="fonts/font95.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32.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20.fntdata"/><Relationship Id="rId104" Type="http://schemas.openxmlformats.org/officeDocument/2006/relationships/font" Target="fonts/font27.fntdata"/><Relationship Id="rId120" Type="http://schemas.openxmlformats.org/officeDocument/2006/relationships/font" Target="fonts/font43.fntdata"/><Relationship Id="rId125" Type="http://schemas.openxmlformats.org/officeDocument/2006/relationships/font" Target="fonts/font48.fntdata"/><Relationship Id="rId141" Type="http://schemas.openxmlformats.org/officeDocument/2006/relationships/font" Target="fonts/font64.fntdata"/><Relationship Id="rId146" Type="http://schemas.openxmlformats.org/officeDocument/2006/relationships/font" Target="fonts/font69.fntdata"/><Relationship Id="rId167" Type="http://schemas.openxmlformats.org/officeDocument/2006/relationships/font" Target="fonts/font90.fntdata"/><Relationship Id="rId188"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5.fntdata"/><Relationship Id="rId162" Type="http://schemas.openxmlformats.org/officeDocument/2006/relationships/font" Target="fonts/font85.fntdata"/><Relationship Id="rId183" Type="http://schemas.openxmlformats.org/officeDocument/2006/relationships/font" Target="fonts/font10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0.fntdata"/><Relationship Id="rId110" Type="http://schemas.openxmlformats.org/officeDocument/2006/relationships/font" Target="fonts/font33.fntdata"/><Relationship Id="rId115" Type="http://schemas.openxmlformats.org/officeDocument/2006/relationships/font" Target="fonts/font38.fntdata"/><Relationship Id="rId131" Type="http://schemas.openxmlformats.org/officeDocument/2006/relationships/font" Target="fonts/font54.fntdata"/><Relationship Id="rId136" Type="http://schemas.openxmlformats.org/officeDocument/2006/relationships/font" Target="fonts/font59.fntdata"/><Relationship Id="rId157" Type="http://schemas.openxmlformats.org/officeDocument/2006/relationships/font" Target="fonts/font80.fntdata"/><Relationship Id="rId178" Type="http://schemas.openxmlformats.org/officeDocument/2006/relationships/font" Target="fonts/font101.fntdata"/><Relationship Id="rId61" Type="http://schemas.openxmlformats.org/officeDocument/2006/relationships/slide" Target="slides/slide60.xml"/><Relationship Id="rId82" Type="http://schemas.openxmlformats.org/officeDocument/2006/relationships/font" Target="fonts/font5.fntdata"/><Relationship Id="rId152" Type="http://schemas.openxmlformats.org/officeDocument/2006/relationships/font" Target="fonts/font75.fntdata"/><Relationship Id="rId173" Type="http://schemas.openxmlformats.org/officeDocument/2006/relationships/font" Target="fonts/font96.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notesMaster" Target="notesMasters/notesMaster1.xml"/><Relationship Id="rId100" Type="http://schemas.openxmlformats.org/officeDocument/2006/relationships/font" Target="fonts/font23.fntdata"/><Relationship Id="rId105" Type="http://schemas.openxmlformats.org/officeDocument/2006/relationships/font" Target="fonts/font28.fntdata"/><Relationship Id="rId126" Type="http://schemas.openxmlformats.org/officeDocument/2006/relationships/font" Target="fonts/font49.fntdata"/><Relationship Id="rId147" Type="http://schemas.openxmlformats.org/officeDocument/2006/relationships/font" Target="fonts/font70.fntdata"/><Relationship Id="rId168" Type="http://schemas.openxmlformats.org/officeDocument/2006/relationships/font" Target="fonts/font9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6.fntdata"/><Relationship Id="rId98" Type="http://schemas.openxmlformats.org/officeDocument/2006/relationships/font" Target="fonts/font21.fntdata"/><Relationship Id="rId121" Type="http://schemas.openxmlformats.org/officeDocument/2006/relationships/font" Target="fonts/font44.fntdata"/><Relationship Id="rId142" Type="http://schemas.openxmlformats.org/officeDocument/2006/relationships/font" Target="fonts/font65.fntdata"/><Relationship Id="rId163" Type="http://schemas.openxmlformats.org/officeDocument/2006/relationships/font" Target="fonts/font86.fntdata"/><Relationship Id="rId184" Type="http://schemas.openxmlformats.org/officeDocument/2006/relationships/font" Target="fonts/font107.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39.fntdata"/><Relationship Id="rId137" Type="http://schemas.openxmlformats.org/officeDocument/2006/relationships/font" Target="fonts/font60.fntdata"/><Relationship Id="rId158" Type="http://schemas.openxmlformats.org/officeDocument/2006/relationships/font" Target="fonts/font81.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font" Target="fonts/font6.fntdata"/><Relationship Id="rId88" Type="http://schemas.openxmlformats.org/officeDocument/2006/relationships/font" Target="fonts/font11.fntdata"/><Relationship Id="rId111" Type="http://schemas.openxmlformats.org/officeDocument/2006/relationships/font" Target="fonts/font34.fntdata"/><Relationship Id="rId132" Type="http://schemas.openxmlformats.org/officeDocument/2006/relationships/font" Target="fonts/font55.fntdata"/><Relationship Id="rId153" Type="http://schemas.openxmlformats.org/officeDocument/2006/relationships/font" Target="fonts/font76.fntdata"/><Relationship Id="rId174" Type="http://schemas.openxmlformats.org/officeDocument/2006/relationships/font" Target="fonts/font97.fntdata"/><Relationship Id="rId179" Type="http://schemas.openxmlformats.org/officeDocument/2006/relationships/font" Target="fonts/font102.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29.fntdata"/><Relationship Id="rId127" Type="http://schemas.openxmlformats.org/officeDocument/2006/relationships/font" Target="fonts/font50.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font" Target="fonts/font1.fntdata"/><Relationship Id="rId94" Type="http://schemas.openxmlformats.org/officeDocument/2006/relationships/font" Target="fonts/font17.fntdata"/><Relationship Id="rId99" Type="http://schemas.openxmlformats.org/officeDocument/2006/relationships/font" Target="fonts/font22.fntdata"/><Relationship Id="rId101" Type="http://schemas.openxmlformats.org/officeDocument/2006/relationships/font" Target="fonts/font24.fntdata"/><Relationship Id="rId122" Type="http://schemas.openxmlformats.org/officeDocument/2006/relationships/font" Target="fonts/font45.fntdata"/><Relationship Id="rId143" Type="http://schemas.openxmlformats.org/officeDocument/2006/relationships/font" Target="fonts/font66.fntdata"/><Relationship Id="rId148" Type="http://schemas.openxmlformats.org/officeDocument/2006/relationships/font" Target="fonts/font71.fntdata"/><Relationship Id="rId164" Type="http://schemas.openxmlformats.org/officeDocument/2006/relationships/font" Target="fonts/font87.fntdata"/><Relationship Id="rId169" Type="http://schemas.openxmlformats.org/officeDocument/2006/relationships/font" Target="fonts/font92.fntdata"/><Relationship Id="rId18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font" Target="fonts/font103.fntdata"/><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font" Target="fonts/font12.fntdata"/><Relationship Id="rId112" Type="http://schemas.openxmlformats.org/officeDocument/2006/relationships/font" Target="fonts/font35.fntdata"/><Relationship Id="rId133" Type="http://schemas.openxmlformats.org/officeDocument/2006/relationships/font" Target="fonts/font56.fntdata"/><Relationship Id="rId154" Type="http://schemas.openxmlformats.org/officeDocument/2006/relationships/font" Target="fonts/font77.fntdata"/><Relationship Id="rId175" Type="http://schemas.openxmlformats.org/officeDocument/2006/relationships/font" Target="fonts/font98.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font" Target="fonts/font2.fntdata"/><Relationship Id="rId102" Type="http://schemas.openxmlformats.org/officeDocument/2006/relationships/font" Target="fonts/font25.fntdata"/><Relationship Id="rId123" Type="http://schemas.openxmlformats.org/officeDocument/2006/relationships/font" Target="fonts/font46.fntdata"/><Relationship Id="rId144" Type="http://schemas.openxmlformats.org/officeDocument/2006/relationships/font" Target="fonts/font67.fntdata"/><Relationship Id="rId90" Type="http://schemas.openxmlformats.org/officeDocument/2006/relationships/font" Target="fonts/font13.fntdata"/><Relationship Id="rId165" Type="http://schemas.openxmlformats.org/officeDocument/2006/relationships/font" Target="fonts/font88.fntdata"/><Relationship Id="rId186"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font" Target="fonts/font36.fntdata"/><Relationship Id="rId134" Type="http://schemas.openxmlformats.org/officeDocument/2006/relationships/font" Target="fonts/font57.fntdata"/><Relationship Id="rId80" Type="http://schemas.openxmlformats.org/officeDocument/2006/relationships/font" Target="fonts/font3.fntdata"/><Relationship Id="rId155" Type="http://schemas.openxmlformats.org/officeDocument/2006/relationships/font" Target="fonts/font78.fntdata"/><Relationship Id="rId176" Type="http://schemas.openxmlformats.org/officeDocument/2006/relationships/font" Target="fonts/font99.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26.fntdata"/><Relationship Id="rId124" Type="http://schemas.openxmlformats.org/officeDocument/2006/relationships/font" Target="fonts/font47.fntdata"/><Relationship Id="rId70" Type="http://schemas.openxmlformats.org/officeDocument/2006/relationships/slide" Target="slides/slide69.xml"/><Relationship Id="rId91" Type="http://schemas.openxmlformats.org/officeDocument/2006/relationships/font" Target="fonts/font14.fntdata"/><Relationship Id="rId145" Type="http://schemas.openxmlformats.org/officeDocument/2006/relationships/font" Target="fonts/font68.fntdata"/><Relationship Id="rId166" Type="http://schemas.openxmlformats.org/officeDocument/2006/relationships/font" Target="fonts/font89.fntdata"/><Relationship Id="rId187" Type="http://schemas.openxmlformats.org/officeDocument/2006/relationships/theme" Target="theme/theme1.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37.fntdata"/><Relationship Id="rId60" Type="http://schemas.openxmlformats.org/officeDocument/2006/relationships/slide" Target="slides/slide59.xml"/><Relationship Id="rId81" Type="http://schemas.openxmlformats.org/officeDocument/2006/relationships/font" Target="fonts/font4.fntdata"/><Relationship Id="rId135" Type="http://schemas.openxmlformats.org/officeDocument/2006/relationships/font" Target="fonts/font58.fntdata"/><Relationship Id="rId156" Type="http://schemas.openxmlformats.org/officeDocument/2006/relationships/font" Target="fonts/font79.fntdata"/><Relationship Id="rId177" Type="http://schemas.openxmlformats.org/officeDocument/2006/relationships/font" Target="fonts/font10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d9c67055b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1d9c67055b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e7b4198ab4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e7b4198ab4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e7b4198ab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e7b4198ab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a:extLst>
            <a:ext uri="{FF2B5EF4-FFF2-40B4-BE49-F238E27FC236}">
              <a16:creationId xmlns:a16="http://schemas.microsoft.com/office/drawing/2014/main" id="{EB0FFBD7-1FCD-C3EB-293D-A3EF926E07F1}"/>
            </a:ext>
          </a:extLst>
        </p:cNvPr>
        <p:cNvGrpSpPr/>
        <p:nvPr/>
      </p:nvGrpSpPr>
      <p:grpSpPr>
        <a:xfrm>
          <a:off x="0" y="0"/>
          <a:ext cx="0" cy="0"/>
          <a:chOff x="0" y="0"/>
          <a:chExt cx="0" cy="0"/>
        </a:xfrm>
      </p:grpSpPr>
      <p:sp>
        <p:nvSpPr>
          <p:cNvPr id="284" name="Google Shape;284;g3e7b4198ab4_0_228:notes">
            <a:extLst>
              <a:ext uri="{FF2B5EF4-FFF2-40B4-BE49-F238E27FC236}">
                <a16:creationId xmlns:a16="http://schemas.microsoft.com/office/drawing/2014/main" id="{2B6DE905-EA80-B1FA-0B8C-3BF857B955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e7b4198ab4_0_228:notes">
            <a:extLst>
              <a:ext uri="{FF2B5EF4-FFF2-40B4-BE49-F238E27FC236}">
                <a16:creationId xmlns:a16="http://schemas.microsoft.com/office/drawing/2014/main" id="{4C0F5225-BE3A-CEE5-43DF-A33F14BA2E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6215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a:extLst>
            <a:ext uri="{FF2B5EF4-FFF2-40B4-BE49-F238E27FC236}">
              <a16:creationId xmlns:a16="http://schemas.microsoft.com/office/drawing/2014/main" id="{F2C9A880-FDCE-A54D-427C-EFBE93B53B8A}"/>
            </a:ext>
          </a:extLst>
        </p:cNvPr>
        <p:cNvGrpSpPr/>
        <p:nvPr/>
      </p:nvGrpSpPr>
      <p:grpSpPr>
        <a:xfrm>
          <a:off x="0" y="0"/>
          <a:ext cx="0" cy="0"/>
          <a:chOff x="0" y="0"/>
          <a:chExt cx="0" cy="0"/>
        </a:xfrm>
      </p:grpSpPr>
      <p:sp>
        <p:nvSpPr>
          <p:cNvPr id="284" name="Google Shape;284;g3e7b4198ab4_0_228:notes">
            <a:extLst>
              <a:ext uri="{FF2B5EF4-FFF2-40B4-BE49-F238E27FC236}">
                <a16:creationId xmlns:a16="http://schemas.microsoft.com/office/drawing/2014/main" id="{4B346F93-B92B-7307-9370-D0B4441027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e7b4198ab4_0_228:notes">
            <a:extLst>
              <a:ext uri="{FF2B5EF4-FFF2-40B4-BE49-F238E27FC236}">
                <a16:creationId xmlns:a16="http://schemas.microsoft.com/office/drawing/2014/main" id="{11EDF176-72BC-64CD-DA81-ACD679CFE8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2857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3e7b4198ab4_0_7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3e7b4198ab4_0_7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a:extLst>
            <a:ext uri="{FF2B5EF4-FFF2-40B4-BE49-F238E27FC236}">
              <a16:creationId xmlns:a16="http://schemas.microsoft.com/office/drawing/2014/main" id="{A71358D4-B696-37AB-55B3-98CC8E4B4DBB}"/>
            </a:ext>
          </a:extLst>
        </p:cNvPr>
        <p:cNvGrpSpPr/>
        <p:nvPr/>
      </p:nvGrpSpPr>
      <p:grpSpPr>
        <a:xfrm>
          <a:off x="0" y="0"/>
          <a:ext cx="0" cy="0"/>
          <a:chOff x="0" y="0"/>
          <a:chExt cx="0" cy="0"/>
        </a:xfrm>
      </p:grpSpPr>
      <p:sp>
        <p:nvSpPr>
          <p:cNvPr id="472" name="Google Shape;472;g3e7b4198ab4_0_766:notes">
            <a:extLst>
              <a:ext uri="{FF2B5EF4-FFF2-40B4-BE49-F238E27FC236}">
                <a16:creationId xmlns:a16="http://schemas.microsoft.com/office/drawing/2014/main" id="{2AA23A68-6E4C-46E8-9C4E-F1288E8843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3e7b4198ab4_0_766:notes">
            <a:extLst>
              <a:ext uri="{FF2B5EF4-FFF2-40B4-BE49-F238E27FC236}">
                <a16:creationId xmlns:a16="http://schemas.microsoft.com/office/drawing/2014/main" id="{6C7D1EC3-D7F6-1A9B-C18F-DF0AFDC22E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7303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a:extLst>
            <a:ext uri="{FF2B5EF4-FFF2-40B4-BE49-F238E27FC236}">
              <a16:creationId xmlns:a16="http://schemas.microsoft.com/office/drawing/2014/main" id="{7C7F9797-3DEC-61B8-06A9-6116CE7AC0C2}"/>
            </a:ext>
          </a:extLst>
        </p:cNvPr>
        <p:cNvGrpSpPr/>
        <p:nvPr/>
      </p:nvGrpSpPr>
      <p:grpSpPr>
        <a:xfrm>
          <a:off x="0" y="0"/>
          <a:ext cx="0" cy="0"/>
          <a:chOff x="0" y="0"/>
          <a:chExt cx="0" cy="0"/>
        </a:xfrm>
      </p:grpSpPr>
      <p:sp>
        <p:nvSpPr>
          <p:cNvPr id="472" name="Google Shape;472;g3e7b4198ab4_0_766:notes">
            <a:extLst>
              <a:ext uri="{FF2B5EF4-FFF2-40B4-BE49-F238E27FC236}">
                <a16:creationId xmlns:a16="http://schemas.microsoft.com/office/drawing/2014/main" id="{969627AB-C370-597D-E0BE-73EE82010D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3e7b4198ab4_0_766:notes">
            <a:extLst>
              <a:ext uri="{FF2B5EF4-FFF2-40B4-BE49-F238E27FC236}">
                <a16:creationId xmlns:a16="http://schemas.microsoft.com/office/drawing/2014/main" id="{899D373A-1569-ABD4-BBD7-2A7A63C6C6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250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3e7b4198ab4_0_15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3e7b4198ab4_0_15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a:extLst>
            <a:ext uri="{FF2B5EF4-FFF2-40B4-BE49-F238E27FC236}">
              <a16:creationId xmlns:a16="http://schemas.microsoft.com/office/drawing/2014/main" id="{47D57664-FA6C-7049-7196-5E306E8AE8B1}"/>
            </a:ext>
          </a:extLst>
        </p:cNvPr>
        <p:cNvGrpSpPr/>
        <p:nvPr/>
      </p:nvGrpSpPr>
      <p:grpSpPr>
        <a:xfrm>
          <a:off x="0" y="0"/>
          <a:ext cx="0" cy="0"/>
          <a:chOff x="0" y="0"/>
          <a:chExt cx="0" cy="0"/>
        </a:xfrm>
      </p:grpSpPr>
      <p:sp>
        <p:nvSpPr>
          <p:cNvPr id="519" name="Google Shape;519;g3e7b4198ab4_0_1594:notes">
            <a:extLst>
              <a:ext uri="{FF2B5EF4-FFF2-40B4-BE49-F238E27FC236}">
                <a16:creationId xmlns:a16="http://schemas.microsoft.com/office/drawing/2014/main" id="{5391761E-CB4B-D9D3-1D70-7CA8624CC4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3e7b4198ab4_0_1594:notes">
            <a:extLst>
              <a:ext uri="{FF2B5EF4-FFF2-40B4-BE49-F238E27FC236}">
                <a16:creationId xmlns:a16="http://schemas.microsoft.com/office/drawing/2014/main" id="{B1AB6CF8-F912-9C66-2E6F-62B21C147B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137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1d9c67055b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1d9c67055b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1d9c67055b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1d9c67055b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3e7b4198ab4_0_16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3e7b4198ab4_0_16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3e7b4198ab4_0_16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3e7b4198ab4_0_16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3e7b4198ab4_0_17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3e7b4198ab4_0_17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g3e7b4198ab4_0_18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8" name="Google Shape;638;g3e7b4198ab4_0_18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a:extLst>
            <a:ext uri="{FF2B5EF4-FFF2-40B4-BE49-F238E27FC236}">
              <a16:creationId xmlns:a16="http://schemas.microsoft.com/office/drawing/2014/main" id="{B6213792-5AF2-E172-FFB9-569EC78F5100}"/>
            </a:ext>
          </a:extLst>
        </p:cNvPr>
        <p:cNvGrpSpPr/>
        <p:nvPr/>
      </p:nvGrpSpPr>
      <p:grpSpPr>
        <a:xfrm>
          <a:off x="0" y="0"/>
          <a:ext cx="0" cy="0"/>
          <a:chOff x="0" y="0"/>
          <a:chExt cx="0" cy="0"/>
        </a:xfrm>
      </p:grpSpPr>
      <p:sp>
        <p:nvSpPr>
          <p:cNvPr id="606" name="Google Shape;606;g3e7b4198ab4_0_1727:notes">
            <a:extLst>
              <a:ext uri="{FF2B5EF4-FFF2-40B4-BE49-F238E27FC236}">
                <a16:creationId xmlns:a16="http://schemas.microsoft.com/office/drawing/2014/main" id="{E4BB75B8-7291-FB9E-867E-D9576B374B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3e7b4198ab4_0_1727:notes">
            <a:extLst>
              <a:ext uri="{FF2B5EF4-FFF2-40B4-BE49-F238E27FC236}">
                <a16:creationId xmlns:a16="http://schemas.microsoft.com/office/drawing/2014/main" id="{91E7FBCF-853F-8FB9-EDB5-5F5C302554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5385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3e7b4198ab4_0_19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3e7b4198ab4_0_19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3e7b4198ab4_0_20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1" name="Google Shape;761;g3e7b4198ab4_0_20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3deff77619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4" name="Google Shape;814;g3deff77619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3deff77619f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0" name="Google Shape;850;g3deff77619f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3deff77619f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6" name="Google Shape;886;g3deff77619f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3deff77619f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5" name="Google Shape;915;g3deff77619f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3deff77619f_0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4" name="Google Shape;944;g3deff77619f_0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3deff77619f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0" name="Google Shape;980;g3deff77619f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a:extLst>
            <a:ext uri="{FF2B5EF4-FFF2-40B4-BE49-F238E27FC236}">
              <a16:creationId xmlns:a16="http://schemas.microsoft.com/office/drawing/2014/main" id="{CCC81D2F-D988-D339-039D-D416EE0629ED}"/>
            </a:ext>
          </a:extLst>
        </p:cNvPr>
        <p:cNvGrpSpPr/>
        <p:nvPr/>
      </p:nvGrpSpPr>
      <p:grpSpPr>
        <a:xfrm>
          <a:off x="0" y="0"/>
          <a:ext cx="0" cy="0"/>
          <a:chOff x="0" y="0"/>
          <a:chExt cx="0" cy="0"/>
        </a:xfrm>
      </p:grpSpPr>
      <p:sp>
        <p:nvSpPr>
          <p:cNvPr id="1022" name="Google Shape;1022;g3deff77619f_0_311:notes">
            <a:extLst>
              <a:ext uri="{FF2B5EF4-FFF2-40B4-BE49-F238E27FC236}">
                <a16:creationId xmlns:a16="http://schemas.microsoft.com/office/drawing/2014/main" id="{9220128A-C753-DB96-8527-80A2EA1F11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3" name="Google Shape;1023;g3deff77619f_0_311:notes">
            <a:extLst>
              <a:ext uri="{FF2B5EF4-FFF2-40B4-BE49-F238E27FC236}">
                <a16:creationId xmlns:a16="http://schemas.microsoft.com/office/drawing/2014/main" id="{A8059A5B-8E77-EBBE-C672-E432A42F8E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36313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3deff77619f_0_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3" name="Google Shape;1023;g3deff77619f_0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a:extLst>
            <a:ext uri="{FF2B5EF4-FFF2-40B4-BE49-F238E27FC236}">
              <a16:creationId xmlns:a16="http://schemas.microsoft.com/office/drawing/2014/main" id="{15E1262D-7116-65CA-E559-766653AE8F4B}"/>
            </a:ext>
          </a:extLst>
        </p:cNvPr>
        <p:cNvGrpSpPr/>
        <p:nvPr/>
      </p:nvGrpSpPr>
      <p:grpSpPr>
        <a:xfrm>
          <a:off x="0" y="0"/>
          <a:ext cx="0" cy="0"/>
          <a:chOff x="0" y="0"/>
          <a:chExt cx="0" cy="0"/>
        </a:xfrm>
      </p:grpSpPr>
      <p:sp>
        <p:nvSpPr>
          <p:cNvPr id="1054" name="Google Shape;1054;g3deff77619f_0_342:notes">
            <a:extLst>
              <a:ext uri="{FF2B5EF4-FFF2-40B4-BE49-F238E27FC236}">
                <a16:creationId xmlns:a16="http://schemas.microsoft.com/office/drawing/2014/main" id="{F8E37F98-CCBE-68FD-290E-59AE131B87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3deff77619f_0_342:notes">
            <a:extLst>
              <a:ext uri="{FF2B5EF4-FFF2-40B4-BE49-F238E27FC236}">
                <a16:creationId xmlns:a16="http://schemas.microsoft.com/office/drawing/2014/main" id="{A64BC93F-C589-6684-0CA9-13D12B3C7B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39045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3deff77619f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3deff77619f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7">
          <a:extLst>
            <a:ext uri="{FF2B5EF4-FFF2-40B4-BE49-F238E27FC236}">
              <a16:creationId xmlns:a16="http://schemas.microsoft.com/office/drawing/2014/main" id="{0C2CC914-6DDF-C554-CC01-E8EE908488DF}"/>
            </a:ext>
          </a:extLst>
        </p:cNvPr>
        <p:cNvGrpSpPr/>
        <p:nvPr/>
      </p:nvGrpSpPr>
      <p:grpSpPr>
        <a:xfrm>
          <a:off x="0" y="0"/>
          <a:ext cx="0" cy="0"/>
          <a:chOff x="0" y="0"/>
          <a:chExt cx="0" cy="0"/>
        </a:xfrm>
      </p:grpSpPr>
      <p:sp>
        <p:nvSpPr>
          <p:cNvPr id="1418" name="Google Shape;1418;g3deff77619f_0_2540:notes">
            <a:extLst>
              <a:ext uri="{FF2B5EF4-FFF2-40B4-BE49-F238E27FC236}">
                <a16:creationId xmlns:a16="http://schemas.microsoft.com/office/drawing/2014/main" id="{D62605C4-C3F6-F733-F845-BCF64F98EC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9" name="Google Shape;1419;g3deff77619f_0_2540:notes">
            <a:extLst>
              <a:ext uri="{FF2B5EF4-FFF2-40B4-BE49-F238E27FC236}">
                <a16:creationId xmlns:a16="http://schemas.microsoft.com/office/drawing/2014/main" id="{0EA45D0E-9F51-CA5E-8834-32A6EB7DF7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94392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3deff77619f_0_5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5" name="Google Shape;1095;g3deff77619f_0_5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a:extLst>
            <a:ext uri="{FF2B5EF4-FFF2-40B4-BE49-F238E27FC236}">
              <a16:creationId xmlns:a16="http://schemas.microsoft.com/office/drawing/2014/main" id="{70ABEFBB-CDF9-7DC4-57DF-2FBDECB58CF7}"/>
            </a:ext>
          </a:extLst>
        </p:cNvPr>
        <p:cNvGrpSpPr/>
        <p:nvPr/>
      </p:nvGrpSpPr>
      <p:grpSpPr>
        <a:xfrm>
          <a:off x="0" y="0"/>
          <a:ext cx="0" cy="0"/>
          <a:chOff x="0" y="0"/>
          <a:chExt cx="0" cy="0"/>
        </a:xfrm>
      </p:grpSpPr>
      <p:sp>
        <p:nvSpPr>
          <p:cNvPr id="1022" name="Google Shape;1022;g3deff77619f_0_311:notes">
            <a:extLst>
              <a:ext uri="{FF2B5EF4-FFF2-40B4-BE49-F238E27FC236}">
                <a16:creationId xmlns:a16="http://schemas.microsoft.com/office/drawing/2014/main" id="{15A73767-4348-7C57-C071-C6B6046AA0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3" name="Google Shape;1023;g3deff77619f_0_311:notes">
            <a:extLst>
              <a:ext uri="{FF2B5EF4-FFF2-40B4-BE49-F238E27FC236}">
                <a16:creationId xmlns:a16="http://schemas.microsoft.com/office/drawing/2014/main" id="{FED9541E-EA03-DB4A-2415-1BA642666A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98033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g3deff77619f_0_6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5" name="Google Shape;1135;g3deff77619f_0_6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g3deff77619f_0_6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7" name="Google Shape;1167;g3deff77619f_0_6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a:extLst>
            <a:ext uri="{FF2B5EF4-FFF2-40B4-BE49-F238E27FC236}">
              <a16:creationId xmlns:a16="http://schemas.microsoft.com/office/drawing/2014/main" id="{692FE960-8086-FC80-DCE9-13DAC7A64285}"/>
            </a:ext>
          </a:extLst>
        </p:cNvPr>
        <p:cNvGrpSpPr/>
        <p:nvPr/>
      </p:nvGrpSpPr>
      <p:grpSpPr>
        <a:xfrm>
          <a:off x="0" y="0"/>
          <a:ext cx="0" cy="0"/>
          <a:chOff x="0" y="0"/>
          <a:chExt cx="0" cy="0"/>
        </a:xfrm>
      </p:grpSpPr>
      <p:sp>
        <p:nvSpPr>
          <p:cNvPr id="1166" name="Google Shape;1166;g3deff77619f_0_663:notes">
            <a:extLst>
              <a:ext uri="{FF2B5EF4-FFF2-40B4-BE49-F238E27FC236}">
                <a16:creationId xmlns:a16="http://schemas.microsoft.com/office/drawing/2014/main" id="{5DF3BD61-97BE-93D0-0A68-97BE102B3D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7" name="Google Shape;1167;g3deff77619f_0_663:notes">
            <a:extLst>
              <a:ext uri="{FF2B5EF4-FFF2-40B4-BE49-F238E27FC236}">
                <a16:creationId xmlns:a16="http://schemas.microsoft.com/office/drawing/2014/main" id="{7AE6BF98-8F7E-2630-851D-617F105479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68137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a:extLst>
            <a:ext uri="{FF2B5EF4-FFF2-40B4-BE49-F238E27FC236}">
              <a16:creationId xmlns:a16="http://schemas.microsoft.com/office/drawing/2014/main" id="{445E3F63-2732-3406-01E4-F51487EF2241}"/>
            </a:ext>
          </a:extLst>
        </p:cNvPr>
        <p:cNvGrpSpPr/>
        <p:nvPr/>
      </p:nvGrpSpPr>
      <p:grpSpPr>
        <a:xfrm>
          <a:off x="0" y="0"/>
          <a:ext cx="0" cy="0"/>
          <a:chOff x="0" y="0"/>
          <a:chExt cx="0" cy="0"/>
        </a:xfrm>
      </p:grpSpPr>
      <p:sp>
        <p:nvSpPr>
          <p:cNvPr id="576" name="Google Shape;576;g3e7b4198ab4_0_1674:notes">
            <a:extLst>
              <a:ext uri="{FF2B5EF4-FFF2-40B4-BE49-F238E27FC236}">
                <a16:creationId xmlns:a16="http://schemas.microsoft.com/office/drawing/2014/main" id="{CB5F154D-8B79-6BF8-4CFE-F72C9CE917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3e7b4198ab4_0_1674:notes">
            <a:extLst>
              <a:ext uri="{FF2B5EF4-FFF2-40B4-BE49-F238E27FC236}">
                <a16:creationId xmlns:a16="http://schemas.microsoft.com/office/drawing/2014/main" id="{C6227677-60CE-A09A-F4CC-452ED194BC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32871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6"/>
        <p:cNvGrpSpPr/>
        <p:nvPr/>
      </p:nvGrpSpPr>
      <p:grpSpPr>
        <a:xfrm>
          <a:off x="0" y="0"/>
          <a:ext cx="0" cy="0"/>
          <a:chOff x="0" y="0"/>
          <a:chExt cx="0" cy="0"/>
        </a:xfrm>
      </p:grpSpPr>
      <p:sp>
        <p:nvSpPr>
          <p:cNvPr id="1197" name="Google Shape;1197;g3deff77619f_0_9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8" name="Google Shape;1198;g3deff77619f_0_9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a:extLst>
            <a:ext uri="{FF2B5EF4-FFF2-40B4-BE49-F238E27FC236}">
              <a16:creationId xmlns:a16="http://schemas.microsoft.com/office/drawing/2014/main" id="{51D2C381-769E-1083-04BE-220EC896FAF3}"/>
            </a:ext>
          </a:extLst>
        </p:cNvPr>
        <p:cNvGrpSpPr/>
        <p:nvPr/>
      </p:nvGrpSpPr>
      <p:grpSpPr>
        <a:xfrm>
          <a:off x="0" y="0"/>
          <a:ext cx="0" cy="0"/>
          <a:chOff x="0" y="0"/>
          <a:chExt cx="0" cy="0"/>
        </a:xfrm>
      </p:grpSpPr>
      <p:sp>
        <p:nvSpPr>
          <p:cNvPr id="1022" name="Google Shape;1022;g3deff77619f_0_311:notes">
            <a:extLst>
              <a:ext uri="{FF2B5EF4-FFF2-40B4-BE49-F238E27FC236}">
                <a16:creationId xmlns:a16="http://schemas.microsoft.com/office/drawing/2014/main" id="{E6437892-D110-B642-1743-490B241CD6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3" name="Google Shape;1023;g3deff77619f_0_311:notes">
            <a:extLst>
              <a:ext uri="{FF2B5EF4-FFF2-40B4-BE49-F238E27FC236}">
                <a16:creationId xmlns:a16="http://schemas.microsoft.com/office/drawing/2014/main" id="{6B9B6CC4-A712-7F08-160E-461A611BA6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79572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7"/>
        <p:cNvGrpSpPr/>
        <p:nvPr/>
      </p:nvGrpSpPr>
      <p:grpSpPr>
        <a:xfrm>
          <a:off x="0" y="0"/>
          <a:ext cx="0" cy="0"/>
          <a:chOff x="0" y="0"/>
          <a:chExt cx="0" cy="0"/>
        </a:xfrm>
      </p:grpSpPr>
      <p:sp>
        <p:nvSpPr>
          <p:cNvPr id="1228" name="Google Shape;1228;g3deff77619f_0_1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9" name="Google Shape;1229;g3deff77619f_0_1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9"/>
        <p:cNvGrpSpPr/>
        <p:nvPr/>
      </p:nvGrpSpPr>
      <p:grpSpPr>
        <a:xfrm>
          <a:off x="0" y="0"/>
          <a:ext cx="0" cy="0"/>
          <a:chOff x="0" y="0"/>
          <a:chExt cx="0" cy="0"/>
        </a:xfrm>
      </p:grpSpPr>
      <p:sp>
        <p:nvSpPr>
          <p:cNvPr id="1260" name="Google Shape;1260;g3deff77619f_0_10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1" name="Google Shape;1261;g3deff77619f_0_10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13350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1"/>
        <p:cNvGrpSpPr/>
        <p:nvPr/>
      </p:nvGrpSpPr>
      <p:grpSpPr>
        <a:xfrm>
          <a:off x="0" y="0"/>
          <a:ext cx="0" cy="0"/>
          <a:chOff x="0" y="0"/>
          <a:chExt cx="0" cy="0"/>
        </a:xfrm>
      </p:grpSpPr>
      <p:sp>
        <p:nvSpPr>
          <p:cNvPr id="1282" name="Google Shape;1282;g3deff77619f_0_1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3" name="Google Shape;1283;g3deff77619f_0_1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17023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1">
          <a:extLst>
            <a:ext uri="{FF2B5EF4-FFF2-40B4-BE49-F238E27FC236}">
              <a16:creationId xmlns:a16="http://schemas.microsoft.com/office/drawing/2014/main" id="{0703E450-CF4D-E6F4-2C97-F2A2295C7A51}"/>
            </a:ext>
          </a:extLst>
        </p:cNvPr>
        <p:cNvGrpSpPr/>
        <p:nvPr/>
      </p:nvGrpSpPr>
      <p:grpSpPr>
        <a:xfrm>
          <a:off x="0" y="0"/>
          <a:ext cx="0" cy="0"/>
          <a:chOff x="0" y="0"/>
          <a:chExt cx="0" cy="0"/>
        </a:xfrm>
      </p:grpSpPr>
      <p:sp>
        <p:nvSpPr>
          <p:cNvPr id="1282" name="Google Shape;1282;g3deff77619f_0_1130:notes">
            <a:extLst>
              <a:ext uri="{FF2B5EF4-FFF2-40B4-BE49-F238E27FC236}">
                <a16:creationId xmlns:a16="http://schemas.microsoft.com/office/drawing/2014/main" id="{72FA7F4D-4987-ED16-7979-E187D594E1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3" name="Google Shape;1283;g3deff77619f_0_1130:notes">
            <a:extLst>
              <a:ext uri="{FF2B5EF4-FFF2-40B4-BE49-F238E27FC236}">
                <a16:creationId xmlns:a16="http://schemas.microsoft.com/office/drawing/2014/main" id="{5F87B442-BD41-86E2-68FC-713E376278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03016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8"/>
        <p:cNvGrpSpPr/>
        <p:nvPr/>
      </p:nvGrpSpPr>
      <p:grpSpPr>
        <a:xfrm>
          <a:off x="0" y="0"/>
          <a:ext cx="0" cy="0"/>
          <a:chOff x="0" y="0"/>
          <a:chExt cx="0" cy="0"/>
        </a:xfrm>
      </p:grpSpPr>
      <p:sp>
        <p:nvSpPr>
          <p:cNvPr id="1329" name="Google Shape;1329;g3deff77619f_0_23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0" name="Google Shape;1330;g3deff77619f_0_23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5113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8">
          <a:extLst>
            <a:ext uri="{FF2B5EF4-FFF2-40B4-BE49-F238E27FC236}">
              <a16:creationId xmlns:a16="http://schemas.microsoft.com/office/drawing/2014/main" id="{F497C933-D38B-8706-8041-64730E3DCD14}"/>
            </a:ext>
          </a:extLst>
        </p:cNvPr>
        <p:cNvGrpSpPr/>
        <p:nvPr/>
      </p:nvGrpSpPr>
      <p:grpSpPr>
        <a:xfrm>
          <a:off x="0" y="0"/>
          <a:ext cx="0" cy="0"/>
          <a:chOff x="0" y="0"/>
          <a:chExt cx="0" cy="0"/>
        </a:xfrm>
      </p:grpSpPr>
      <p:sp>
        <p:nvSpPr>
          <p:cNvPr id="1329" name="Google Shape;1329;g3deff77619f_0_2389:notes">
            <a:extLst>
              <a:ext uri="{FF2B5EF4-FFF2-40B4-BE49-F238E27FC236}">
                <a16:creationId xmlns:a16="http://schemas.microsoft.com/office/drawing/2014/main" id="{5A5270E4-16E2-C1BE-E97B-662F3C045B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0" name="Google Shape;1330;g3deff77619f_0_2389:notes">
            <a:extLst>
              <a:ext uri="{FF2B5EF4-FFF2-40B4-BE49-F238E27FC236}">
                <a16:creationId xmlns:a16="http://schemas.microsoft.com/office/drawing/2014/main" id="{01EA9456-E98B-A394-958C-430AE81770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53534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7">
          <a:extLst>
            <a:ext uri="{FF2B5EF4-FFF2-40B4-BE49-F238E27FC236}">
              <a16:creationId xmlns:a16="http://schemas.microsoft.com/office/drawing/2014/main" id="{B0C35594-845C-8531-B567-3E347BFDA2E9}"/>
            </a:ext>
          </a:extLst>
        </p:cNvPr>
        <p:cNvGrpSpPr/>
        <p:nvPr/>
      </p:nvGrpSpPr>
      <p:grpSpPr>
        <a:xfrm>
          <a:off x="0" y="0"/>
          <a:ext cx="0" cy="0"/>
          <a:chOff x="0" y="0"/>
          <a:chExt cx="0" cy="0"/>
        </a:xfrm>
      </p:grpSpPr>
      <p:sp>
        <p:nvSpPr>
          <p:cNvPr id="1228" name="Google Shape;1228;g3deff77619f_0_1022:notes">
            <a:extLst>
              <a:ext uri="{FF2B5EF4-FFF2-40B4-BE49-F238E27FC236}">
                <a16:creationId xmlns:a16="http://schemas.microsoft.com/office/drawing/2014/main" id="{E39B5F5F-91DD-659A-2BE3-2C0B9666B5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9" name="Google Shape;1229;g3deff77619f_0_1022:notes">
            <a:extLst>
              <a:ext uri="{FF2B5EF4-FFF2-40B4-BE49-F238E27FC236}">
                <a16:creationId xmlns:a16="http://schemas.microsoft.com/office/drawing/2014/main" id="{AB78264E-FEE4-79BA-0734-339FA1CA94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79104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7">
          <a:extLst>
            <a:ext uri="{FF2B5EF4-FFF2-40B4-BE49-F238E27FC236}">
              <a16:creationId xmlns:a16="http://schemas.microsoft.com/office/drawing/2014/main" id="{482AE68A-A5DC-BD99-11DC-2092B0E78C3F}"/>
            </a:ext>
          </a:extLst>
        </p:cNvPr>
        <p:cNvGrpSpPr/>
        <p:nvPr/>
      </p:nvGrpSpPr>
      <p:grpSpPr>
        <a:xfrm>
          <a:off x="0" y="0"/>
          <a:ext cx="0" cy="0"/>
          <a:chOff x="0" y="0"/>
          <a:chExt cx="0" cy="0"/>
        </a:xfrm>
      </p:grpSpPr>
      <p:sp>
        <p:nvSpPr>
          <p:cNvPr id="1228" name="Google Shape;1228;g3deff77619f_0_1022:notes">
            <a:extLst>
              <a:ext uri="{FF2B5EF4-FFF2-40B4-BE49-F238E27FC236}">
                <a16:creationId xmlns:a16="http://schemas.microsoft.com/office/drawing/2014/main" id="{FF203132-9DAB-8045-E524-524964D674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9" name="Google Shape;1229;g3deff77619f_0_1022:notes">
            <a:extLst>
              <a:ext uri="{FF2B5EF4-FFF2-40B4-BE49-F238E27FC236}">
                <a16:creationId xmlns:a16="http://schemas.microsoft.com/office/drawing/2014/main" id="{52B19C20-4D7C-CD6C-77FC-0874CF9E4D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82166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6"/>
        <p:cNvGrpSpPr/>
        <p:nvPr/>
      </p:nvGrpSpPr>
      <p:grpSpPr>
        <a:xfrm>
          <a:off x="0" y="0"/>
          <a:ext cx="0" cy="0"/>
          <a:chOff x="0" y="0"/>
          <a:chExt cx="0" cy="0"/>
        </a:xfrm>
      </p:grpSpPr>
      <p:sp>
        <p:nvSpPr>
          <p:cNvPr id="1377" name="Google Shape;1377;g3deff77619f_0_2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8" name="Google Shape;1378;g3deff77619f_0_2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163080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6">
          <a:extLst>
            <a:ext uri="{FF2B5EF4-FFF2-40B4-BE49-F238E27FC236}">
              <a16:creationId xmlns:a16="http://schemas.microsoft.com/office/drawing/2014/main" id="{7664496A-5756-A998-0F5F-B389D9E26DF4}"/>
            </a:ext>
          </a:extLst>
        </p:cNvPr>
        <p:cNvGrpSpPr/>
        <p:nvPr/>
      </p:nvGrpSpPr>
      <p:grpSpPr>
        <a:xfrm>
          <a:off x="0" y="0"/>
          <a:ext cx="0" cy="0"/>
          <a:chOff x="0" y="0"/>
          <a:chExt cx="0" cy="0"/>
        </a:xfrm>
      </p:grpSpPr>
      <p:sp>
        <p:nvSpPr>
          <p:cNvPr id="1377" name="Google Shape;1377;g3deff77619f_0_2459:notes">
            <a:extLst>
              <a:ext uri="{FF2B5EF4-FFF2-40B4-BE49-F238E27FC236}">
                <a16:creationId xmlns:a16="http://schemas.microsoft.com/office/drawing/2014/main" id="{61E2A326-CE10-EB00-4E6B-BD7C70305A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8" name="Google Shape;1378;g3deff77619f_0_2459:notes">
            <a:extLst>
              <a:ext uri="{FF2B5EF4-FFF2-40B4-BE49-F238E27FC236}">
                <a16:creationId xmlns:a16="http://schemas.microsoft.com/office/drawing/2014/main" id="{F783E1B0-F00D-AEFF-B69B-B0394268BC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28367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7"/>
        <p:cNvGrpSpPr/>
        <p:nvPr/>
      </p:nvGrpSpPr>
      <p:grpSpPr>
        <a:xfrm>
          <a:off x="0" y="0"/>
          <a:ext cx="0" cy="0"/>
          <a:chOff x="0" y="0"/>
          <a:chExt cx="0" cy="0"/>
        </a:xfrm>
      </p:grpSpPr>
      <p:sp>
        <p:nvSpPr>
          <p:cNvPr id="1418" name="Google Shape;1418;g3deff77619f_0_25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9" name="Google Shape;1419;g3deff77619f_0_25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56391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3"/>
        <p:cNvGrpSpPr/>
        <p:nvPr/>
      </p:nvGrpSpPr>
      <p:grpSpPr>
        <a:xfrm>
          <a:off x="0" y="0"/>
          <a:ext cx="0" cy="0"/>
          <a:chOff x="0" y="0"/>
          <a:chExt cx="0" cy="0"/>
        </a:xfrm>
      </p:grpSpPr>
      <p:sp>
        <p:nvSpPr>
          <p:cNvPr id="1434" name="Google Shape;1434;g3deff77619f_0_2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5" name="Google Shape;1435;g3deff77619f_0_2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66050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6">
          <a:extLst>
            <a:ext uri="{FF2B5EF4-FFF2-40B4-BE49-F238E27FC236}">
              <a16:creationId xmlns:a16="http://schemas.microsoft.com/office/drawing/2014/main" id="{8FFF529C-931E-E26B-D7AE-7BF27979DBF1}"/>
            </a:ext>
          </a:extLst>
        </p:cNvPr>
        <p:cNvGrpSpPr/>
        <p:nvPr/>
      </p:nvGrpSpPr>
      <p:grpSpPr>
        <a:xfrm>
          <a:off x="0" y="0"/>
          <a:ext cx="0" cy="0"/>
          <a:chOff x="0" y="0"/>
          <a:chExt cx="0" cy="0"/>
        </a:xfrm>
      </p:grpSpPr>
      <p:sp>
        <p:nvSpPr>
          <p:cNvPr id="1377" name="Google Shape;1377;g3deff77619f_0_2459:notes">
            <a:extLst>
              <a:ext uri="{FF2B5EF4-FFF2-40B4-BE49-F238E27FC236}">
                <a16:creationId xmlns:a16="http://schemas.microsoft.com/office/drawing/2014/main" id="{69707D0D-F5BE-CE4C-83FF-FEE4389B1A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8" name="Google Shape;1378;g3deff77619f_0_2459:notes">
            <a:extLst>
              <a:ext uri="{FF2B5EF4-FFF2-40B4-BE49-F238E27FC236}">
                <a16:creationId xmlns:a16="http://schemas.microsoft.com/office/drawing/2014/main" id="{66230567-D13C-7A97-0AA4-AC2551B878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16403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6">
          <a:extLst>
            <a:ext uri="{FF2B5EF4-FFF2-40B4-BE49-F238E27FC236}">
              <a16:creationId xmlns:a16="http://schemas.microsoft.com/office/drawing/2014/main" id="{2846D09F-EAAF-170E-086A-2DA44DC37301}"/>
            </a:ext>
          </a:extLst>
        </p:cNvPr>
        <p:cNvGrpSpPr/>
        <p:nvPr/>
      </p:nvGrpSpPr>
      <p:grpSpPr>
        <a:xfrm>
          <a:off x="0" y="0"/>
          <a:ext cx="0" cy="0"/>
          <a:chOff x="0" y="0"/>
          <a:chExt cx="0" cy="0"/>
        </a:xfrm>
      </p:grpSpPr>
      <p:sp>
        <p:nvSpPr>
          <p:cNvPr id="1377" name="Google Shape;1377;g3deff77619f_0_2459:notes">
            <a:extLst>
              <a:ext uri="{FF2B5EF4-FFF2-40B4-BE49-F238E27FC236}">
                <a16:creationId xmlns:a16="http://schemas.microsoft.com/office/drawing/2014/main" id="{7E59248F-9B8F-05FC-86D2-8AC30758C6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8" name="Google Shape;1378;g3deff77619f_0_2459:notes">
            <a:extLst>
              <a:ext uri="{FF2B5EF4-FFF2-40B4-BE49-F238E27FC236}">
                <a16:creationId xmlns:a16="http://schemas.microsoft.com/office/drawing/2014/main" id="{EFF17D8A-CD8A-35D0-15FE-34CFDACE09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86755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a:extLst>
            <a:ext uri="{FF2B5EF4-FFF2-40B4-BE49-F238E27FC236}">
              <a16:creationId xmlns:a16="http://schemas.microsoft.com/office/drawing/2014/main" id="{F8C8C9EE-81C8-D175-4FF7-F5BD82C343EA}"/>
            </a:ext>
          </a:extLst>
        </p:cNvPr>
        <p:cNvGrpSpPr/>
        <p:nvPr/>
      </p:nvGrpSpPr>
      <p:grpSpPr>
        <a:xfrm>
          <a:off x="0" y="0"/>
          <a:ext cx="0" cy="0"/>
          <a:chOff x="0" y="0"/>
          <a:chExt cx="0" cy="0"/>
        </a:xfrm>
      </p:grpSpPr>
      <p:sp>
        <p:nvSpPr>
          <p:cNvPr id="885" name="Google Shape;885;g3deff77619f_0_93:notes">
            <a:extLst>
              <a:ext uri="{FF2B5EF4-FFF2-40B4-BE49-F238E27FC236}">
                <a16:creationId xmlns:a16="http://schemas.microsoft.com/office/drawing/2014/main" id="{3D4BD6DA-EB2E-0CB4-8CD9-704A9A300C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6" name="Google Shape;886;g3deff77619f_0_93:notes">
            <a:extLst>
              <a:ext uri="{FF2B5EF4-FFF2-40B4-BE49-F238E27FC236}">
                <a16:creationId xmlns:a16="http://schemas.microsoft.com/office/drawing/2014/main" id="{4E93D18D-FE03-16E6-D3BE-47EC7032C1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838995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6">
          <a:extLst>
            <a:ext uri="{FF2B5EF4-FFF2-40B4-BE49-F238E27FC236}">
              <a16:creationId xmlns:a16="http://schemas.microsoft.com/office/drawing/2014/main" id="{E3DB85D5-0332-442B-27D3-DABB1F905BB3}"/>
            </a:ext>
          </a:extLst>
        </p:cNvPr>
        <p:cNvGrpSpPr/>
        <p:nvPr/>
      </p:nvGrpSpPr>
      <p:grpSpPr>
        <a:xfrm>
          <a:off x="0" y="0"/>
          <a:ext cx="0" cy="0"/>
          <a:chOff x="0" y="0"/>
          <a:chExt cx="0" cy="0"/>
        </a:xfrm>
      </p:grpSpPr>
      <p:sp>
        <p:nvSpPr>
          <p:cNvPr id="1377" name="Google Shape;1377;g3deff77619f_0_2459:notes">
            <a:extLst>
              <a:ext uri="{FF2B5EF4-FFF2-40B4-BE49-F238E27FC236}">
                <a16:creationId xmlns:a16="http://schemas.microsoft.com/office/drawing/2014/main" id="{57EFA763-CC25-CAB9-A88D-195D5464F7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8" name="Google Shape;1378;g3deff77619f_0_2459:notes">
            <a:extLst>
              <a:ext uri="{FF2B5EF4-FFF2-40B4-BE49-F238E27FC236}">
                <a16:creationId xmlns:a16="http://schemas.microsoft.com/office/drawing/2014/main" id="{3FF728C2-8993-1625-094B-D8B1C48E2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900928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6">
          <a:extLst>
            <a:ext uri="{FF2B5EF4-FFF2-40B4-BE49-F238E27FC236}">
              <a16:creationId xmlns:a16="http://schemas.microsoft.com/office/drawing/2014/main" id="{48FF3165-5569-28E5-C79A-B2B2C476C732}"/>
            </a:ext>
          </a:extLst>
        </p:cNvPr>
        <p:cNvGrpSpPr/>
        <p:nvPr/>
      </p:nvGrpSpPr>
      <p:grpSpPr>
        <a:xfrm>
          <a:off x="0" y="0"/>
          <a:ext cx="0" cy="0"/>
          <a:chOff x="0" y="0"/>
          <a:chExt cx="0" cy="0"/>
        </a:xfrm>
      </p:grpSpPr>
      <p:sp>
        <p:nvSpPr>
          <p:cNvPr id="1377" name="Google Shape;1377;g3deff77619f_0_2459:notes">
            <a:extLst>
              <a:ext uri="{FF2B5EF4-FFF2-40B4-BE49-F238E27FC236}">
                <a16:creationId xmlns:a16="http://schemas.microsoft.com/office/drawing/2014/main" id="{C9481385-8BE5-9BFA-A594-2AA61547D7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8" name="Google Shape;1378;g3deff77619f_0_2459:notes">
            <a:extLst>
              <a:ext uri="{FF2B5EF4-FFF2-40B4-BE49-F238E27FC236}">
                <a16:creationId xmlns:a16="http://schemas.microsoft.com/office/drawing/2014/main" id="{01DED3BC-AF6F-E336-A146-5196A8A4BE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67539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7">
          <a:extLst>
            <a:ext uri="{FF2B5EF4-FFF2-40B4-BE49-F238E27FC236}">
              <a16:creationId xmlns:a16="http://schemas.microsoft.com/office/drawing/2014/main" id="{A2BB65F5-12A5-648D-A3F0-634A32A5DD6E}"/>
            </a:ext>
          </a:extLst>
        </p:cNvPr>
        <p:cNvGrpSpPr/>
        <p:nvPr/>
      </p:nvGrpSpPr>
      <p:grpSpPr>
        <a:xfrm>
          <a:off x="0" y="0"/>
          <a:ext cx="0" cy="0"/>
          <a:chOff x="0" y="0"/>
          <a:chExt cx="0" cy="0"/>
        </a:xfrm>
      </p:grpSpPr>
      <p:sp>
        <p:nvSpPr>
          <p:cNvPr id="1228" name="Google Shape;1228;g3deff77619f_0_1022:notes">
            <a:extLst>
              <a:ext uri="{FF2B5EF4-FFF2-40B4-BE49-F238E27FC236}">
                <a16:creationId xmlns:a16="http://schemas.microsoft.com/office/drawing/2014/main" id="{48B5FE9F-7790-CB1B-45FD-AF570579D8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9" name="Google Shape;1229;g3deff77619f_0_1022:notes">
            <a:extLst>
              <a:ext uri="{FF2B5EF4-FFF2-40B4-BE49-F238E27FC236}">
                <a16:creationId xmlns:a16="http://schemas.microsoft.com/office/drawing/2014/main" id="{B90CCC55-63C2-8F41-806A-CE6CB867F1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900786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7">
          <a:extLst>
            <a:ext uri="{FF2B5EF4-FFF2-40B4-BE49-F238E27FC236}">
              <a16:creationId xmlns:a16="http://schemas.microsoft.com/office/drawing/2014/main" id="{1596D0F6-E121-2514-7D61-76D28562DBC9}"/>
            </a:ext>
          </a:extLst>
        </p:cNvPr>
        <p:cNvGrpSpPr/>
        <p:nvPr/>
      </p:nvGrpSpPr>
      <p:grpSpPr>
        <a:xfrm>
          <a:off x="0" y="0"/>
          <a:ext cx="0" cy="0"/>
          <a:chOff x="0" y="0"/>
          <a:chExt cx="0" cy="0"/>
        </a:xfrm>
      </p:grpSpPr>
      <p:sp>
        <p:nvSpPr>
          <p:cNvPr id="1228" name="Google Shape;1228;g3deff77619f_0_1022:notes">
            <a:extLst>
              <a:ext uri="{FF2B5EF4-FFF2-40B4-BE49-F238E27FC236}">
                <a16:creationId xmlns:a16="http://schemas.microsoft.com/office/drawing/2014/main" id="{B138369F-1567-5455-370C-7A3E01DC90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9" name="Google Shape;1229;g3deff77619f_0_1022:notes">
            <a:extLst>
              <a:ext uri="{FF2B5EF4-FFF2-40B4-BE49-F238E27FC236}">
                <a16:creationId xmlns:a16="http://schemas.microsoft.com/office/drawing/2014/main" id="{75F0B8A3-99A3-588D-C6FE-58A034F254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93803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a:extLst>
            <a:ext uri="{FF2B5EF4-FFF2-40B4-BE49-F238E27FC236}">
              <a16:creationId xmlns:a16="http://schemas.microsoft.com/office/drawing/2014/main" id="{E8CFBA64-E56C-6E04-3ADC-B0D84D70B15E}"/>
            </a:ext>
          </a:extLst>
        </p:cNvPr>
        <p:cNvGrpSpPr/>
        <p:nvPr/>
      </p:nvGrpSpPr>
      <p:grpSpPr>
        <a:xfrm>
          <a:off x="0" y="0"/>
          <a:ext cx="0" cy="0"/>
          <a:chOff x="0" y="0"/>
          <a:chExt cx="0" cy="0"/>
        </a:xfrm>
      </p:grpSpPr>
      <p:sp>
        <p:nvSpPr>
          <p:cNvPr id="637" name="Google Shape;637;g3e7b4198ab4_0_1845:notes">
            <a:extLst>
              <a:ext uri="{FF2B5EF4-FFF2-40B4-BE49-F238E27FC236}">
                <a16:creationId xmlns:a16="http://schemas.microsoft.com/office/drawing/2014/main" id="{59DDD232-F106-E34C-7806-307870AD8A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8" name="Google Shape;638;g3e7b4198ab4_0_1845:notes">
            <a:extLst>
              <a:ext uri="{FF2B5EF4-FFF2-40B4-BE49-F238E27FC236}">
                <a16:creationId xmlns:a16="http://schemas.microsoft.com/office/drawing/2014/main" id="{066C1028-8B0A-F4BB-FB9F-25D6F3CFC6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264041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a:extLst>
            <a:ext uri="{FF2B5EF4-FFF2-40B4-BE49-F238E27FC236}">
              <a16:creationId xmlns:a16="http://schemas.microsoft.com/office/drawing/2014/main" id="{7D5DBF4C-2E1C-801B-EA9E-583557C65E5E}"/>
            </a:ext>
          </a:extLst>
        </p:cNvPr>
        <p:cNvGrpSpPr/>
        <p:nvPr/>
      </p:nvGrpSpPr>
      <p:grpSpPr>
        <a:xfrm>
          <a:off x="0" y="0"/>
          <a:ext cx="0" cy="0"/>
          <a:chOff x="0" y="0"/>
          <a:chExt cx="0" cy="0"/>
        </a:xfrm>
      </p:grpSpPr>
      <p:sp>
        <p:nvSpPr>
          <p:cNvPr id="637" name="Google Shape;637;g3e7b4198ab4_0_1845:notes">
            <a:extLst>
              <a:ext uri="{FF2B5EF4-FFF2-40B4-BE49-F238E27FC236}">
                <a16:creationId xmlns:a16="http://schemas.microsoft.com/office/drawing/2014/main" id="{FA7AACF8-0AED-3863-7D5B-AB84500A1B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8" name="Google Shape;638;g3e7b4198ab4_0_1845:notes">
            <a:extLst>
              <a:ext uri="{FF2B5EF4-FFF2-40B4-BE49-F238E27FC236}">
                <a16:creationId xmlns:a16="http://schemas.microsoft.com/office/drawing/2014/main" id="{29B2F2B5-CC15-C9E0-3944-6C417844AD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607650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9"/>
        <p:cNvGrpSpPr/>
        <p:nvPr/>
      </p:nvGrpSpPr>
      <p:grpSpPr>
        <a:xfrm>
          <a:off x="0" y="0"/>
          <a:ext cx="0" cy="0"/>
          <a:chOff x="0" y="0"/>
          <a:chExt cx="0" cy="0"/>
        </a:xfrm>
      </p:grpSpPr>
      <p:sp>
        <p:nvSpPr>
          <p:cNvPr id="1490" name="Google Shape;1490;g3deff77619f_0_27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1" name="Google Shape;1491;g3deff77619f_0_27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271229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9">
          <a:extLst>
            <a:ext uri="{FF2B5EF4-FFF2-40B4-BE49-F238E27FC236}">
              <a16:creationId xmlns:a16="http://schemas.microsoft.com/office/drawing/2014/main" id="{684ED26A-1E7B-A3E8-A163-B634061C6656}"/>
            </a:ext>
          </a:extLst>
        </p:cNvPr>
        <p:cNvGrpSpPr/>
        <p:nvPr/>
      </p:nvGrpSpPr>
      <p:grpSpPr>
        <a:xfrm>
          <a:off x="0" y="0"/>
          <a:ext cx="0" cy="0"/>
          <a:chOff x="0" y="0"/>
          <a:chExt cx="0" cy="0"/>
        </a:xfrm>
      </p:grpSpPr>
      <p:sp>
        <p:nvSpPr>
          <p:cNvPr id="1490" name="Google Shape;1490;g3deff77619f_0_2717:notes">
            <a:extLst>
              <a:ext uri="{FF2B5EF4-FFF2-40B4-BE49-F238E27FC236}">
                <a16:creationId xmlns:a16="http://schemas.microsoft.com/office/drawing/2014/main" id="{DCF0B442-67CC-4F94-61D9-F8758569E3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1" name="Google Shape;1491;g3deff77619f_0_2717:notes">
            <a:extLst>
              <a:ext uri="{FF2B5EF4-FFF2-40B4-BE49-F238E27FC236}">
                <a16:creationId xmlns:a16="http://schemas.microsoft.com/office/drawing/2014/main" id="{7BE912E1-CE88-2ED2-A7DB-F4BA9BC3E1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077987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a:extLst>
            <a:ext uri="{FF2B5EF4-FFF2-40B4-BE49-F238E27FC236}">
              <a16:creationId xmlns:a16="http://schemas.microsoft.com/office/drawing/2014/main" id="{4B8728F9-14D4-B66C-22AF-AFC7786B529A}"/>
            </a:ext>
          </a:extLst>
        </p:cNvPr>
        <p:cNvGrpSpPr/>
        <p:nvPr/>
      </p:nvGrpSpPr>
      <p:grpSpPr>
        <a:xfrm>
          <a:off x="0" y="0"/>
          <a:ext cx="0" cy="0"/>
          <a:chOff x="0" y="0"/>
          <a:chExt cx="0" cy="0"/>
        </a:xfrm>
      </p:grpSpPr>
      <p:sp>
        <p:nvSpPr>
          <p:cNvPr id="637" name="Google Shape;637;g3e7b4198ab4_0_1845:notes">
            <a:extLst>
              <a:ext uri="{FF2B5EF4-FFF2-40B4-BE49-F238E27FC236}">
                <a16:creationId xmlns:a16="http://schemas.microsoft.com/office/drawing/2014/main" id="{55742C1C-4A9A-1088-A701-E09E37945B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8" name="Google Shape;638;g3e7b4198ab4_0_1845:notes">
            <a:extLst>
              <a:ext uri="{FF2B5EF4-FFF2-40B4-BE49-F238E27FC236}">
                <a16:creationId xmlns:a16="http://schemas.microsoft.com/office/drawing/2014/main" id="{25A72B06-4C31-2B74-80E3-0A8E99A985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049026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5"/>
        <p:cNvGrpSpPr/>
        <p:nvPr/>
      </p:nvGrpSpPr>
      <p:grpSpPr>
        <a:xfrm>
          <a:off x="0" y="0"/>
          <a:ext cx="0" cy="0"/>
          <a:chOff x="0" y="0"/>
          <a:chExt cx="0" cy="0"/>
        </a:xfrm>
      </p:grpSpPr>
      <p:sp>
        <p:nvSpPr>
          <p:cNvPr id="1476" name="Google Shape;1476;g3deff77619f_0_26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7" name="Google Shape;1477;g3deff77619f_0_26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84349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5">
          <a:extLst>
            <a:ext uri="{FF2B5EF4-FFF2-40B4-BE49-F238E27FC236}">
              <a16:creationId xmlns:a16="http://schemas.microsoft.com/office/drawing/2014/main" id="{22FE42D6-941E-3ED9-E5CA-7C8DE33B18B2}"/>
            </a:ext>
          </a:extLst>
        </p:cNvPr>
        <p:cNvGrpSpPr/>
        <p:nvPr/>
      </p:nvGrpSpPr>
      <p:grpSpPr>
        <a:xfrm>
          <a:off x="0" y="0"/>
          <a:ext cx="0" cy="0"/>
          <a:chOff x="0" y="0"/>
          <a:chExt cx="0" cy="0"/>
        </a:xfrm>
      </p:grpSpPr>
      <p:sp>
        <p:nvSpPr>
          <p:cNvPr id="1476" name="Google Shape;1476;g3deff77619f_0_2629:notes">
            <a:extLst>
              <a:ext uri="{FF2B5EF4-FFF2-40B4-BE49-F238E27FC236}">
                <a16:creationId xmlns:a16="http://schemas.microsoft.com/office/drawing/2014/main" id="{5D511912-FC2C-4862-B789-AB5BB85608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7" name="Google Shape;1477;g3deff77619f_0_2629:notes">
            <a:extLst>
              <a:ext uri="{FF2B5EF4-FFF2-40B4-BE49-F238E27FC236}">
                <a16:creationId xmlns:a16="http://schemas.microsoft.com/office/drawing/2014/main" id="{E1E18540-26B5-DF3B-EB2B-F7DC621EB0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172861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a:extLst>
            <a:ext uri="{FF2B5EF4-FFF2-40B4-BE49-F238E27FC236}">
              <a16:creationId xmlns:a16="http://schemas.microsoft.com/office/drawing/2014/main" id="{692346F3-3A0E-0751-C047-5904C69C9EE8}"/>
            </a:ext>
          </a:extLst>
        </p:cNvPr>
        <p:cNvGrpSpPr/>
        <p:nvPr/>
      </p:nvGrpSpPr>
      <p:grpSpPr>
        <a:xfrm>
          <a:off x="0" y="0"/>
          <a:ext cx="0" cy="0"/>
          <a:chOff x="0" y="0"/>
          <a:chExt cx="0" cy="0"/>
        </a:xfrm>
      </p:grpSpPr>
      <p:sp>
        <p:nvSpPr>
          <p:cNvPr id="637" name="Google Shape;637;g3e7b4198ab4_0_1845:notes">
            <a:extLst>
              <a:ext uri="{FF2B5EF4-FFF2-40B4-BE49-F238E27FC236}">
                <a16:creationId xmlns:a16="http://schemas.microsoft.com/office/drawing/2014/main" id="{21E625D6-B0AC-5148-4ADF-5CEAC87A31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8" name="Google Shape;638;g3e7b4198ab4_0_1845:notes">
            <a:extLst>
              <a:ext uri="{FF2B5EF4-FFF2-40B4-BE49-F238E27FC236}">
                <a16:creationId xmlns:a16="http://schemas.microsoft.com/office/drawing/2014/main" id="{45DE2BDE-B4F8-6274-72AD-E155CC29EB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870400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9">
          <a:extLst>
            <a:ext uri="{FF2B5EF4-FFF2-40B4-BE49-F238E27FC236}">
              <a16:creationId xmlns:a16="http://schemas.microsoft.com/office/drawing/2014/main" id="{C1DEEEEE-04C7-5733-346A-540B93C9F1FF}"/>
            </a:ext>
          </a:extLst>
        </p:cNvPr>
        <p:cNvGrpSpPr/>
        <p:nvPr/>
      </p:nvGrpSpPr>
      <p:grpSpPr>
        <a:xfrm>
          <a:off x="0" y="0"/>
          <a:ext cx="0" cy="0"/>
          <a:chOff x="0" y="0"/>
          <a:chExt cx="0" cy="0"/>
        </a:xfrm>
      </p:grpSpPr>
      <p:sp>
        <p:nvSpPr>
          <p:cNvPr id="1260" name="Google Shape;1260;g3deff77619f_0_1054:notes">
            <a:extLst>
              <a:ext uri="{FF2B5EF4-FFF2-40B4-BE49-F238E27FC236}">
                <a16:creationId xmlns:a16="http://schemas.microsoft.com/office/drawing/2014/main" id="{85C42998-F0DC-C28D-67A3-102D18B0F4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1" name="Google Shape;1261;g3deff77619f_0_1054:notes">
            <a:extLst>
              <a:ext uri="{FF2B5EF4-FFF2-40B4-BE49-F238E27FC236}">
                <a16:creationId xmlns:a16="http://schemas.microsoft.com/office/drawing/2014/main" id="{1F2CDA2D-0873-48C5-FCB8-14EE3B804A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4451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9">
          <a:extLst>
            <a:ext uri="{FF2B5EF4-FFF2-40B4-BE49-F238E27FC236}">
              <a16:creationId xmlns:a16="http://schemas.microsoft.com/office/drawing/2014/main" id="{C0121A53-3A70-762D-54F4-768328D546EC}"/>
            </a:ext>
          </a:extLst>
        </p:cNvPr>
        <p:cNvGrpSpPr/>
        <p:nvPr/>
      </p:nvGrpSpPr>
      <p:grpSpPr>
        <a:xfrm>
          <a:off x="0" y="0"/>
          <a:ext cx="0" cy="0"/>
          <a:chOff x="0" y="0"/>
          <a:chExt cx="0" cy="0"/>
        </a:xfrm>
      </p:grpSpPr>
      <p:sp>
        <p:nvSpPr>
          <p:cNvPr id="1260" name="Google Shape;1260;g3deff77619f_0_1054:notes">
            <a:extLst>
              <a:ext uri="{FF2B5EF4-FFF2-40B4-BE49-F238E27FC236}">
                <a16:creationId xmlns:a16="http://schemas.microsoft.com/office/drawing/2014/main" id="{2CC1C697-9913-A4ED-2E88-6685592BF2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1" name="Google Shape;1261;g3deff77619f_0_1054:notes">
            <a:extLst>
              <a:ext uri="{FF2B5EF4-FFF2-40B4-BE49-F238E27FC236}">
                <a16:creationId xmlns:a16="http://schemas.microsoft.com/office/drawing/2014/main" id="{C60A31E7-87A0-1DD7-BF32-F8E6281526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289691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7">
          <a:extLst>
            <a:ext uri="{FF2B5EF4-FFF2-40B4-BE49-F238E27FC236}">
              <a16:creationId xmlns:a16="http://schemas.microsoft.com/office/drawing/2014/main" id="{7D38A252-16CB-77F1-03EA-DB6AA41A4274}"/>
            </a:ext>
          </a:extLst>
        </p:cNvPr>
        <p:cNvGrpSpPr/>
        <p:nvPr/>
      </p:nvGrpSpPr>
      <p:grpSpPr>
        <a:xfrm>
          <a:off x="0" y="0"/>
          <a:ext cx="0" cy="0"/>
          <a:chOff x="0" y="0"/>
          <a:chExt cx="0" cy="0"/>
        </a:xfrm>
      </p:grpSpPr>
      <p:sp>
        <p:nvSpPr>
          <p:cNvPr id="1228" name="Google Shape;1228;g3deff77619f_0_1022:notes">
            <a:extLst>
              <a:ext uri="{FF2B5EF4-FFF2-40B4-BE49-F238E27FC236}">
                <a16:creationId xmlns:a16="http://schemas.microsoft.com/office/drawing/2014/main" id="{8FE90FA2-F71D-43A0-F4FA-67B0BD7C6F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9" name="Google Shape;1229;g3deff77619f_0_1022:notes">
            <a:extLst>
              <a:ext uri="{FF2B5EF4-FFF2-40B4-BE49-F238E27FC236}">
                <a16:creationId xmlns:a16="http://schemas.microsoft.com/office/drawing/2014/main" id="{5D922F7D-BFCB-3BF6-4042-77A0D923B0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69667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C2E740AA-E84E-539D-0792-81FC8E1E015D}"/>
            </a:ext>
          </a:extLst>
        </p:cNvPr>
        <p:cNvGrpSpPr/>
        <p:nvPr/>
      </p:nvGrpSpPr>
      <p:grpSpPr>
        <a:xfrm>
          <a:off x="0" y="0"/>
          <a:ext cx="0" cy="0"/>
          <a:chOff x="0" y="0"/>
          <a:chExt cx="0" cy="0"/>
        </a:xfrm>
      </p:grpSpPr>
      <p:sp>
        <p:nvSpPr>
          <p:cNvPr id="152" name="Google Shape;152;g1d9c67055b_0_163:notes">
            <a:extLst>
              <a:ext uri="{FF2B5EF4-FFF2-40B4-BE49-F238E27FC236}">
                <a16:creationId xmlns:a16="http://schemas.microsoft.com/office/drawing/2014/main" id="{1D7EB22C-C52C-91DF-5784-EEBAC8663C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1d9c67055b_0_163:notes">
            <a:extLst>
              <a:ext uri="{FF2B5EF4-FFF2-40B4-BE49-F238E27FC236}">
                <a16:creationId xmlns:a16="http://schemas.microsoft.com/office/drawing/2014/main" id="{01AF2C06-D328-FBA4-20A0-8F72831247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1627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1">
  <p:cSld name="TITLE_1">
    <p:bg>
      <p:bgPr>
        <a:solidFill>
          <a:schemeClr val="lt2"/>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729450" y="1322450"/>
            <a:ext cx="3787800" cy="198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4000"/>
              <a:buNone/>
              <a:defRPr sz="4000">
                <a:solidFill>
                  <a:schemeClr val="dk2"/>
                </a:solidFill>
              </a:defRPr>
            </a:lvl1pPr>
            <a:lvl2pPr lvl="1" rtl="0">
              <a:spcBef>
                <a:spcPts val="0"/>
              </a:spcBef>
              <a:spcAft>
                <a:spcPts val="0"/>
              </a:spcAft>
              <a:buClr>
                <a:schemeClr val="dk2"/>
              </a:buClr>
              <a:buSzPts val="4000"/>
              <a:buNone/>
              <a:defRPr sz="4000">
                <a:solidFill>
                  <a:schemeClr val="dk2"/>
                </a:solidFill>
              </a:defRPr>
            </a:lvl2pPr>
            <a:lvl3pPr lvl="2" rtl="0">
              <a:spcBef>
                <a:spcPts val="0"/>
              </a:spcBef>
              <a:spcAft>
                <a:spcPts val="0"/>
              </a:spcAft>
              <a:buClr>
                <a:schemeClr val="dk2"/>
              </a:buClr>
              <a:buSzPts val="4000"/>
              <a:buNone/>
              <a:defRPr sz="4000">
                <a:solidFill>
                  <a:schemeClr val="dk2"/>
                </a:solidFill>
              </a:defRPr>
            </a:lvl3pPr>
            <a:lvl4pPr lvl="3" rtl="0">
              <a:spcBef>
                <a:spcPts val="0"/>
              </a:spcBef>
              <a:spcAft>
                <a:spcPts val="0"/>
              </a:spcAft>
              <a:buClr>
                <a:schemeClr val="dk2"/>
              </a:buClr>
              <a:buSzPts val="4000"/>
              <a:buNone/>
              <a:defRPr sz="4000">
                <a:solidFill>
                  <a:schemeClr val="dk2"/>
                </a:solidFill>
              </a:defRPr>
            </a:lvl4pPr>
            <a:lvl5pPr lvl="4" rtl="0">
              <a:spcBef>
                <a:spcPts val="0"/>
              </a:spcBef>
              <a:spcAft>
                <a:spcPts val="0"/>
              </a:spcAft>
              <a:buClr>
                <a:schemeClr val="dk2"/>
              </a:buClr>
              <a:buSzPts val="4000"/>
              <a:buNone/>
              <a:defRPr sz="4000">
                <a:solidFill>
                  <a:schemeClr val="dk2"/>
                </a:solidFill>
              </a:defRPr>
            </a:lvl5pPr>
            <a:lvl6pPr lvl="5" rtl="0">
              <a:spcBef>
                <a:spcPts val="0"/>
              </a:spcBef>
              <a:spcAft>
                <a:spcPts val="0"/>
              </a:spcAft>
              <a:buClr>
                <a:schemeClr val="dk2"/>
              </a:buClr>
              <a:buSzPts val="4000"/>
              <a:buNone/>
              <a:defRPr sz="4000">
                <a:solidFill>
                  <a:schemeClr val="dk2"/>
                </a:solidFill>
              </a:defRPr>
            </a:lvl6pPr>
            <a:lvl7pPr lvl="6" rtl="0">
              <a:spcBef>
                <a:spcPts val="0"/>
              </a:spcBef>
              <a:spcAft>
                <a:spcPts val="0"/>
              </a:spcAft>
              <a:buClr>
                <a:schemeClr val="dk2"/>
              </a:buClr>
              <a:buSzPts val="4000"/>
              <a:buNone/>
              <a:defRPr sz="4000">
                <a:solidFill>
                  <a:schemeClr val="dk2"/>
                </a:solidFill>
              </a:defRPr>
            </a:lvl7pPr>
            <a:lvl8pPr lvl="7" rtl="0">
              <a:spcBef>
                <a:spcPts val="0"/>
              </a:spcBef>
              <a:spcAft>
                <a:spcPts val="0"/>
              </a:spcAft>
              <a:buClr>
                <a:schemeClr val="dk2"/>
              </a:buClr>
              <a:buSzPts val="4000"/>
              <a:buNone/>
              <a:defRPr sz="4000">
                <a:solidFill>
                  <a:schemeClr val="dk2"/>
                </a:solidFill>
              </a:defRPr>
            </a:lvl8pPr>
            <a:lvl9pPr lvl="8" rtl="0">
              <a:spcBef>
                <a:spcPts val="0"/>
              </a:spcBef>
              <a:spcAft>
                <a:spcPts val="0"/>
              </a:spcAft>
              <a:buClr>
                <a:schemeClr val="dk2"/>
              </a:buClr>
              <a:buSzPts val="4000"/>
              <a:buNone/>
              <a:defRPr sz="4000">
                <a:solidFill>
                  <a:schemeClr val="dk2"/>
                </a:solidFill>
              </a:defRPr>
            </a:lvl9pPr>
          </a:lstStyle>
          <a:p>
            <a:endParaRPr/>
          </a:p>
        </p:txBody>
      </p:sp>
      <p:sp>
        <p:nvSpPr>
          <p:cNvPr id="19" name="Google Shape;19;p3"/>
          <p:cNvSpPr txBox="1">
            <a:spLocks noGrp="1"/>
          </p:cNvSpPr>
          <p:nvPr>
            <p:ph type="subTitle" idx="1"/>
          </p:nvPr>
        </p:nvSpPr>
        <p:spPr>
          <a:xfrm>
            <a:off x="729595" y="3401500"/>
            <a:ext cx="3787800" cy="54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20" name="Google Shape;20;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grpSp>
        <p:nvGrpSpPr>
          <p:cNvPr id="21" name="Google Shape;21;p3"/>
          <p:cNvGrpSpPr/>
          <p:nvPr/>
        </p:nvGrpSpPr>
        <p:grpSpPr>
          <a:xfrm>
            <a:off x="830392" y="1191256"/>
            <a:ext cx="745763" cy="45826"/>
            <a:chOff x="4580561" y="2589004"/>
            <a:chExt cx="1064464" cy="25200"/>
          </a:xfrm>
        </p:grpSpPr>
        <p:sp>
          <p:nvSpPr>
            <p:cNvPr id="22" name="Google Shape;22;p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24;p3"/>
          <p:cNvSpPr/>
          <p:nvPr/>
        </p:nvSpPr>
        <p:spPr>
          <a:xfrm>
            <a:off x="0" y="1"/>
            <a:ext cx="9144000" cy="467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3"/>
          <p:cNvGrpSpPr/>
          <p:nvPr/>
        </p:nvGrpSpPr>
        <p:grpSpPr>
          <a:xfrm>
            <a:off x="5063224" y="1313339"/>
            <a:ext cx="3459829" cy="2670551"/>
            <a:chOff x="3553042" y="1657806"/>
            <a:chExt cx="3461100" cy="2671532"/>
          </a:xfrm>
        </p:grpSpPr>
        <p:sp>
          <p:nvSpPr>
            <p:cNvPr id="26" name="Google Shape;26;p3"/>
            <p:cNvSpPr/>
            <p:nvPr/>
          </p:nvSpPr>
          <p:spPr>
            <a:xfrm>
              <a:off x="4856024" y="3625653"/>
              <a:ext cx="944700" cy="663300"/>
            </a:xfrm>
            <a:prstGeom prst="trapezoid">
              <a:avLst>
                <a:gd name="adj" fmla="val 2500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10800000">
              <a:off x="4953871" y="3681997"/>
              <a:ext cx="400200" cy="606600"/>
            </a:xfrm>
            <a:prstGeom prst="triangle">
              <a:avLst>
                <a:gd name="adj" fmla="val 96745"/>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4767796" y="3681816"/>
              <a:ext cx="163500" cy="606600"/>
            </a:xfrm>
            <a:prstGeom prst="triangle">
              <a:avLst>
                <a:gd name="adj" fmla="val 98558"/>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10800000">
              <a:off x="4678237" y="4276102"/>
              <a:ext cx="1210800" cy="45600"/>
            </a:xfrm>
            <a:prstGeom prst="roundRect">
              <a:avLst>
                <a:gd name="adj" fmla="val 500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10800000">
              <a:off x="4668343" y="4283738"/>
              <a:ext cx="1230600" cy="45600"/>
            </a:xfrm>
            <a:prstGeom prst="roundRect">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4926950" y="3681915"/>
              <a:ext cx="42900" cy="5943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3553042" y="1674645"/>
              <a:ext cx="3461100" cy="2014500"/>
            </a:xfrm>
            <a:prstGeom prst="roundRect">
              <a:avLst>
                <a:gd name="adj" fmla="val 1882"/>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3553042" y="1657806"/>
              <a:ext cx="3461100" cy="2014500"/>
            </a:xfrm>
            <a:prstGeom prst="roundRect">
              <a:avLst>
                <a:gd name="adj" fmla="val 1764"/>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4" name="Google Shape;34;p3" descr="Component Detail"/>
          <p:cNvPicPr preferRelativeResize="0"/>
          <p:nvPr/>
        </p:nvPicPr>
        <p:blipFill rotWithShape="1">
          <a:blip r:embed="rId2">
            <a:alphaModFix/>
          </a:blip>
          <a:srcRect b="25077"/>
          <a:stretch/>
        </p:blipFill>
        <p:spPr>
          <a:xfrm>
            <a:off x="5161725" y="1399791"/>
            <a:ext cx="3262825" cy="1833425"/>
          </a:xfrm>
          <a:prstGeom prst="rect">
            <a:avLst/>
          </a:prstGeom>
          <a:noFill/>
          <a:ln>
            <a:noFill/>
          </a:ln>
        </p:spPr>
      </p:pic>
      <p:sp>
        <p:nvSpPr>
          <p:cNvPr id="35" name="Google Shape;35;p3"/>
          <p:cNvSpPr/>
          <p:nvPr/>
        </p:nvSpPr>
        <p:spPr>
          <a:xfrm flipH="1">
            <a:off x="5156196" y="1401826"/>
            <a:ext cx="3268577" cy="1812993"/>
          </a:xfrm>
          <a:prstGeom prst="rtTriangle">
            <a:avLst/>
          </a:prstGeom>
          <a:solidFill>
            <a:srgbClr val="000000">
              <a:alpha val="3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36;p3"/>
          <p:cNvGrpSpPr/>
          <p:nvPr/>
        </p:nvGrpSpPr>
        <p:grpSpPr>
          <a:xfrm>
            <a:off x="7666681" y="2077877"/>
            <a:ext cx="1148179" cy="2282764"/>
            <a:chOff x="7666681" y="2077877"/>
            <a:chExt cx="1148179" cy="2282764"/>
          </a:xfrm>
        </p:grpSpPr>
        <p:grpSp>
          <p:nvGrpSpPr>
            <p:cNvPr id="37" name="Google Shape;37;p3"/>
            <p:cNvGrpSpPr/>
            <p:nvPr/>
          </p:nvGrpSpPr>
          <p:grpSpPr>
            <a:xfrm>
              <a:off x="7666681" y="2077877"/>
              <a:ext cx="1148179" cy="2282764"/>
              <a:chOff x="3983627" y="1676395"/>
              <a:chExt cx="1449538" cy="2881914"/>
            </a:xfrm>
          </p:grpSpPr>
          <p:sp>
            <p:nvSpPr>
              <p:cNvPr id="38" name="Google Shape;38;p3"/>
              <p:cNvSpPr/>
              <p:nvPr/>
            </p:nvSpPr>
            <p:spPr>
              <a:xfrm rot="-5400000">
                <a:off x="3276827" y="2404608"/>
                <a:ext cx="2860500" cy="1446900"/>
              </a:xfrm>
              <a:prstGeom prst="roundRect">
                <a:avLst>
                  <a:gd name="adj" fmla="val 4551"/>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rot="-5400000">
                <a:off x="3279465" y="2383195"/>
                <a:ext cx="2860500" cy="1446900"/>
              </a:xfrm>
              <a:prstGeom prst="roundRect">
                <a:avLst>
                  <a:gd name="adj" fmla="val 4551"/>
                </a:avLst>
              </a:pr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4473243" y="4318802"/>
                <a:ext cx="472800" cy="76800"/>
              </a:xfrm>
              <a:prstGeom prst="roundRect">
                <a:avLst>
                  <a:gd name="adj" fmla="val 50000"/>
                </a:avLst>
              </a:prstGeom>
              <a:solidFill>
                <a:srgbClr val="4B4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1" name="Google Shape;41;p3" descr="Mobile View"/>
            <p:cNvPicPr preferRelativeResize="0"/>
            <p:nvPr/>
          </p:nvPicPr>
          <p:blipFill rotWithShape="1">
            <a:blip r:embed="rId3">
              <a:alphaModFix/>
            </a:blip>
            <a:srcRect t="4363" b="4372"/>
            <a:stretch/>
          </p:blipFill>
          <p:spPr>
            <a:xfrm>
              <a:off x="7720839" y="2222723"/>
              <a:ext cx="1037555" cy="1833418"/>
            </a:xfrm>
            <a:prstGeom prst="rect">
              <a:avLst/>
            </a:prstGeom>
            <a:noFill/>
            <a:ln>
              <a:noFill/>
            </a:ln>
          </p:spPr>
        </p:pic>
        <p:sp>
          <p:nvSpPr>
            <p:cNvPr id="42" name="Google Shape;42;p3"/>
            <p:cNvSpPr/>
            <p:nvPr/>
          </p:nvSpPr>
          <p:spPr>
            <a:xfrm flipH="1">
              <a:off x="7722342" y="2222973"/>
              <a:ext cx="1037700" cy="1833000"/>
            </a:xfrm>
            <a:prstGeom prst="rtTriangle">
              <a:avLst/>
            </a:prstGeom>
            <a:solidFill>
              <a:srgbClr val="000000">
                <a:alpha val="3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3"/>
        <p:cNvGrpSpPr/>
        <p:nvPr/>
      </p:nvGrpSpPr>
      <p:grpSpPr>
        <a:xfrm>
          <a:off x="0" y="0"/>
          <a:ext cx="0" cy="0"/>
          <a:chOff x="0" y="0"/>
          <a:chExt cx="0" cy="0"/>
        </a:xfrm>
      </p:grpSpPr>
      <p:grpSp>
        <p:nvGrpSpPr>
          <p:cNvPr id="44" name="Google Shape;44;p4"/>
          <p:cNvGrpSpPr/>
          <p:nvPr/>
        </p:nvGrpSpPr>
        <p:grpSpPr>
          <a:xfrm>
            <a:off x="830392" y="1191256"/>
            <a:ext cx="745763" cy="45826"/>
            <a:chOff x="4580561" y="2589004"/>
            <a:chExt cx="1064464" cy="25200"/>
          </a:xfrm>
        </p:grpSpPr>
        <p:sp>
          <p:nvSpPr>
            <p:cNvPr id="45" name="Google Shape;45;p4"/>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4"/>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a:endParaRPr/>
          </a:p>
        </p:txBody>
      </p:sp>
      <p:sp>
        <p:nvSpPr>
          <p:cNvPr id="48" name="Google Shape;48;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9"/>
        <p:cNvGrpSpPr/>
        <p:nvPr/>
      </p:nvGrpSpPr>
      <p:grpSpPr>
        <a:xfrm>
          <a:off x="0" y="0"/>
          <a:ext cx="0" cy="0"/>
          <a:chOff x="0" y="0"/>
          <a:chExt cx="0" cy="0"/>
        </a:xfrm>
      </p:grpSpPr>
      <p:sp>
        <p:nvSpPr>
          <p:cNvPr id="50" name="Google Shape;50;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 name="Google Shape;51;p5"/>
          <p:cNvGrpSpPr/>
          <p:nvPr/>
        </p:nvGrpSpPr>
        <p:grpSpPr>
          <a:xfrm>
            <a:off x="830392" y="1191256"/>
            <a:ext cx="745763" cy="45826"/>
            <a:chOff x="4580561" y="2589004"/>
            <a:chExt cx="1064464" cy="25200"/>
          </a:xfrm>
        </p:grpSpPr>
        <p:sp>
          <p:nvSpPr>
            <p:cNvPr id="52" name="Google Shape;52;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 name="Google Shape;54;p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a:endParaRPr/>
          </a:p>
        </p:txBody>
      </p:sp>
      <p:sp>
        <p:nvSpPr>
          <p:cNvPr id="55" name="Google Shape;55;p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6" name="Google Shape;56;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7"/>
        <p:cNvGrpSpPr/>
        <p:nvPr/>
      </p:nvGrpSpPr>
      <p:grpSpPr>
        <a:xfrm>
          <a:off x="0" y="0"/>
          <a:ext cx="0" cy="0"/>
          <a:chOff x="0" y="0"/>
          <a:chExt cx="0" cy="0"/>
        </a:xfrm>
      </p:grpSpPr>
      <p:sp>
        <p:nvSpPr>
          <p:cNvPr id="58" name="Google Shape;58;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 name="Google Shape;59;p6"/>
          <p:cNvGrpSpPr/>
          <p:nvPr/>
        </p:nvGrpSpPr>
        <p:grpSpPr>
          <a:xfrm>
            <a:off x="830392" y="1191256"/>
            <a:ext cx="745763" cy="45826"/>
            <a:chOff x="4580561" y="2589004"/>
            <a:chExt cx="1064464" cy="25200"/>
          </a:xfrm>
        </p:grpSpPr>
        <p:sp>
          <p:nvSpPr>
            <p:cNvPr id="60" name="Google Shape;60;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 name="Google Shape;62;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a:endParaRPr/>
          </a:p>
        </p:txBody>
      </p:sp>
      <p:sp>
        <p:nvSpPr>
          <p:cNvPr id="63" name="Google Shape;63;p6"/>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4" name="Google Shape;64;p6"/>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5" name="Google Shape;65;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6"/>
        <p:cNvGrpSpPr/>
        <p:nvPr/>
      </p:nvGrpSpPr>
      <p:grpSpPr>
        <a:xfrm>
          <a:off x="0" y="0"/>
          <a:ext cx="0" cy="0"/>
          <a:chOff x="0" y="0"/>
          <a:chExt cx="0" cy="0"/>
        </a:xfrm>
      </p:grpSpPr>
      <p:sp>
        <p:nvSpPr>
          <p:cNvPr id="67" name="Google Shape;67;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 name="Google Shape;68;p7"/>
          <p:cNvGrpSpPr/>
          <p:nvPr/>
        </p:nvGrpSpPr>
        <p:grpSpPr>
          <a:xfrm>
            <a:off x="830392" y="1191256"/>
            <a:ext cx="745763" cy="45826"/>
            <a:chOff x="4580561" y="2589004"/>
            <a:chExt cx="1064464" cy="25200"/>
          </a:xfrm>
        </p:grpSpPr>
        <p:sp>
          <p:nvSpPr>
            <p:cNvPr id="69" name="Google Shape;69;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 name="Google Shape;71;p7"/>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a:endParaRPr/>
          </a:p>
        </p:txBody>
      </p:sp>
      <p:sp>
        <p:nvSpPr>
          <p:cNvPr id="72" name="Google Shape;72;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73"/>
        <p:cNvGrpSpPr/>
        <p:nvPr/>
      </p:nvGrpSpPr>
      <p:grpSpPr>
        <a:xfrm>
          <a:off x="0" y="0"/>
          <a:ext cx="0" cy="0"/>
          <a:chOff x="0" y="0"/>
          <a:chExt cx="0" cy="0"/>
        </a:xfrm>
      </p:grpSpPr>
      <p:sp>
        <p:nvSpPr>
          <p:cNvPr id="74" name="Google Shape;74;p8"/>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6"/>
        <p:cNvGrpSpPr/>
        <p:nvPr/>
      </p:nvGrpSpPr>
      <p:grpSpPr>
        <a:xfrm>
          <a:off x="0" y="0"/>
          <a:ext cx="0" cy="0"/>
          <a:chOff x="0" y="0"/>
          <a:chExt cx="0" cy="0"/>
        </a:xfrm>
      </p:grpSpPr>
      <p:sp>
        <p:nvSpPr>
          <p:cNvPr id="77" name="Google Shape;77;p9"/>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9"/>
          <p:cNvGrpSpPr/>
          <p:nvPr/>
        </p:nvGrpSpPr>
        <p:grpSpPr>
          <a:xfrm>
            <a:off x="830392" y="1191256"/>
            <a:ext cx="745763" cy="45826"/>
            <a:chOff x="4580561" y="2589004"/>
            <a:chExt cx="1064464" cy="25200"/>
          </a:xfrm>
        </p:grpSpPr>
        <p:sp>
          <p:nvSpPr>
            <p:cNvPr id="79" name="Google Shape;79;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9"/>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a:endParaRPr/>
          </a:p>
        </p:txBody>
      </p:sp>
      <p:sp>
        <p:nvSpPr>
          <p:cNvPr id="82" name="Google Shape;82;p9"/>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83" name="Google Shape;83;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84"/>
        <p:cNvGrpSpPr/>
        <p:nvPr/>
      </p:nvGrpSpPr>
      <p:grpSpPr>
        <a:xfrm>
          <a:off x="0" y="0"/>
          <a:ext cx="0" cy="0"/>
          <a:chOff x="0" y="0"/>
          <a:chExt cx="0" cy="0"/>
        </a:xfrm>
      </p:grpSpPr>
      <p:grpSp>
        <p:nvGrpSpPr>
          <p:cNvPr id="85" name="Google Shape;85;p10"/>
          <p:cNvGrpSpPr/>
          <p:nvPr/>
        </p:nvGrpSpPr>
        <p:grpSpPr>
          <a:xfrm>
            <a:off x="830392" y="4169130"/>
            <a:ext cx="745763" cy="45826"/>
            <a:chOff x="4580561" y="2589004"/>
            <a:chExt cx="1064464" cy="25200"/>
          </a:xfrm>
        </p:grpSpPr>
        <p:sp>
          <p:nvSpPr>
            <p:cNvPr id="86" name="Google Shape;86;p1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10"/>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a:endParaRPr/>
          </a:p>
        </p:txBody>
      </p:sp>
      <p:sp>
        <p:nvSpPr>
          <p:cNvPr id="89" name="Google Shape;89;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0"/>
        <p:cNvGrpSpPr/>
        <p:nvPr/>
      </p:nvGrpSpPr>
      <p:grpSpPr>
        <a:xfrm>
          <a:off x="0" y="0"/>
          <a:ext cx="0" cy="0"/>
          <a:chOff x="0" y="0"/>
          <a:chExt cx="0" cy="0"/>
        </a:xfrm>
      </p:grpSpPr>
      <p:sp>
        <p:nvSpPr>
          <p:cNvPr id="91" name="Google Shape;91;p11"/>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 name="Google Shape;92;p11"/>
          <p:cNvGrpSpPr/>
          <p:nvPr/>
        </p:nvGrpSpPr>
        <p:grpSpPr>
          <a:xfrm>
            <a:off x="830392" y="1191256"/>
            <a:ext cx="745763" cy="45826"/>
            <a:chOff x="4580561" y="2589004"/>
            <a:chExt cx="1064464" cy="25200"/>
          </a:xfrm>
        </p:grpSpPr>
        <p:sp>
          <p:nvSpPr>
            <p:cNvPr id="93" name="Google Shape;93;p1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11"/>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a:endParaRPr/>
          </a:p>
        </p:txBody>
      </p:sp>
      <p:sp>
        <p:nvSpPr>
          <p:cNvPr id="96" name="Google Shape;96;p11"/>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97" name="Google Shape;97;p11"/>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
    <p:spTree>
      <p:nvGrpSpPr>
        <p:cNvPr id="1" name="Shape 99"/>
        <p:cNvGrpSpPr/>
        <p:nvPr/>
      </p:nvGrpSpPr>
      <p:grpSpPr>
        <a:xfrm>
          <a:off x="0" y="0"/>
          <a:ext cx="0" cy="0"/>
          <a:chOff x="0" y="0"/>
          <a:chExt cx="0" cy="0"/>
        </a:xfrm>
      </p:grpSpPr>
      <p:pic>
        <p:nvPicPr>
          <p:cNvPr id="100" name="Google Shape;100;p12" descr="Side view of hands writing in a notebook at a cafe"/>
          <p:cNvPicPr preferRelativeResize="0"/>
          <p:nvPr/>
        </p:nvPicPr>
        <p:blipFill rotWithShape="1">
          <a:blip r:embed="rId2">
            <a:alphaModFix/>
          </a:blip>
          <a:srcRect l="9051" t="12064" r="54351" b="26447"/>
          <a:stretch/>
        </p:blipFill>
        <p:spPr>
          <a:xfrm>
            <a:off x="1" y="-50"/>
            <a:ext cx="4572000" cy="5143501"/>
          </a:xfrm>
          <a:prstGeom prst="rect">
            <a:avLst/>
          </a:prstGeom>
          <a:noFill/>
          <a:ln>
            <a:noFill/>
          </a:ln>
        </p:spPr>
      </p:pic>
      <p:sp>
        <p:nvSpPr>
          <p:cNvPr id="101" name="Google Shape;101;p12"/>
          <p:cNvSpPr/>
          <p:nvPr/>
        </p:nvSpPr>
        <p:spPr>
          <a:xfrm>
            <a:off x="1650" y="0"/>
            <a:ext cx="4568700" cy="5143500"/>
          </a:xfrm>
          <a:prstGeom prst="rect">
            <a:avLst/>
          </a:prstGeom>
          <a:solidFill>
            <a:srgbClr val="178D7D">
              <a:alpha val="68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 name="Google Shape;102;p12"/>
          <p:cNvGrpSpPr/>
          <p:nvPr/>
        </p:nvGrpSpPr>
        <p:grpSpPr>
          <a:xfrm>
            <a:off x="830392" y="1191256"/>
            <a:ext cx="745763" cy="45826"/>
            <a:chOff x="4580561" y="2589004"/>
            <a:chExt cx="1064464" cy="25200"/>
          </a:xfrm>
        </p:grpSpPr>
        <p:sp>
          <p:nvSpPr>
            <p:cNvPr id="103" name="Google Shape;103;p12"/>
            <p:cNvSpPr/>
            <p:nvPr/>
          </p:nvSpPr>
          <p:spPr>
            <a:xfrm rot="-5400000">
              <a:off x="5366325" y="2335504"/>
              <a:ext cx="25200" cy="532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2"/>
            <p:cNvSpPr/>
            <p:nvPr/>
          </p:nvSpPr>
          <p:spPr>
            <a:xfrm rot="-5400000">
              <a:off x="4836311" y="2333254"/>
              <a:ext cx="25200" cy="5367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 name="Google Shape;105;p12"/>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a:endParaRPr/>
          </a:p>
        </p:txBody>
      </p:sp>
      <p:sp>
        <p:nvSpPr>
          <p:cNvPr id="106" name="Google Shape;106;p12"/>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a:endParaRPr/>
          </a:p>
        </p:txBody>
      </p:sp>
      <p:sp>
        <p:nvSpPr>
          <p:cNvPr id="107" name="Google Shape;107;p12"/>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08" name="Google Shape;108;p12"/>
          <p:cNvSpPr txBox="1">
            <a:spLocks noGrp="1"/>
          </p:cNvSpPr>
          <p:nvPr>
            <p:ph type="sldNum" idx="12"/>
          </p:nvPr>
        </p:nvSpPr>
        <p:spPr>
          <a:xfrm>
            <a:off x="8536300" y="4749850"/>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1 2">
  <p:cSld name="SECTION_TITLE_AND_DESCRIPTION_1_2">
    <p:spTree>
      <p:nvGrpSpPr>
        <p:cNvPr id="1" name="Shape 109"/>
        <p:cNvGrpSpPr/>
        <p:nvPr/>
      </p:nvGrpSpPr>
      <p:grpSpPr>
        <a:xfrm>
          <a:off x="0" y="0"/>
          <a:ext cx="0" cy="0"/>
          <a:chOff x="0" y="0"/>
          <a:chExt cx="0" cy="0"/>
        </a:xfrm>
      </p:grpSpPr>
      <p:pic>
        <p:nvPicPr>
          <p:cNvPr id="110" name="Google Shape;110;p13"/>
          <p:cNvPicPr preferRelativeResize="0"/>
          <p:nvPr/>
        </p:nvPicPr>
        <p:blipFill rotWithShape="1">
          <a:blip r:embed="rId2">
            <a:alphaModFix/>
          </a:blip>
          <a:srcRect l="31883" t="8097" r="25713"/>
          <a:stretch/>
        </p:blipFill>
        <p:spPr>
          <a:xfrm>
            <a:off x="0" y="0"/>
            <a:ext cx="4575250" cy="5143500"/>
          </a:xfrm>
          <a:prstGeom prst="rect">
            <a:avLst/>
          </a:prstGeom>
          <a:noFill/>
          <a:ln>
            <a:noFill/>
          </a:ln>
        </p:spPr>
      </p:pic>
      <p:sp>
        <p:nvSpPr>
          <p:cNvPr id="111" name="Google Shape;111;p13"/>
          <p:cNvSpPr/>
          <p:nvPr/>
        </p:nvSpPr>
        <p:spPr>
          <a:xfrm>
            <a:off x="-75" y="0"/>
            <a:ext cx="4572000" cy="5143500"/>
          </a:xfrm>
          <a:prstGeom prst="rect">
            <a:avLst/>
          </a:prstGeom>
          <a:solidFill>
            <a:srgbClr val="178D7D">
              <a:alpha val="68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 name="Google Shape;112;p13"/>
          <p:cNvGrpSpPr/>
          <p:nvPr/>
        </p:nvGrpSpPr>
        <p:grpSpPr>
          <a:xfrm>
            <a:off x="830392" y="1191256"/>
            <a:ext cx="745763" cy="45826"/>
            <a:chOff x="4580561" y="2589004"/>
            <a:chExt cx="1064464" cy="25200"/>
          </a:xfrm>
        </p:grpSpPr>
        <p:sp>
          <p:nvSpPr>
            <p:cNvPr id="113" name="Google Shape;113;p13"/>
            <p:cNvSpPr/>
            <p:nvPr/>
          </p:nvSpPr>
          <p:spPr>
            <a:xfrm rot="-5400000">
              <a:off x="5366325" y="2335504"/>
              <a:ext cx="25200" cy="532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3"/>
            <p:cNvSpPr/>
            <p:nvPr/>
          </p:nvSpPr>
          <p:spPr>
            <a:xfrm rot="-5400000">
              <a:off x="4836311" y="2333254"/>
              <a:ext cx="25200" cy="5367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13"/>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a:endParaRPr/>
          </a:p>
        </p:txBody>
      </p:sp>
      <p:sp>
        <p:nvSpPr>
          <p:cNvPr id="116" name="Google Shape;116;p13"/>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a:endParaRPr/>
          </a:p>
        </p:txBody>
      </p:sp>
      <p:sp>
        <p:nvSpPr>
          <p:cNvPr id="117" name="Google Shape;117;p13"/>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18" name="Google Shape;118;p1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9"/>
        <p:cNvGrpSpPr/>
        <p:nvPr/>
      </p:nvGrpSpPr>
      <p:grpSpPr>
        <a:xfrm>
          <a:off x="0" y="0"/>
          <a:ext cx="0" cy="0"/>
          <a:chOff x="0" y="0"/>
          <a:chExt cx="0" cy="0"/>
        </a:xfrm>
      </p:grpSpPr>
      <p:sp>
        <p:nvSpPr>
          <p:cNvPr id="120" name="Google Shape;120;p14"/>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121" name="Google Shape;121;p1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22"/>
        <p:cNvGrpSpPr/>
        <p:nvPr/>
      </p:nvGrpSpPr>
      <p:grpSpPr>
        <a:xfrm>
          <a:off x="0" y="0"/>
          <a:ext cx="0" cy="0"/>
          <a:chOff x="0" y="0"/>
          <a:chExt cx="0" cy="0"/>
        </a:xfrm>
      </p:grpSpPr>
      <p:grpSp>
        <p:nvGrpSpPr>
          <p:cNvPr id="123" name="Google Shape;123;p15"/>
          <p:cNvGrpSpPr/>
          <p:nvPr/>
        </p:nvGrpSpPr>
        <p:grpSpPr>
          <a:xfrm>
            <a:off x="830392" y="4169130"/>
            <a:ext cx="745763" cy="45826"/>
            <a:chOff x="4580561" y="2589004"/>
            <a:chExt cx="1064464" cy="25200"/>
          </a:xfrm>
        </p:grpSpPr>
        <p:sp>
          <p:nvSpPr>
            <p:cNvPr id="124" name="Google Shape;124;p15"/>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5"/>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 name="Google Shape;126;p15"/>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27" name="Google Shape;127;p15"/>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1600"/>
              </a:spcBef>
              <a:spcAft>
                <a:spcPts val="0"/>
              </a:spcAft>
              <a:buClr>
                <a:schemeClr val="lt1"/>
              </a:buClr>
              <a:buSzPts val="1100"/>
              <a:buChar char="○"/>
              <a:defRPr>
                <a:solidFill>
                  <a:schemeClr val="lt1"/>
                </a:solidFill>
              </a:defRPr>
            </a:lvl2pPr>
            <a:lvl3pPr marL="1371600" lvl="2" indent="-298450">
              <a:spcBef>
                <a:spcPts val="1600"/>
              </a:spcBef>
              <a:spcAft>
                <a:spcPts val="0"/>
              </a:spcAft>
              <a:buClr>
                <a:schemeClr val="lt1"/>
              </a:buClr>
              <a:buSzPts val="1100"/>
              <a:buChar char="■"/>
              <a:defRPr>
                <a:solidFill>
                  <a:schemeClr val="lt1"/>
                </a:solidFill>
              </a:defRPr>
            </a:lvl3pPr>
            <a:lvl4pPr marL="1828800" lvl="3" indent="-298450">
              <a:spcBef>
                <a:spcPts val="1600"/>
              </a:spcBef>
              <a:spcAft>
                <a:spcPts val="0"/>
              </a:spcAft>
              <a:buClr>
                <a:schemeClr val="lt1"/>
              </a:buClr>
              <a:buSzPts val="1100"/>
              <a:buChar char="●"/>
              <a:defRPr>
                <a:solidFill>
                  <a:schemeClr val="lt1"/>
                </a:solidFill>
              </a:defRPr>
            </a:lvl4pPr>
            <a:lvl5pPr marL="2286000" lvl="4" indent="-298450">
              <a:spcBef>
                <a:spcPts val="1600"/>
              </a:spcBef>
              <a:spcAft>
                <a:spcPts val="0"/>
              </a:spcAft>
              <a:buClr>
                <a:schemeClr val="lt1"/>
              </a:buClr>
              <a:buSzPts val="1100"/>
              <a:buChar char="○"/>
              <a:defRPr>
                <a:solidFill>
                  <a:schemeClr val="lt1"/>
                </a:solidFill>
              </a:defRPr>
            </a:lvl5pPr>
            <a:lvl6pPr marL="2743200" lvl="5" indent="-298450">
              <a:spcBef>
                <a:spcPts val="1600"/>
              </a:spcBef>
              <a:spcAft>
                <a:spcPts val="0"/>
              </a:spcAft>
              <a:buClr>
                <a:schemeClr val="lt1"/>
              </a:buClr>
              <a:buSzPts val="1100"/>
              <a:buChar char="■"/>
              <a:defRPr>
                <a:solidFill>
                  <a:schemeClr val="lt1"/>
                </a:solidFill>
              </a:defRPr>
            </a:lvl6pPr>
            <a:lvl7pPr marL="3200400" lvl="6" indent="-298450">
              <a:spcBef>
                <a:spcPts val="1600"/>
              </a:spcBef>
              <a:spcAft>
                <a:spcPts val="0"/>
              </a:spcAft>
              <a:buClr>
                <a:schemeClr val="lt1"/>
              </a:buClr>
              <a:buSzPts val="1100"/>
              <a:buChar char="●"/>
              <a:defRPr>
                <a:solidFill>
                  <a:schemeClr val="lt1"/>
                </a:solidFill>
              </a:defRPr>
            </a:lvl7pPr>
            <a:lvl8pPr marL="3657600" lvl="7" indent="-298450">
              <a:spcBef>
                <a:spcPts val="1600"/>
              </a:spcBef>
              <a:spcAft>
                <a:spcPts val="0"/>
              </a:spcAft>
              <a:buClr>
                <a:schemeClr val="lt1"/>
              </a:buClr>
              <a:buSzPts val="1100"/>
              <a:buChar char="○"/>
              <a:defRPr>
                <a:solidFill>
                  <a:schemeClr val="lt1"/>
                </a:solidFill>
              </a:defRPr>
            </a:lvl8pPr>
            <a:lvl9pPr marL="4114800" lvl="8" indent="-298450">
              <a:spcBef>
                <a:spcPts val="1600"/>
              </a:spcBef>
              <a:spcAft>
                <a:spcPts val="1600"/>
              </a:spcAft>
              <a:buClr>
                <a:schemeClr val="lt1"/>
              </a:buClr>
              <a:buSzPts val="1100"/>
              <a:buChar char="■"/>
              <a:defRPr>
                <a:solidFill>
                  <a:schemeClr val="lt1"/>
                </a:solidFill>
              </a:defRPr>
            </a:lvl9pPr>
          </a:lstStyle>
          <a:p>
            <a:endParaRPr/>
          </a:p>
        </p:txBody>
      </p:sp>
      <p:sp>
        <p:nvSpPr>
          <p:cNvPr id="128" name="Google Shape;128;p1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9"/>
        <p:cNvGrpSpPr/>
        <p:nvPr/>
      </p:nvGrpSpPr>
      <p:grpSpPr>
        <a:xfrm>
          <a:off x="0" y="0"/>
          <a:ext cx="0" cy="0"/>
          <a:chOff x="0" y="0"/>
          <a:chExt cx="0" cy="0"/>
        </a:xfrm>
      </p:grpSpPr>
      <p:sp>
        <p:nvSpPr>
          <p:cNvPr id="130" name="Google Shape;130;p1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Raleway"/>
              <a:buNone/>
              <a:defRPr sz="2800" b="1">
                <a:latin typeface="Raleway"/>
                <a:ea typeface="Raleway"/>
                <a:cs typeface="Raleway"/>
                <a:sym typeface="Raleway"/>
              </a:defRPr>
            </a:lvl1pPr>
            <a:lvl2pPr lvl="1">
              <a:spcBef>
                <a:spcPts val="0"/>
              </a:spcBef>
              <a:spcAft>
                <a:spcPts val="0"/>
              </a:spcAft>
              <a:buSzPts val="2800"/>
              <a:buFont typeface="Raleway"/>
              <a:buNone/>
              <a:defRPr sz="2800" b="1">
                <a:latin typeface="Raleway"/>
                <a:ea typeface="Raleway"/>
                <a:cs typeface="Raleway"/>
                <a:sym typeface="Raleway"/>
              </a:defRPr>
            </a:lvl2pPr>
            <a:lvl3pPr lvl="2">
              <a:spcBef>
                <a:spcPts val="0"/>
              </a:spcBef>
              <a:spcAft>
                <a:spcPts val="0"/>
              </a:spcAft>
              <a:buSzPts val="2800"/>
              <a:buFont typeface="Raleway"/>
              <a:buNone/>
              <a:defRPr sz="2800" b="1">
                <a:latin typeface="Raleway"/>
                <a:ea typeface="Raleway"/>
                <a:cs typeface="Raleway"/>
                <a:sym typeface="Raleway"/>
              </a:defRPr>
            </a:lvl3pPr>
            <a:lvl4pPr lvl="3">
              <a:spcBef>
                <a:spcPts val="0"/>
              </a:spcBef>
              <a:spcAft>
                <a:spcPts val="0"/>
              </a:spcAft>
              <a:buSzPts val="2800"/>
              <a:buFont typeface="Raleway"/>
              <a:buNone/>
              <a:defRPr sz="2800" b="1">
                <a:latin typeface="Raleway"/>
                <a:ea typeface="Raleway"/>
                <a:cs typeface="Raleway"/>
                <a:sym typeface="Raleway"/>
              </a:defRPr>
            </a:lvl4pPr>
            <a:lvl5pPr lvl="4">
              <a:spcBef>
                <a:spcPts val="0"/>
              </a:spcBef>
              <a:spcAft>
                <a:spcPts val="0"/>
              </a:spcAft>
              <a:buSzPts val="2800"/>
              <a:buFont typeface="Raleway"/>
              <a:buNone/>
              <a:defRPr sz="2800" b="1">
                <a:latin typeface="Raleway"/>
                <a:ea typeface="Raleway"/>
                <a:cs typeface="Raleway"/>
                <a:sym typeface="Raleway"/>
              </a:defRPr>
            </a:lvl5pPr>
            <a:lvl6pPr lvl="5">
              <a:spcBef>
                <a:spcPts val="0"/>
              </a:spcBef>
              <a:spcAft>
                <a:spcPts val="0"/>
              </a:spcAft>
              <a:buSzPts val="2800"/>
              <a:buFont typeface="Raleway"/>
              <a:buNone/>
              <a:defRPr sz="2800" b="1">
                <a:latin typeface="Raleway"/>
                <a:ea typeface="Raleway"/>
                <a:cs typeface="Raleway"/>
                <a:sym typeface="Raleway"/>
              </a:defRPr>
            </a:lvl6pPr>
            <a:lvl7pPr lvl="6">
              <a:spcBef>
                <a:spcPts val="0"/>
              </a:spcBef>
              <a:spcAft>
                <a:spcPts val="0"/>
              </a:spcAft>
              <a:buSzPts val="2800"/>
              <a:buFont typeface="Raleway"/>
              <a:buNone/>
              <a:defRPr sz="2800" b="1">
                <a:latin typeface="Raleway"/>
                <a:ea typeface="Raleway"/>
                <a:cs typeface="Raleway"/>
                <a:sym typeface="Raleway"/>
              </a:defRPr>
            </a:lvl7pPr>
            <a:lvl8pPr lvl="7">
              <a:spcBef>
                <a:spcPts val="0"/>
              </a:spcBef>
              <a:spcAft>
                <a:spcPts val="0"/>
              </a:spcAft>
              <a:buSzPts val="2800"/>
              <a:buFont typeface="Raleway"/>
              <a:buNone/>
              <a:defRPr sz="2800" b="1">
                <a:latin typeface="Raleway"/>
                <a:ea typeface="Raleway"/>
                <a:cs typeface="Raleway"/>
                <a:sym typeface="Raleway"/>
              </a:defRPr>
            </a:lvl8pPr>
            <a:lvl9pPr lvl="8">
              <a:spcBef>
                <a:spcPts val="0"/>
              </a:spcBef>
              <a:spcAft>
                <a:spcPts val="0"/>
              </a:spcAft>
              <a:buSzPts val="2800"/>
              <a:buFont typeface="Raleway"/>
              <a:buNone/>
              <a:defRPr sz="2800" b="1">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8.xml"/><Relationship Id="rId1" Type="http://schemas.openxmlformats.org/officeDocument/2006/relationships/slideLayout" Target="../slideLayouts/slideLayout14.xml"/><Relationship Id="rId5" Type="http://schemas.openxmlformats.org/officeDocument/2006/relationships/image" Target="../media/image10.jpg"/><Relationship Id="rId4" Type="http://schemas.openxmlformats.org/officeDocument/2006/relationships/image" Target="../media/image9.jp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4.xml"/><Relationship Id="rId1" Type="http://schemas.openxmlformats.org/officeDocument/2006/relationships/slideLayout" Target="../slideLayouts/slideLayout14.xml"/><Relationship Id="rId5" Type="http://schemas.openxmlformats.org/officeDocument/2006/relationships/image" Target="../media/image10.jpg"/><Relationship Id="rId4" Type="http://schemas.openxmlformats.org/officeDocument/2006/relationships/image" Target="../media/image9.jpg"/></Relationships>
</file>

<file path=ppt/slides/_rels/slide2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5.xml"/><Relationship Id="rId1" Type="http://schemas.openxmlformats.org/officeDocument/2006/relationships/slideLayout" Target="../slideLayouts/slideLayout14.xml"/><Relationship Id="rId5" Type="http://schemas.openxmlformats.org/officeDocument/2006/relationships/image" Target="../media/image10.jpg"/><Relationship Id="rId4" Type="http://schemas.openxmlformats.org/officeDocument/2006/relationships/image" Target="../media/image9.jp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11.jpg"/><Relationship Id="rId7" Type="http://schemas.openxmlformats.org/officeDocument/2006/relationships/image" Target="../media/image14.jpg"/><Relationship Id="rId12" Type="http://schemas.openxmlformats.org/officeDocument/2006/relationships/image" Target="../media/image19.jpg"/><Relationship Id="rId2" Type="http://schemas.openxmlformats.org/officeDocument/2006/relationships/notesSlide" Target="../notesSlides/notesSlide41.xml"/><Relationship Id="rId1" Type="http://schemas.openxmlformats.org/officeDocument/2006/relationships/slideLayout" Target="../slideLayouts/slideLayout14.xml"/><Relationship Id="rId6" Type="http://schemas.openxmlformats.org/officeDocument/2006/relationships/image" Target="../media/image13.jpg"/><Relationship Id="rId11" Type="http://schemas.openxmlformats.org/officeDocument/2006/relationships/image" Target="../media/image18.jpg"/><Relationship Id="rId5" Type="http://schemas.openxmlformats.org/officeDocument/2006/relationships/image" Target="../media/image9.jpg"/><Relationship Id="rId10" Type="http://schemas.openxmlformats.org/officeDocument/2006/relationships/image" Target="../media/image17.jpg"/><Relationship Id="rId4" Type="http://schemas.openxmlformats.org/officeDocument/2006/relationships/image" Target="../media/image12.jpg"/><Relationship Id="rId9" Type="http://schemas.openxmlformats.org/officeDocument/2006/relationships/image" Target="../media/image16.jpg"/></Relationships>
</file>

<file path=ppt/slides/_rels/slide46.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11.jpg"/><Relationship Id="rId7" Type="http://schemas.openxmlformats.org/officeDocument/2006/relationships/image" Target="../media/image14.jpg"/><Relationship Id="rId12" Type="http://schemas.openxmlformats.org/officeDocument/2006/relationships/image" Target="../media/image19.jpg"/><Relationship Id="rId2" Type="http://schemas.openxmlformats.org/officeDocument/2006/relationships/notesSlide" Target="../notesSlides/notesSlide42.xml"/><Relationship Id="rId1" Type="http://schemas.openxmlformats.org/officeDocument/2006/relationships/slideLayout" Target="../slideLayouts/slideLayout14.xml"/><Relationship Id="rId6" Type="http://schemas.openxmlformats.org/officeDocument/2006/relationships/image" Target="../media/image13.jpg"/><Relationship Id="rId11" Type="http://schemas.openxmlformats.org/officeDocument/2006/relationships/image" Target="../media/image18.jpg"/><Relationship Id="rId5" Type="http://schemas.openxmlformats.org/officeDocument/2006/relationships/image" Target="../media/image9.jpg"/><Relationship Id="rId10" Type="http://schemas.openxmlformats.org/officeDocument/2006/relationships/image" Target="../media/image17.jpg"/><Relationship Id="rId4" Type="http://schemas.openxmlformats.org/officeDocument/2006/relationships/image" Target="../media/image12.jpg"/><Relationship Id="rId9" Type="http://schemas.openxmlformats.org/officeDocument/2006/relationships/image" Target="../media/image16.jpg"/></Relationships>
</file>

<file path=ppt/slides/_rels/slide47.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11.jpg"/><Relationship Id="rId7" Type="http://schemas.openxmlformats.org/officeDocument/2006/relationships/image" Target="../media/image14.jpg"/><Relationship Id="rId12" Type="http://schemas.openxmlformats.org/officeDocument/2006/relationships/image" Target="../media/image19.jpg"/><Relationship Id="rId2" Type="http://schemas.openxmlformats.org/officeDocument/2006/relationships/notesSlide" Target="../notesSlides/notesSlide43.xml"/><Relationship Id="rId1" Type="http://schemas.openxmlformats.org/officeDocument/2006/relationships/slideLayout" Target="../slideLayouts/slideLayout14.xml"/><Relationship Id="rId6" Type="http://schemas.openxmlformats.org/officeDocument/2006/relationships/image" Target="../media/image13.jpg"/><Relationship Id="rId11" Type="http://schemas.openxmlformats.org/officeDocument/2006/relationships/image" Target="../media/image18.jpg"/><Relationship Id="rId5" Type="http://schemas.openxmlformats.org/officeDocument/2006/relationships/image" Target="../media/image9.jpg"/><Relationship Id="rId10" Type="http://schemas.openxmlformats.org/officeDocument/2006/relationships/image" Target="../media/image17.jpg"/><Relationship Id="rId4" Type="http://schemas.openxmlformats.org/officeDocument/2006/relationships/image" Target="../media/image12.jpg"/><Relationship Id="rId9" Type="http://schemas.openxmlformats.org/officeDocument/2006/relationships/image" Target="../media/image16.jpg"/></Relationships>
</file>

<file path=ppt/slides/_rels/slide48.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11.jpg"/><Relationship Id="rId7" Type="http://schemas.openxmlformats.org/officeDocument/2006/relationships/image" Target="../media/image14.jpg"/><Relationship Id="rId12" Type="http://schemas.openxmlformats.org/officeDocument/2006/relationships/image" Target="../media/image19.jpg"/><Relationship Id="rId2" Type="http://schemas.openxmlformats.org/officeDocument/2006/relationships/notesSlide" Target="../notesSlides/notesSlide44.xml"/><Relationship Id="rId1" Type="http://schemas.openxmlformats.org/officeDocument/2006/relationships/slideLayout" Target="../slideLayouts/slideLayout14.xml"/><Relationship Id="rId6" Type="http://schemas.openxmlformats.org/officeDocument/2006/relationships/image" Target="../media/image13.jpg"/><Relationship Id="rId11" Type="http://schemas.openxmlformats.org/officeDocument/2006/relationships/image" Target="../media/image18.jpg"/><Relationship Id="rId5" Type="http://schemas.openxmlformats.org/officeDocument/2006/relationships/image" Target="../media/image9.jpg"/><Relationship Id="rId10" Type="http://schemas.openxmlformats.org/officeDocument/2006/relationships/image" Target="../media/image17.jpg"/><Relationship Id="rId4" Type="http://schemas.openxmlformats.org/officeDocument/2006/relationships/image" Target="../media/image12.jpg"/><Relationship Id="rId9" Type="http://schemas.openxmlformats.org/officeDocument/2006/relationships/image" Target="../media/image16.jp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FD2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754102-A689-97B9-F45E-FCA842953523}"/>
              </a:ext>
            </a:extLst>
          </p:cNvPr>
          <p:cNvSpPr txBox="1"/>
          <p:nvPr/>
        </p:nvSpPr>
        <p:spPr>
          <a:xfrm>
            <a:off x="798158" y="1455326"/>
            <a:ext cx="7547675" cy="553998"/>
          </a:xfrm>
          <a:prstGeom prst="rect">
            <a:avLst/>
          </a:prstGeom>
          <a:noFill/>
        </p:spPr>
        <p:txBody>
          <a:bodyPr wrap="square" rtlCol="0">
            <a:spAutoFit/>
          </a:bodyPr>
          <a:lstStyle/>
          <a:p>
            <a:pPr algn="ctr"/>
            <a:r>
              <a:rPr lang="en-US" sz="3000" dirty="0">
                <a:solidFill>
                  <a:schemeClr val="tx2"/>
                </a:solidFill>
                <a:latin typeface="Dela Gothic One" panose="020B0604020202020204" charset="-128"/>
                <a:ea typeface="Dela Gothic One" panose="020B0604020202020204" charset="-128"/>
                <a:cs typeface="Alexandria" panose="020B0604020202020204" charset="-78"/>
              </a:rPr>
              <a:t>Workflow Management System</a:t>
            </a:r>
            <a:endParaRPr lang="en-GB" sz="3000" dirty="0">
              <a:solidFill>
                <a:schemeClr val="tx2"/>
              </a:solidFill>
              <a:latin typeface="Dela Gothic One" panose="020B0604020202020204" charset="-128"/>
              <a:ea typeface="Dela Gothic One" panose="020B0604020202020204" charset="-128"/>
              <a:cs typeface="Alexandria" panose="020B0604020202020204" charset="-78"/>
            </a:endParaRPr>
          </a:p>
        </p:txBody>
      </p:sp>
      <p:sp>
        <p:nvSpPr>
          <p:cNvPr id="3" name="TextBox 2">
            <a:extLst>
              <a:ext uri="{FF2B5EF4-FFF2-40B4-BE49-F238E27FC236}">
                <a16:creationId xmlns:a16="http://schemas.microsoft.com/office/drawing/2014/main" id="{8D1DC107-3DE8-C4FB-A16F-DA288071A25E}"/>
              </a:ext>
            </a:extLst>
          </p:cNvPr>
          <p:cNvSpPr txBox="1"/>
          <p:nvPr/>
        </p:nvSpPr>
        <p:spPr>
          <a:xfrm>
            <a:off x="1712560" y="1998668"/>
            <a:ext cx="5718875" cy="400110"/>
          </a:xfrm>
          <a:prstGeom prst="rect">
            <a:avLst/>
          </a:prstGeom>
          <a:noFill/>
        </p:spPr>
        <p:txBody>
          <a:bodyPr wrap="square" rtlCol="0">
            <a:spAutoFit/>
          </a:bodyPr>
          <a:lstStyle/>
          <a:p>
            <a:pPr algn="ctr"/>
            <a:r>
              <a:rPr lang="en-US" sz="2000" dirty="0">
                <a:solidFill>
                  <a:srgbClr val="6FAFE7"/>
                </a:solidFill>
                <a:latin typeface="Dela Gothic One" panose="020B0604020202020204" charset="-128"/>
                <a:ea typeface="Dela Gothic One" panose="020B0604020202020204" charset="-128"/>
                <a:cs typeface="Alexandria" panose="020B0604020202020204" charset="-78"/>
              </a:rPr>
              <a:t>Summer Vacation Homework</a:t>
            </a:r>
            <a:endParaRPr lang="en-GB" sz="2000" dirty="0">
              <a:solidFill>
                <a:srgbClr val="6FAFE7"/>
              </a:solidFill>
              <a:latin typeface="Dela Gothic One" panose="020B0604020202020204" charset="-128"/>
              <a:ea typeface="Dela Gothic One" panose="020B0604020202020204" charset="-128"/>
              <a:cs typeface="Alexandria" panose="020B0604020202020204" charset="-78"/>
            </a:endParaRPr>
          </a:p>
        </p:txBody>
      </p:sp>
      <p:sp>
        <p:nvSpPr>
          <p:cNvPr id="4" name="TextBox 3">
            <a:extLst>
              <a:ext uri="{FF2B5EF4-FFF2-40B4-BE49-F238E27FC236}">
                <a16:creationId xmlns:a16="http://schemas.microsoft.com/office/drawing/2014/main" id="{74373A4B-37B9-887B-6C7C-E6A1D48CD8FB}"/>
              </a:ext>
            </a:extLst>
          </p:cNvPr>
          <p:cNvSpPr txBox="1"/>
          <p:nvPr/>
        </p:nvSpPr>
        <p:spPr>
          <a:xfrm>
            <a:off x="1712559" y="2335729"/>
            <a:ext cx="5718875" cy="400110"/>
          </a:xfrm>
          <a:prstGeom prst="rect">
            <a:avLst/>
          </a:prstGeom>
          <a:noFill/>
        </p:spPr>
        <p:txBody>
          <a:bodyPr wrap="square" rtlCol="0">
            <a:spAutoFit/>
          </a:bodyPr>
          <a:lstStyle/>
          <a:p>
            <a:pPr algn="ctr"/>
            <a:r>
              <a:rPr lang="en-US" sz="2000" dirty="0">
                <a:solidFill>
                  <a:srgbClr val="6FAFE7"/>
                </a:solidFill>
                <a:latin typeface="Dela Gothic One" panose="020B0604020202020204" charset="-128"/>
                <a:ea typeface="Dela Gothic One" panose="020B0604020202020204" charset="-128"/>
                <a:cs typeface="Alexandria" panose="020B0604020202020204" charset="-78"/>
              </a:rPr>
              <a:t>Computer Science (083)</a:t>
            </a:r>
            <a:endParaRPr lang="en-GB" sz="2000" dirty="0">
              <a:solidFill>
                <a:srgbClr val="6FAFE7"/>
              </a:solidFill>
              <a:latin typeface="Dela Gothic One" panose="020B0604020202020204" charset="-128"/>
              <a:ea typeface="Dela Gothic One" panose="020B0604020202020204" charset="-128"/>
              <a:cs typeface="Alexandria" panose="020B0604020202020204" charset="-78"/>
            </a:endParaRPr>
          </a:p>
        </p:txBody>
      </p:sp>
      <p:sp>
        <p:nvSpPr>
          <p:cNvPr id="5" name="TextBox 4">
            <a:extLst>
              <a:ext uri="{FF2B5EF4-FFF2-40B4-BE49-F238E27FC236}">
                <a16:creationId xmlns:a16="http://schemas.microsoft.com/office/drawing/2014/main" id="{F337821E-6417-047F-F114-1800BAC6B05E}"/>
              </a:ext>
            </a:extLst>
          </p:cNvPr>
          <p:cNvSpPr txBox="1"/>
          <p:nvPr/>
        </p:nvSpPr>
        <p:spPr>
          <a:xfrm>
            <a:off x="1712560" y="2639562"/>
            <a:ext cx="5718875" cy="400110"/>
          </a:xfrm>
          <a:prstGeom prst="rect">
            <a:avLst/>
          </a:prstGeom>
          <a:noFill/>
        </p:spPr>
        <p:txBody>
          <a:bodyPr wrap="square" rtlCol="0">
            <a:spAutoFit/>
          </a:bodyPr>
          <a:lstStyle/>
          <a:p>
            <a:pPr algn="ctr"/>
            <a:r>
              <a:rPr lang="en-US" sz="2000" dirty="0">
                <a:solidFill>
                  <a:srgbClr val="6FAFE7"/>
                </a:solidFill>
                <a:latin typeface="Dela Gothic One" panose="020B0604020202020204" charset="-128"/>
                <a:ea typeface="Dela Gothic One" panose="020B0604020202020204" charset="-128"/>
                <a:cs typeface="Alexandria" panose="020B0604020202020204" charset="-78"/>
              </a:rPr>
              <a:t>Grade XII</a:t>
            </a:r>
            <a:endParaRPr lang="en-GB" sz="2000" dirty="0">
              <a:solidFill>
                <a:srgbClr val="6FAFE7"/>
              </a:solidFill>
              <a:latin typeface="Dela Gothic One" panose="020B0604020202020204" charset="-128"/>
              <a:ea typeface="Dela Gothic One" panose="020B0604020202020204" charset="-128"/>
              <a:cs typeface="Alexandria" panose="020B0604020202020204" charset="-78"/>
            </a:endParaRPr>
          </a:p>
        </p:txBody>
      </p:sp>
      <p:sp>
        <p:nvSpPr>
          <p:cNvPr id="6" name="TextBox 5">
            <a:extLst>
              <a:ext uri="{FF2B5EF4-FFF2-40B4-BE49-F238E27FC236}">
                <a16:creationId xmlns:a16="http://schemas.microsoft.com/office/drawing/2014/main" id="{D0519790-6BAA-0EE6-10B8-FF769897AE30}"/>
              </a:ext>
            </a:extLst>
          </p:cNvPr>
          <p:cNvSpPr txBox="1"/>
          <p:nvPr/>
        </p:nvSpPr>
        <p:spPr>
          <a:xfrm>
            <a:off x="1712559" y="2976623"/>
            <a:ext cx="5718875" cy="400110"/>
          </a:xfrm>
          <a:prstGeom prst="rect">
            <a:avLst/>
          </a:prstGeom>
          <a:noFill/>
        </p:spPr>
        <p:txBody>
          <a:bodyPr wrap="square" rtlCol="0">
            <a:spAutoFit/>
          </a:bodyPr>
          <a:lstStyle/>
          <a:p>
            <a:pPr algn="ctr"/>
            <a:r>
              <a:rPr lang="en-US" sz="2000" dirty="0">
                <a:solidFill>
                  <a:srgbClr val="6FAFE7"/>
                </a:solidFill>
                <a:latin typeface="Dela Gothic One" panose="020B0604020202020204" charset="-128"/>
                <a:ea typeface="Dela Gothic One" panose="020B0604020202020204" charset="-128"/>
                <a:cs typeface="Alexandria" panose="020B0604020202020204" charset="-78"/>
              </a:rPr>
              <a:t>Session 2026-27</a:t>
            </a:r>
            <a:endParaRPr lang="en-GB" sz="2000" dirty="0">
              <a:solidFill>
                <a:srgbClr val="6FAFE7"/>
              </a:solidFill>
              <a:latin typeface="Dela Gothic One" panose="020B0604020202020204" charset="-128"/>
              <a:ea typeface="Dela Gothic One" panose="020B0604020202020204" charset="-128"/>
              <a:cs typeface="Alexandria" panose="020B0604020202020204" charset="-78"/>
            </a:endParaRPr>
          </a:p>
        </p:txBody>
      </p:sp>
      <p:sp>
        <p:nvSpPr>
          <p:cNvPr id="7" name="Rectangle 6">
            <a:extLst>
              <a:ext uri="{FF2B5EF4-FFF2-40B4-BE49-F238E27FC236}">
                <a16:creationId xmlns:a16="http://schemas.microsoft.com/office/drawing/2014/main" id="{913B01A6-CFC0-2F3D-4450-B58A7320B491}"/>
              </a:ext>
            </a:extLst>
          </p:cNvPr>
          <p:cNvSpPr/>
          <p:nvPr/>
        </p:nvSpPr>
        <p:spPr>
          <a:xfrm>
            <a:off x="8878" y="3563481"/>
            <a:ext cx="4572000" cy="1571141"/>
          </a:xfrm>
          <a:prstGeom prst="rect">
            <a:avLst/>
          </a:prstGeom>
          <a:solidFill>
            <a:srgbClr val="BFD2F1"/>
          </a:solidFill>
          <a:ln>
            <a:solidFill>
              <a:srgbClr val="6FAF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accent2">
                    <a:lumMod val="20000"/>
                    <a:lumOff val="80000"/>
                  </a:schemeClr>
                </a:solidFill>
                <a:latin typeface="Dela Gothic One" panose="020B0604020202020204" charset="-128"/>
                <a:ea typeface="Dela Gothic One" panose="020B0604020202020204" charset="-128"/>
                <a:cs typeface="Alexandria" panose="020B0604020202020204" charset="-78"/>
              </a:rPr>
              <a:t>Submitted to</a:t>
            </a:r>
          </a:p>
          <a:p>
            <a:pPr algn="ctr"/>
            <a:r>
              <a:rPr lang="en-US" sz="1800" dirty="0">
                <a:solidFill>
                  <a:schemeClr val="accent2">
                    <a:lumMod val="20000"/>
                    <a:lumOff val="80000"/>
                  </a:schemeClr>
                </a:solidFill>
                <a:latin typeface="Dela Gothic One" panose="020B0604020202020204" charset="-128"/>
                <a:ea typeface="Dela Gothic One" panose="020B0604020202020204" charset="-128"/>
                <a:cs typeface="Alexandria" panose="020B0604020202020204" charset="-78"/>
              </a:rPr>
              <a:t>Mr. Vivek Agarwal (M. Phil)</a:t>
            </a:r>
          </a:p>
          <a:p>
            <a:pPr algn="ctr"/>
            <a:r>
              <a:rPr lang="en-US" sz="1800" dirty="0">
                <a:solidFill>
                  <a:schemeClr val="accent2">
                    <a:lumMod val="20000"/>
                    <a:lumOff val="80000"/>
                  </a:schemeClr>
                </a:solidFill>
                <a:latin typeface="Dela Gothic One" panose="020B0604020202020204" charset="-128"/>
                <a:ea typeface="Dela Gothic One" panose="020B0604020202020204" charset="-128"/>
                <a:cs typeface="Alexandria" panose="020B0604020202020204" charset="-78"/>
              </a:rPr>
              <a:t>PGT Computer Science</a:t>
            </a:r>
          </a:p>
        </p:txBody>
      </p:sp>
      <p:sp>
        <p:nvSpPr>
          <p:cNvPr id="8" name="Rectangle 7">
            <a:extLst>
              <a:ext uri="{FF2B5EF4-FFF2-40B4-BE49-F238E27FC236}">
                <a16:creationId xmlns:a16="http://schemas.microsoft.com/office/drawing/2014/main" id="{4801487C-25AE-1E00-6D50-2E1FD7B9727D}"/>
              </a:ext>
            </a:extLst>
          </p:cNvPr>
          <p:cNvSpPr/>
          <p:nvPr/>
        </p:nvSpPr>
        <p:spPr>
          <a:xfrm>
            <a:off x="4563118" y="3563481"/>
            <a:ext cx="4572000" cy="1571141"/>
          </a:xfrm>
          <a:prstGeom prst="rect">
            <a:avLst/>
          </a:prstGeom>
          <a:solidFill>
            <a:srgbClr val="BFD2F1"/>
          </a:solidFill>
          <a:ln>
            <a:solidFill>
              <a:srgbClr val="6FAF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accent2">
                    <a:lumMod val="20000"/>
                    <a:lumOff val="80000"/>
                  </a:schemeClr>
                </a:solidFill>
                <a:latin typeface="Dela Gothic One" panose="020B0604020202020204" charset="-128"/>
                <a:ea typeface="Dela Gothic One" panose="020B0604020202020204" charset="-128"/>
                <a:cs typeface="Alexandria" panose="020B0604020202020204" charset="-78"/>
              </a:rPr>
              <a:t>Submitted by</a:t>
            </a:r>
            <a:br>
              <a:rPr lang="en-US" sz="1800" dirty="0">
                <a:solidFill>
                  <a:schemeClr val="accent2">
                    <a:lumMod val="20000"/>
                    <a:lumOff val="80000"/>
                  </a:schemeClr>
                </a:solidFill>
                <a:latin typeface="Dela Gothic One" panose="020B0604020202020204" charset="-128"/>
                <a:ea typeface="Dela Gothic One" panose="020B0604020202020204" charset="-128"/>
                <a:cs typeface="Alexandria" panose="020B0604020202020204" charset="-78"/>
              </a:rPr>
            </a:br>
            <a:r>
              <a:rPr lang="en-US" sz="1800" dirty="0" err="1">
                <a:solidFill>
                  <a:schemeClr val="accent2">
                    <a:lumMod val="20000"/>
                    <a:lumOff val="80000"/>
                  </a:schemeClr>
                </a:solidFill>
                <a:latin typeface="Dela Gothic One" panose="020B0604020202020204" charset="-128"/>
                <a:ea typeface="Dela Gothic One" panose="020B0604020202020204" charset="-128"/>
                <a:cs typeface="Alexandria" panose="020B0604020202020204" charset="-78"/>
              </a:rPr>
              <a:t>Gurlakshpreet</a:t>
            </a:r>
            <a:r>
              <a:rPr lang="en-US" sz="1800" dirty="0">
                <a:solidFill>
                  <a:schemeClr val="accent2">
                    <a:lumMod val="20000"/>
                    <a:lumOff val="80000"/>
                  </a:schemeClr>
                </a:solidFill>
                <a:latin typeface="Dela Gothic One" panose="020B0604020202020204" charset="-128"/>
                <a:ea typeface="Dela Gothic One" panose="020B0604020202020204" charset="-128"/>
                <a:cs typeface="Alexandria" panose="020B0604020202020204" charset="-78"/>
              </a:rPr>
              <a:t> Kaur</a:t>
            </a:r>
          </a:p>
          <a:p>
            <a:pPr algn="ctr"/>
            <a:r>
              <a:rPr lang="en-US" sz="1800" dirty="0">
                <a:solidFill>
                  <a:schemeClr val="accent2">
                    <a:lumMod val="20000"/>
                    <a:lumOff val="80000"/>
                  </a:schemeClr>
                </a:solidFill>
                <a:latin typeface="Dela Gothic One" panose="020B0604020202020204" charset="-128"/>
                <a:ea typeface="Dela Gothic One" panose="020B0604020202020204" charset="-128"/>
                <a:cs typeface="Alexandria" panose="020B0604020202020204" charset="-78"/>
              </a:rPr>
              <a:t>Grade XII (Science)</a:t>
            </a:r>
            <a:endParaRPr lang="en-GB" sz="1800" dirty="0">
              <a:solidFill>
                <a:schemeClr val="accent2">
                  <a:lumMod val="20000"/>
                  <a:lumOff val="80000"/>
                </a:schemeClr>
              </a:solidFill>
              <a:latin typeface="Dela Gothic One" panose="020B0604020202020204" charset="-128"/>
              <a:ea typeface="Dela Gothic One" panose="020B0604020202020204" charset="-128"/>
              <a:cs typeface="Alexandria" panose="020B0604020202020204" charset="-78"/>
            </a:endParaRPr>
          </a:p>
        </p:txBody>
      </p:sp>
      <p:pic>
        <p:nvPicPr>
          <p:cNvPr id="10" name="Picture 9">
            <a:extLst>
              <a:ext uri="{FF2B5EF4-FFF2-40B4-BE49-F238E27FC236}">
                <a16:creationId xmlns:a16="http://schemas.microsoft.com/office/drawing/2014/main" id="{EF1801C7-5864-68CE-6159-83B157B74C12}"/>
              </a:ext>
            </a:extLst>
          </p:cNvPr>
          <p:cNvPicPr>
            <a:picLocks noChangeAspect="1"/>
          </p:cNvPicPr>
          <p:nvPr/>
        </p:nvPicPr>
        <p:blipFill>
          <a:blip r:embed="rId2"/>
          <a:stretch>
            <a:fillRect/>
          </a:stretch>
        </p:blipFill>
        <p:spPr>
          <a:xfrm>
            <a:off x="3491555" y="-280642"/>
            <a:ext cx="2143125" cy="2143125"/>
          </a:xfrm>
          <a:prstGeom prst="rect">
            <a:avLst/>
          </a:prstGeom>
        </p:spPr>
      </p:pic>
    </p:spTree>
    <p:extLst>
      <p:ext uri="{BB962C8B-B14F-4D97-AF65-F5344CB8AC3E}">
        <p14:creationId xmlns:p14="http://schemas.microsoft.com/office/powerpoint/2010/main" val="1655301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anim calcmode="lin" valueType="num">
                                      <p:cBhvr>
                                        <p:cTn id="11" dur="500" fill="hold"/>
                                        <p:tgtEl>
                                          <p:spTgt spid="2"/>
                                        </p:tgtEl>
                                        <p:attrNameLst>
                                          <p:attrName>ppt_x</p:attrName>
                                        </p:attrNameLst>
                                      </p:cBhvr>
                                      <p:tavLst>
                                        <p:tav tm="0">
                                          <p:val>
                                            <p:strVal val="#ppt_x"/>
                                          </p:val>
                                        </p:tav>
                                        <p:tav tm="100000">
                                          <p:val>
                                            <p:strVal val="#ppt_x"/>
                                          </p:val>
                                        </p:tav>
                                      </p:tavLst>
                                    </p:anim>
                                    <p:anim calcmode="lin" valueType="num">
                                      <p:cBhvr>
                                        <p:cTn id="12" dur="500" fill="hold"/>
                                        <p:tgtEl>
                                          <p:spTgt spid="2"/>
                                        </p:tgtEl>
                                        <p:attrNameLst>
                                          <p:attrName>ppt_y</p:attrName>
                                        </p:attrNameLst>
                                      </p:cBhvr>
                                      <p:tavLst>
                                        <p:tav tm="0">
                                          <p:val>
                                            <p:strVal val="#ppt_y+.1"/>
                                          </p:val>
                                        </p:tav>
                                        <p:tav tm="100000">
                                          <p:val>
                                            <p:strVal val="#ppt_y"/>
                                          </p:val>
                                        </p:tav>
                                      </p:tavLst>
                                    </p:anim>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childTnLst>
                          </p:cTn>
                        </p:par>
                        <p:par>
                          <p:cTn id="19" fill="hold">
                            <p:stCondLst>
                              <p:cond delay="1000"/>
                            </p:stCondLst>
                            <p:childTnLst>
                              <p:par>
                                <p:cTn id="20" presetID="42"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anim calcmode="lin" valueType="num">
                                      <p:cBhvr>
                                        <p:cTn id="23" dur="500" fill="hold"/>
                                        <p:tgtEl>
                                          <p:spTgt spid="4"/>
                                        </p:tgtEl>
                                        <p:attrNameLst>
                                          <p:attrName>ppt_x</p:attrName>
                                        </p:attrNameLst>
                                      </p:cBhvr>
                                      <p:tavLst>
                                        <p:tav tm="0">
                                          <p:val>
                                            <p:strVal val="#ppt_x"/>
                                          </p:val>
                                        </p:tav>
                                        <p:tav tm="100000">
                                          <p:val>
                                            <p:strVal val="#ppt_x"/>
                                          </p:val>
                                        </p:tav>
                                      </p:tavLst>
                                    </p:anim>
                                    <p:anim calcmode="lin" valueType="num">
                                      <p:cBhvr>
                                        <p:cTn id="24" dur="500" fill="hold"/>
                                        <p:tgtEl>
                                          <p:spTgt spid="4"/>
                                        </p:tgtEl>
                                        <p:attrNameLst>
                                          <p:attrName>ppt_y</p:attrName>
                                        </p:attrNameLst>
                                      </p:cBhvr>
                                      <p:tavLst>
                                        <p:tav tm="0">
                                          <p:val>
                                            <p:strVal val="#ppt_y+.1"/>
                                          </p:val>
                                        </p:tav>
                                        <p:tav tm="100000">
                                          <p:val>
                                            <p:strVal val="#ppt_y"/>
                                          </p:val>
                                        </p:tav>
                                      </p:tavLst>
                                    </p:anim>
                                  </p:childTnLst>
                                </p:cTn>
                              </p:par>
                            </p:childTnLst>
                          </p:cTn>
                        </p:par>
                        <p:par>
                          <p:cTn id="25" fill="hold">
                            <p:stCondLst>
                              <p:cond delay="1500"/>
                            </p:stCondLst>
                            <p:childTnLst>
                              <p:par>
                                <p:cTn id="26" presetID="42" presetClass="entr" presetSubtype="0"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anim calcmode="lin" valueType="num">
                                      <p:cBhvr>
                                        <p:cTn id="29" dur="500" fill="hold"/>
                                        <p:tgtEl>
                                          <p:spTgt spid="5"/>
                                        </p:tgtEl>
                                        <p:attrNameLst>
                                          <p:attrName>ppt_x</p:attrName>
                                        </p:attrNameLst>
                                      </p:cBhvr>
                                      <p:tavLst>
                                        <p:tav tm="0">
                                          <p:val>
                                            <p:strVal val="#ppt_x"/>
                                          </p:val>
                                        </p:tav>
                                        <p:tav tm="100000">
                                          <p:val>
                                            <p:strVal val="#ppt_x"/>
                                          </p:val>
                                        </p:tav>
                                      </p:tavLst>
                                    </p:anim>
                                    <p:anim calcmode="lin" valueType="num">
                                      <p:cBhvr>
                                        <p:cTn id="30" dur="500" fill="hold"/>
                                        <p:tgtEl>
                                          <p:spTgt spid="5"/>
                                        </p:tgtEl>
                                        <p:attrNameLst>
                                          <p:attrName>ppt_y</p:attrName>
                                        </p:attrNameLst>
                                      </p:cBhvr>
                                      <p:tavLst>
                                        <p:tav tm="0">
                                          <p:val>
                                            <p:strVal val="#ppt_y+.1"/>
                                          </p:val>
                                        </p:tav>
                                        <p:tav tm="100000">
                                          <p:val>
                                            <p:strVal val="#ppt_y"/>
                                          </p:val>
                                        </p:tav>
                                      </p:tavLst>
                                    </p:anim>
                                  </p:childTnLst>
                                </p:cTn>
                              </p:par>
                            </p:childTnLst>
                          </p:cTn>
                        </p:par>
                        <p:par>
                          <p:cTn id="31" fill="hold">
                            <p:stCondLst>
                              <p:cond delay="2000"/>
                            </p:stCondLst>
                            <p:childTnLst>
                              <p:par>
                                <p:cTn id="32" presetID="42"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anim calcmode="lin" valueType="num">
                                      <p:cBhvr>
                                        <p:cTn id="35" dur="500" fill="hold"/>
                                        <p:tgtEl>
                                          <p:spTgt spid="6"/>
                                        </p:tgtEl>
                                        <p:attrNameLst>
                                          <p:attrName>ppt_x</p:attrName>
                                        </p:attrNameLst>
                                      </p:cBhvr>
                                      <p:tavLst>
                                        <p:tav tm="0">
                                          <p:val>
                                            <p:strVal val="#ppt_x"/>
                                          </p:val>
                                        </p:tav>
                                        <p:tav tm="100000">
                                          <p:val>
                                            <p:strVal val="#ppt_x"/>
                                          </p:val>
                                        </p:tav>
                                      </p:tavLst>
                                    </p:anim>
                                    <p:anim calcmode="lin" valueType="num">
                                      <p:cBhvr>
                                        <p:cTn id="36" dur="500" fill="hold"/>
                                        <p:tgtEl>
                                          <p:spTgt spid="6"/>
                                        </p:tgtEl>
                                        <p:attrNameLst>
                                          <p:attrName>ppt_y</p:attrName>
                                        </p:attrNameLst>
                                      </p:cBhvr>
                                      <p:tavLst>
                                        <p:tav tm="0">
                                          <p:val>
                                            <p:strVal val="#ppt_y+.1"/>
                                          </p:val>
                                        </p:tav>
                                        <p:tav tm="100000">
                                          <p:val>
                                            <p:strVal val="#ppt_y"/>
                                          </p:val>
                                        </p:tav>
                                      </p:tavLst>
                                    </p:anim>
                                  </p:childTnLst>
                                </p:cTn>
                              </p:par>
                            </p:childTnLst>
                          </p:cTn>
                        </p:par>
                        <p:par>
                          <p:cTn id="37" fill="hold">
                            <p:stCondLst>
                              <p:cond delay="2500"/>
                            </p:stCondLst>
                            <p:childTnLst>
                              <p:par>
                                <p:cTn id="38" presetID="53" presetClass="entr" presetSubtype="16" fill="hold" grpId="0" nodeType="after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p:cTn id="40" dur="500" fill="hold"/>
                                        <p:tgtEl>
                                          <p:spTgt spid="7"/>
                                        </p:tgtEl>
                                        <p:attrNameLst>
                                          <p:attrName>ppt_w</p:attrName>
                                        </p:attrNameLst>
                                      </p:cBhvr>
                                      <p:tavLst>
                                        <p:tav tm="0">
                                          <p:val>
                                            <p:fltVal val="0"/>
                                          </p:val>
                                        </p:tav>
                                        <p:tav tm="100000">
                                          <p:val>
                                            <p:strVal val="#ppt_w"/>
                                          </p:val>
                                        </p:tav>
                                      </p:tavLst>
                                    </p:anim>
                                    <p:anim calcmode="lin" valueType="num">
                                      <p:cBhvr>
                                        <p:cTn id="41" dur="500" fill="hold"/>
                                        <p:tgtEl>
                                          <p:spTgt spid="7"/>
                                        </p:tgtEl>
                                        <p:attrNameLst>
                                          <p:attrName>ppt_h</p:attrName>
                                        </p:attrNameLst>
                                      </p:cBhvr>
                                      <p:tavLst>
                                        <p:tav tm="0">
                                          <p:val>
                                            <p:fltVal val="0"/>
                                          </p:val>
                                        </p:tav>
                                        <p:tav tm="100000">
                                          <p:val>
                                            <p:strVal val="#ppt_h"/>
                                          </p:val>
                                        </p:tav>
                                      </p:tavLst>
                                    </p:anim>
                                    <p:animEffect transition="in" filter="fade">
                                      <p:cBhvr>
                                        <p:cTn id="42" dur="500"/>
                                        <p:tgtEl>
                                          <p:spTgt spid="7"/>
                                        </p:tgtEl>
                                      </p:cBhvr>
                                    </p:animEffect>
                                  </p:childTnLst>
                                </p:cTn>
                              </p:par>
                            </p:childTnLst>
                          </p:cTn>
                        </p:par>
                        <p:par>
                          <p:cTn id="43" fill="hold">
                            <p:stCondLst>
                              <p:cond delay="3000"/>
                            </p:stCondLst>
                            <p:childTnLst>
                              <p:par>
                                <p:cTn id="44" presetID="53" presetClass="entr" presetSubtype="16" fill="hold" grpId="0" nodeType="afterEffect">
                                  <p:stCondLst>
                                    <p:cond delay="0"/>
                                  </p:stCondLst>
                                  <p:childTnLst>
                                    <p:set>
                                      <p:cBhvr>
                                        <p:cTn id="45" dur="1" fill="hold">
                                          <p:stCondLst>
                                            <p:cond delay="0"/>
                                          </p:stCondLst>
                                        </p:cTn>
                                        <p:tgtEl>
                                          <p:spTgt spid="8"/>
                                        </p:tgtEl>
                                        <p:attrNameLst>
                                          <p:attrName>style.visibility</p:attrName>
                                        </p:attrNameLst>
                                      </p:cBhvr>
                                      <p:to>
                                        <p:strVal val="visible"/>
                                      </p:to>
                                    </p:set>
                                    <p:anim calcmode="lin" valueType="num">
                                      <p:cBhvr>
                                        <p:cTn id="46" dur="500" fill="hold"/>
                                        <p:tgtEl>
                                          <p:spTgt spid="8"/>
                                        </p:tgtEl>
                                        <p:attrNameLst>
                                          <p:attrName>ppt_w</p:attrName>
                                        </p:attrNameLst>
                                      </p:cBhvr>
                                      <p:tavLst>
                                        <p:tav tm="0">
                                          <p:val>
                                            <p:fltVal val="0"/>
                                          </p:val>
                                        </p:tav>
                                        <p:tav tm="100000">
                                          <p:val>
                                            <p:strVal val="#ppt_w"/>
                                          </p:val>
                                        </p:tav>
                                      </p:tavLst>
                                    </p:anim>
                                    <p:anim calcmode="lin" valueType="num">
                                      <p:cBhvr>
                                        <p:cTn id="47" dur="500" fill="hold"/>
                                        <p:tgtEl>
                                          <p:spTgt spid="8"/>
                                        </p:tgtEl>
                                        <p:attrNameLst>
                                          <p:attrName>ppt_h</p:attrName>
                                        </p:attrNameLst>
                                      </p:cBhvr>
                                      <p:tavLst>
                                        <p:tav tm="0">
                                          <p:val>
                                            <p:fltVal val="0"/>
                                          </p:val>
                                        </p:tav>
                                        <p:tav tm="100000">
                                          <p:val>
                                            <p:strVal val="#ppt_h"/>
                                          </p:val>
                                        </p:tav>
                                      </p:tavLst>
                                    </p:anim>
                                    <p:animEffect transition="in" filter="fade">
                                      <p:cBhvr>
                                        <p:cTn id="4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2633B-7792-BAE3-6018-DC43FEA39740}"/>
            </a:ext>
          </a:extLst>
        </p:cNvPr>
        <p:cNvGrpSpPr/>
        <p:nvPr/>
      </p:nvGrpSpPr>
      <p:grpSpPr>
        <a:xfrm>
          <a:off x="0" y="0"/>
          <a:ext cx="0" cy="0"/>
          <a:chOff x="0" y="0"/>
          <a:chExt cx="0" cy="0"/>
        </a:xfrm>
      </p:grpSpPr>
      <p:pic>
        <p:nvPicPr>
          <p:cNvPr id="3076" name="Picture 4" descr="This may contain: an image of a pink computer screen">
            <a:extLst>
              <a:ext uri="{FF2B5EF4-FFF2-40B4-BE49-F238E27FC236}">
                <a16:creationId xmlns:a16="http://schemas.microsoft.com/office/drawing/2014/main" id="{A508C45E-F844-6E44-7E28-9DE137AA77A8}"/>
              </a:ext>
            </a:extLst>
          </p:cNvPr>
          <p:cNvPicPr>
            <a:picLocks noChangeAspect="1" noChangeArrowheads="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1985963" y="619125"/>
            <a:ext cx="5172075" cy="3905250"/>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41;p18">
            <a:extLst>
              <a:ext uri="{FF2B5EF4-FFF2-40B4-BE49-F238E27FC236}">
                <a16:creationId xmlns:a16="http://schemas.microsoft.com/office/drawing/2014/main" id="{F4BEC5A7-2349-5427-3A4A-50CA1D78B499}"/>
              </a:ext>
            </a:extLst>
          </p:cNvPr>
          <p:cNvSpPr txBox="1"/>
          <p:nvPr/>
        </p:nvSpPr>
        <p:spPr>
          <a:xfrm>
            <a:off x="2601158" y="1415630"/>
            <a:ext cx="3298540" cy="545776"/>
          </a:xfrm>
          <a:prstGeom prst="rect">
            <a:avLst/>
          </a:prstGeom>
          <a:noFill/>
          <a:ln>
            <a:noFill/>
          </a:ln>
        </p:spPr>
        <p:txBody>
          <a:bodyPr spcFirstLastPara="1" wrap="square" lIns="0" tIns="91425" rIns="0" bIns="91425" anchor="t" anchorCtr="0">
            <a:noAutofit/>
          </a:bodyPr>
          <a:lstStyle/>
          <a:p>
            <a:pPr marL="0" lvl="0" indent="0" algn="l" rtl="0">
              <a:lnSpc>
                <a:spcPct val="55000"/>
              </a:lnSpc>
              <a:spcBef>
                <a:spcPts val="0"/>
              </a:spcBef>
              <a:spcAft>
                <a:spcPts val="0"/>
              </a:spcAft>
              <a:buNone/>
            </a:pPr>
            <a:r>
              <a:rPr lang="en" sz="5600" dirty="0">
                <a:solidFill>
                  <a:srgbClr val="BFD2F1"/>
                </a:solidFill>
                <a:latin typeface="Familjen Grotesk"/>
                <a:ea typeface="Familjen Grotesk"/>
                <a:cs typeface="Familjen Grotesk"/>
                <a:sym typeface="Familjen Grotesk"/>
              </a:rPr>
              <a:t>Agenda</a:t>
            </a:r>
            <a:endParaRPr sz="5600" dirty="0">
              <a:solidFill>
                <a:srgbClr val="BFD2F1"/>
              </a:solidFill>
              <a:latin typeface="Familjen Grotesk"/>
              <a:ea typeface="Familjen Grotesk"/>
              <a:cs typeface="Familjen Grotesk"/>
              <a:sym typeface="Familjen Grotesk"/>
            </a:endParaRPr>
          </a:p>
        </p:txBody>
      </p:sp>
      <p:sp>
        <p:nvSpPr>
          <p:cNvPr id="5" name="Google Shape;142;p18">
            <a:extLst>
              <a:ext uri="{FF2B5EF4-FFF2-40B4-BE49-F238E27FC236}">
                <a16:creationId xmlns:a16="http://schemas.microsoft.com/office/drawing/2014/main" id="{CA19783F-72A7-11BF-715F-5CE250B34990}"/>
              </a:ext>
            </a:extLst>
          </p:cNvPr>
          <p:cNvSpPr txBox="1"/>
          <p:nvPr/>
        </p:nvSpPr>
        <p:spPr>
          <a:xfrm>
            <a:off x="2605087" y="1999912"/>
            <a:ext cx="3298541" cy="1959525"/>
          </a:xfrm>
          <a:prstGeom prst="rect">
            <a:avLst/>
          </a:prstGeom>
          <a:noFill/>
          <a:ln>
            <a:noFill/>
          </a:ln>
        </p:spPr>
        <p:txBody>
          <a:bodyPr spcFirstLastPara="1" wrap="square" lIns="0" tIns="91425" rIns="0" bIns="91425" anchor="t" anchorCtr="0">
            <a:noAutofit/>
          </a:bodyPr>
          <a:lstStyle/>
          <a:p>
            <a:pPr marL="0" lvl="0" indent="0" algn="l" rtl="0">
              <a:lnSpc>
                <a:spcPct val="80000"/>
              </a:lnSpc>
              <a:spcBef>
                <a:spcPts val="0"/>
              </a:spcBef>
              <a:spcAft>
                <a:spcPts val="0"/>
              </a:spcAft>
              <a:buNone/>
            </a:pPr>
            <a:r>
              <a:rPr lang="en" sz="2800" i="1" dirty="0">
                <a:solidFill>
                  <a:srgbClr val="707BA8"/>
                </a:solidFill>
                <a:latin typeface="Times New Roman" panose="02020603050405020304" pitchFamily="18" charset="0"/>
                <a:ea typeface="Spectral ExtraLight"/>
                <a:cs typeface="Times New Roman" panose="02020603050405020304" pitchFamily="18" charset="0"/>
                <a:sym typeface="Spectral ExtraLight"/>
              </a:rPr>
              <a:t>1</a:t>
            </a:r>
            <a:r>
              <a:rPr lang="en" sz="2800" dirty="0">
                <a:solidFill>
                  <a:srgbClr val="707BA8"/>
                </a:solidFill>
                <a:latin typeface="Times New Roman" panose="02020603050405020304" pitchFamily="18" charset="0"/>
                <a:ea typeface="Spectral ExtraLight"/>
                <a:cs typeface="Times New Roman" panose="02020603050405020304" pitchFamily="18" charset="0"/>
                <a:sym typeface="Spectral ExtraLight"/>
              </a:rPr>
              <a:t> </a:t>
            </a:r>
            <a:r>
              <a:rPr lang="en" sz="2800" dirty="0">
                <a:solidFill>
                  <a:srgbClr val="707BA8"/>
                </a:solidFill>
                <a:latin typeface="Times New Roman" panose="02020603050405020304" pitchFamily="18" charset="0"/>
                <a:ea typeface="Familjen Grotesk"/>
                <a:cs typeface="Times New Roman" panose="02020603050405020304" pitchFamily="18" charset="0"/>
                <a:sym typeface="Familjen Grotesk"/>
              </a:rPr>
              <a:t>About</a:t>
            </a:r>
            <a:endParaRPr lang="en" sz="2800" dirty="0">
              <a:solidFill>
                <a:srgbClr val="707BA8"/>
              </a:solidFill>
              <a:latin typeface="Times New Roman" panose="02020603050405020304" pitchFamily="18" charset="0"/>
              <a:ea typeface="Familjen Grotesk"/>
              <a:cs typeface="Times New Roman" panose="02020603050405020304" pitchFamily="18" charset="0"/>
              <a:sym typeface="Spectral ExtraLight"/>
            </a:endParaRPr>
          </a:p>
          <a:p>
            <a:pPr marL="0" lvl="0" indent="0" algn="l" rtl="0">
              <a:lnSpc>
                <a:spcPct val="80000"/>
              </a:lnSpc>
              <a:spcBef>
                <a:spcPts val="0"/>
              </a:spcBef>
              <a:spcAft>
                <a:spcPts val="0"/>
              </a:spcAft>
              <a:buNone/>
            </a:pPr>
            <a:r>
              <a:rPr lang="en" sz="2800" i="1" dirty="0">
                <a:solidFill>
                  <a:srgbClr val="707BA8"/>
                </a:solidFill>
                <a:latin typeface="Times New Roman" panose="02020603050405020304" pitchFamily="18" charset="0"/>
                <a:ea typeface="Spectral ExtraLight"/>
                <a:cs typeface="Times New Roman" panose="02020603050405020304" pitchFamily="18" charset="0"/>
                <a:sym typeface="Spectral ExtraLight"/>
              </a:rPr>
              <a:t>2</a:t>
            </a:r>
            <a:r>
              <a:rPr lang="en" sz="2800" dirty="0">
                <a:solidFill>
                  <a:srgbClr val="707BA8"/>
                </a:solidFill>
                <a:latin typeface="Times New Roman" panose="02020603050405020304" pitchFamily="18" charset="0"/>
                <a:ea typeface="Spectral ExtraLight"/>
                <a:cs typeface="Times New Roman" panose="02020603050405020304" pitchFamily="18" charset="0"/>
                <a:sym typeface="Spectral ExtraLight"/>
              </a:rPr>
              <a:t> </a:t>
            </a:r>
            <a:r>
              <a:rPr lang="en" sz="2800" dirty="0">
                <a:solidFill>
                  <a:srgbClr val="707BA8"/>
                </a:solidFill>
                <a:latin typeface="Times New Roman" panose="02020603050405020304" pitchFamily="18" charset="0"/>
                <a:ea typeface="Familjen Grotesk"/>
                <a:cs typeface="Times New Roman" panose="02020603050405020304" pitchFamily="18" charset="0"/>
                <a:sym typeface="Familjen Grotesk"/>
              </a:rPr>
              <a:t>Features</a:t>
            </a:r>
            <a:endParaRPr sz="2800" dirty="0">
              <a:solidFill>
                <a:srgbClr val="707BA8"/>
              </a:solidFill>
              <a:latin typeface="Times New Roman" panose="02020603050405020304" pitchFamily="18" charset="0"/>
              <a:ea typeface="Familjen Grotesk"/>
              <a:cs typeface="Times New Roman" panose="02020603050405020304" pitchFamily="18" charset="0"/>
              <a:sym typeface="Familjen Grotesk"/>
            </a:endParaRPr>
          </a:p>
          <a:p>
            <a:pPr marL="0" lvl="0" indent="0" algn="l" rtl="0">
              <a:lnSpc>
                <a:spcPct val="80000"/>
              </a:lnSpc>
              <a:spcBef>
                <a:spcPts val="0"/>
              </a:spcBef>
              <a:spcAft>
                <a:spcPts val="0"/>
              </a:spcAft>
              <a:buNone/>
            </a:pPr>
            <a:r>
              <a:rPr lang="en" sz="2800" i="1" dirty="0">
                <a:solidFill>
                  <a:srgbClr val="707BA8"/>
                </a:solidFill>
                <a:latin typeface="Times New Roman" panose="02020603050405020304" pitchFamily="18" charset="0"/>
                <a:ea typeface="Spectral ExtraLight"/>
                <a:cs typeface="Times New Roman" panose="02020603050405020304" pitchFamily="18" charset="0"/>
                <a:sym typeface="Spectral ExtraLight"/>
              </a:rPr>
              <a:t>3</a:t>
            </a:r>
            <a:r>
              <a:rPr lang="en" sz="2800" dirty="0">
                <a:solidFill>
                  <a:srgbClr val="707BA8"/>
                </a:solidFill>
                <a:latin typeface="Times New Roman" panose="02020603050405020304" pitchFamily="18" charset="0"/>
                <a:ea typeface="Spectral ExtraLight"/>
                <a:cs typeface="Times New Roman" panose="02020603050405020304" pitchFamily="18" charset="0"/>
                <a:sym typeface="Spectral ExtraLight"/>
              </a:rPr>
              <a:t> </a:t>
            </a:r>
            <a:r>
              <a:rPr lang="en" sz="2800" dirty="0">
                <a:solidFill>
                  <a:srgbClr val="707BA8"/>
                </a:solidFill>
                <a:latin typeface="Times New Roman" panose="02020603050405020304" pitchFamily="18" charset="0"/>
                <a:ea typeface="Familjen Grotesk"/>
                <a:cs typeface="Times New Roman" panose="02020603050405020304" pitchFamily="18" charset="0"/>
                <a:sym typeface="Familjen Grotesk"/>
              </a:rPr>
              <a:t>Database Tables</a:t>
            </a:r>
            <a:endParaRPr sz="2800" dirty="0">
              <a:solidFill>
                <a:srgbClr val="707BA8"/>
              </a:solidFill>
              <a:latin typeface="Times New Roman" panose="02020603050405020304" pitchFamily="18" charset="0"/>
              <a:ea typeface="Familjen Grotesk"/>
              <a:cs typeface="Times New Roman" panose="02020603050405020304" pitchFamily="18" charset="0"/>
              <a:sym typeface="Familjen Grotesk"/>
            </a:endParaRPr>
          </a:p>
          <a:p>
            <a:pPr marL="0" lvl="0" indent="0" algn="l" rtl="0">
              <a:lnSpc>
                <a:spcPct val="80000"/>
              </a:lnSpc>
              <a:spcBef>
                <a:spcPts val="0"/>
              </a:spcBef>
              <a:spcAft>
                <a:spcPts val="0"/>
              </a:spcAft>
              <a:buNone/>
            </a:pPr>
            <a:r>
              <a:rPr lang="en" sz="2800" i="1" dirty="0">
                <a:solidFill>
                  <a:srgbClr val="707BA8"/>
                </a:solidFill>
                <a:latin typeface="Times New Roman" panose="02020603050405020304" pitchFamily="18" charset="0"/>
                <a:ea typeface="Spectral ExtraLight"/>
                <a:cs typeface="Times New Roman" panose="02020603050405020304" pitchFamily="18" charset="0"/>
                <a:sym typeface="Spectral ExtraLight"/>
              </a:rPr>
              <a:t>4</a:t>
            </a:r>
            <a:r>
              <a:rPr lang="en" sz="2800" dirty="0">
                <a:solidFill>
                  <a:srgbClr val="707BA8"/>
                </a:solidFill>
                <a:latin typeface="Times New Roman" panose="02020603050405020304" pitchFamily="18" charset="0"/>
                <a:ea typeface="Spectral ExtraLight"/>
                <a:cs typeface="Times New Roman" panose="02020603050405020304" pitchFamily="18" charset="0"/>
                <a:sym typeface="Spectral ExtraLight"/>
              </a:rPr>
              <a:t> </a:t>
            </a:r>
            <a:r>
              <a:rPr lang="en" sz="2800" dirty="0">
                <a:solidFill>
                  <a:srgbClr val="707BA8"/>
                </a:solidFill>
                <a:latin typeface="Times New Roman" panose="02020603050405020304" pitchFamily="18" charset="0"/>
                <a:ea typeface="Familjen Grotesk"/>
                <a:cs typeface="Times New Roman" panose="02020603050405020304" pitchFamily="18" charset="0"/>
                <a:sym typeface="Familjen Grotesk"/>
              </a:rPr>
              <a:t>Design</a:t>
            </a:r>
            <a:endParaRPr sz="2800" dirty="0">
              <a:solidFill>
                <a:srgbClr val="707BA8"/>
              </a:solidFill>
              <a:latin typeface="Times New Roman" panose="02020603050405020304" pitchFamily="18" charset="0"/>
              <a:ea typeface="Familjen Grotesk"/>
              <a:cs typeface="Times New Roman" panose="02020603050405020304" pitchFamily="18" charset="0"/>
              <a:sym typeface="Familjen Grotesk"/>
            </a:endParaRPr>
          </a:p>
          <a:p>
            <a:pPr marL="0" lvl="0" indent="0" algn="l" rtl="0">
              <a:lnSpc>
                <a:spcPct val="80000"/>
              </a:lnSpc>
              <a:spcBef>
                <a:spcPts val="0"/>
              </a:spcBef>
              <a:spcAft>
                <a:spcPts val="0"/>
              </a:spcAft>
              <a:buNone/>
            </a:pPr>
            <a:r>
              <a:rPr lang="en" sz="2800" i="1" dirty="0">
                <a:solidFill>
                  <a:srgbClr val="707BA8"/>
                </a:solidFill>
                <a:latin typeface="Times New Roman" panose="02020603050405020304" pitchFamily="18" charset="0"/>
                <a:ea typeface="Spectral ExtraLight"/>
                <a:cs typeface="Times New Roman" panose="02020603050405020304" pitchFamily="18" charset="0"/>
                <a:sym typeface="Spectral ExtraLight"/>
              </a:rPr>
              <a:t>6 </a:t>
            </a:r>
            <a:r>
              <a:rPr lang="en" sz="2800" dirty="0">
                <a:solidFill>
                  <a:srgbClr val="707BA8"/>
                </a:solidFill>
                <a:latin typeface="Times New Roman" panose="02020603050405020304" pitchFamily="18" charset="0"/>
                <a:ea typeface="Familjen Grotesk"/>
                <a:cs typeface="Times New Roman" panose="02020603050405020304" pitchFamily="18" charset="0"/>
                <a:sym typeface="Familjen Grotesk"/>
              </a:rPr>
              <a:t>Conclusion</a:t>
            </a:r>
            <a:endParaRPr sz="2800" dirty="0">
              <a:solidFill>
                <a:srgbClr val="707BA8"/>
              </a:solidFill>
              <a:latin typeface="Times New Roman" panose="02020603050405020304" pitchFamily="18" charset="0"/>
              <a:ea typeface="Familjen Grotesk"/>
              <a:cs typeface="Times New Roman" panose="02020603050405020304" pitchFamily="18" charset="0"/>
              <a:sym typeface="Familjen Grotesk"/>
            </a:endParaRPr>
          </a:p>
        </p:txBody>
      </p:sp>
    </p:spTree>
    <p:extLst>
      <p:ext uri="{BB962C8B-B14F-4D97-AF65-F5344CB8AC3E}">
        <p14:creationId xmlns:p14="http://schemas.microsoft.com/office/powerpoint/2010/main" val="4007393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076"/>
                                        </p:tgtEl>
                                        <p:attrNameLst>
                                          <p:attrName>style.visibility</p:attrName>
                                        </p:attrNameLst>
                                      </p:cBhvr>
                                      <p:to>
                                        <p:strVal val="visible"/>
                                      </p:to>
                                    </p:set>
                                    <p:anim calcmode="lin" valueType="num">
                                      <p:cBhvr>
                                        <p:cTn id="7" dur="500" fill="hold"/>
                                        <p:tgtEl>
                                          <p:spTgt spid="3076"/>
                                        </p:tgtEl>
                                        <p:attrNameLst>
                                          <p:attrName>ppt_w</p:attrName>
                                        </p:attrNameLst>
                                      </p:cBhvr>
                                      <p:tavLst>
                                        <p:tav tm="0">
                                          <p:val>
                                            <p:fltVal val="0"/>
                                          </p:val>
                                        </p:tav>
                                        <p:tav tm="100000">
                                          <p:val>
                                            <p:strVal val="#ppt_w"/>
                                          </p:val>
                                        </p:tav>
                                      </p:tavLst>
                                    </p:anim>
                                    <p:anim calcmode="lin" valueType="num">
                                      <p:cBhvr>
                                        <p:cTn id="8" dur="500" fill="hold"/>
                                        <p:tgtEl>
                                          <p:spTgt spid="3076"/>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 presetClass="entr" presetSubtype="0" fill="hold" nodeType="afterEffect">
                                  <p:stCondLst>
                                    <p:cond delay="0"/>
                                  </p:stCondLst>
                                  <p:iterate type="lt">
                                    <p:tmAbs val="300"/>
                                  </p:iterate>
                                  <p:childTnLst>
                                    <p:set>
                                      <p:cBhvr>
                                        <p:cTn id="11" dur="1" fill="hold">
                                          <p:stCondLst>
                                            <p:cond delay="0"/>
                                          </p:stCondLst>
                                        </p:cTn>
                                        <p:tgtEl>
                                          <p:spTgt spid="4">
                                            <p:txEl>
                                              <p:pRg st="0" end="0"/>
                                            </p:txEl>
                                          </p:spTgt>
                                        </p:tgtEl>
                                        <p:attrNameLst>
                                          <p:attrName>style.visibility</p:attrName>
                                        </p:attrNameLst>
                                      </p:cBhvr>
                                      <p:to>
                                        <p:strVal val="visible"/>
                                      </p:to>
                                    </p:set>
                                  </p:childTnLst>
                                </p:cTn>
                              </p:par>
                            </p:childTnLst>
                          </p:cTn>
                        </p:par>
                        <p:par>
                          <p:cTn id="12" fill="hold">
                            <p:stCondLst>
                              <p:cond delay="2001"/>
                            </p:stCondLst>
                            <p:childTnLst>
                              <p:par>
                                <p:cTn id="13" presetID="42" presetClass="entr" presetSubtype="0" fill="hold" nodeType="after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1000"/>
                                        <p:tgtEl>
                                          <p:spTgt spid="5">
                                            <p:txEl>
                                              <p:pRg st="0" end="0"/>
                                            </p:txEl>
                                          </p:spTgt>
                                        </p:tgtEl>
                                      </p:cBhvr>
                                    </p:animEffect>
                                    <p:anim calcmode="lin" valueType="num">
                                      <p:cBhvr>
                                        <p:cTn id="16"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par>
                          <p:cTn id="18" fill="hold">
                            <p:stCondLst>
                              <p:cond delay="3001"/>
                            </p:stCondLst>
                            <p:childTnLst>
                              <p:par>
                                <p:cTn id="19" presetID="42" presetClass="entr" presetSubtype="0" fill="hold" nodeType="after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1000"/>
                                        <p:tgtEl>
                                          <p:spTgt spid="5">
                                            <p:txEl>
                                              <p:pRg st="1" end="1"/>
                                            </p:txEl>
                                          </p:spTgt>
                                        </p:tgtEl>
                                      </p:cBhvr>
                                    </p:animEffect>
                                    <p:anim calcmode="lin" valueType="num">
                                      <p:cBhvr>
                                        <p:cTn id="22"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par>
                          <p:cTn id="24" fill="hold">
                            <p:stCondLst>
                              <p:cond delay="4001"/>
                            </p:stCondLst>
                            <p:childTnLst>
                              <p:par>
                                <p:cTn id="25" presetID="42" presetClass="entr" presetSubtype="0" fill="hold" nodeType="after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fade">
                                      <p:cBhvr>
                                        <p:cTn id="27" dur="1000"/>
                                        <p:tgtEl>
                                          <p:spTgt spid="5">
                                            <p:txEl>
                                              <p:pRg st="2" end="2"/>
                                            </p:txEl>
                                          </p:spTgt>
                                        </p:tgtEl>
                                      </p:cBhvr>
                                    </p:animEffect>
                                    <p:anim calcmode="lin" valueType="num">
                                      <p:cBhvr>
                                        <p:cTn id="2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par>
                          <p:cTn id="30" fill="hold">
                            <p:stCondLst>
                              <p:cond delay="5001"/>
                            </p:stCondLst>
                            <p:childTnLst>
                              <p:par>
                                <p:cTn id="31" presetID="42" presetClass="entr" presetSubtype="0" fill="hold" nodeType="after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animEffect transition="in" filter="fade">
                                      <p:cBhvr>
                                        <p:cTn id="33" dur="1000"/>
                                        <p:tgtEl>
                                          <p:spTgt spid="5">
                                            <p:txEl>
                                              <p:pRg st="3" end="3"/>
                                            </p:txEl>
                                          </p:spTgt>
                                        </p:tgtEl>
                                      </p:cBhvr>
                                    </p:animEffect>
                                    <p:anim calcmode="lin" valueType="num">
                                      <p:cBhvr>
                                        <p:cTn id="34"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par>
                          <p:cTn id="36" fill="hold">
                            <p:stCondLst>
                              <p:cond delay="6001"/>
                            </p:stCondLst>
                            <p:childTnLst>
                              <p:par>
                                <p:cTn id="37" presetID="42" presetClass="entr" presetSubtype="0" fill="hold" nodeType="after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animEffect transition="in" filter="fade">
                                      <p:cBhvr>
                                        <p:cTn id="39" dur="1000"/>
                                        <p:tgtEl>
                                          <p:spTgt spid="5">
                                            <p:txEl>
                                              <p:pRg st="4" end="4"/>
                                            </p:txEl>
                                          </p:spTgt>
                                        </p:tgtEl>
                                      </p:cBhvr>
                                    </p:animEffect>
                                    <p:anim calcmode="lin" valueType="num">
                                      <p:cBhvr>
                                        <p:cTn id="40"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54"/>
        <p:cNvGrpSpPr/>
        <p:nvPr/>
      </p:nvGrpSpPr>
      <p:grpSpPr>
        <a:xfrm>
          <a:off x="0" y="0"/>
          <a:ext cx="0" cy="0"/>
          <a:chOff x="0" y="0"/>
          <a:chExt cx="0" cy="0"/>
        </a:xfrm>
      </p:grpSpPr>
      <p:sp>
        <p:nvSpPr>
          <p:cNvPr id="155" name="Google Shape;155;p19"/>
          <p:cNvSpPr/>
          <p:nvPr/>
        </p:nvSpPr>
        <p:spPr>
          <a:xfrm>
            <a:off x="665325" y="946825"/>
            <a:ext cx="1212900" cy="4605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56" name="Google Shape;156;p19"/>
          <p:cNvGrpSpPr/>
          <p:nvPr/>
        </p:nvGrpSpPr>
        <p:grpSpPr>
          <a:xfrm>
            <a:off x="-6" y="2"/>
            <a:ext cx="4572034" cy="2898865"/>
            <a:chOff x="2408475" y="1200156"/>
            <a:chExt cx="4326300" cy="2743059"/>
          </a:xfrm>
          <a:solidFill>
            <a:srgbClr val="EBE6D6"/>
          </a:solidFill>
        </p:grpSpPr>
        <p:sp>
          <p:nvSpPr>
            <p:cNvPr id="157" name="Google Shape;157;p19"/>
            <p:cNvSpPr/>
            <p:nvPr/>
          </p:nvSpPr>
          <p:spPr>
            <a:xfrm>
              <a:off x="2411987" y="1200156"/>
              <a:ext cx="4319400" cy="2635200"/>
            </a:xfrm>
            <a:prstGeom prst="rect">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dirty="0">
                <a:solidFill>
                  <a:srgbClr val="282929"/>
                </a:solidFill>
                <a:latin typeface="Roboto"/>
                <a:ea typeface="Roboto"/>
                <a:cs typeface="Roboto"/>
                <a:sym typeface="Roboto"/>
              </a:endParaRPr>
            </a:p>
          </p:txBody>
        </p:sp>
        <p:sp>
          <p:nvSpPr>
            <p:cNvPr id="158" name="Google Shape;158;p19"/>
            <p:cNvSpPr/>
            <p:nvPr/>
          </p:nvSpPr>
          <p:spPr>
            <a:xfrm>
              <a:off x="241198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59" name="Google Shape;159;p19"/>
            <p:cNvSpPr/>
            <p:nvPr/>
          </p:nvSpPr>
          <p:spPr>
            <a:xfrm>
              <a:off x="2627956"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0" name="Google Shape;160;p19"/>
            <p:cNvSpPr/>
            <p:nvPr/>
          </p:nvSpPr>
          <p:spPr>
            <a:xfrm>
              <a:off x="2843925"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1" name="Google Shape;161;p19"/>
            <p:cNvSpPr/>
            <p:nvPr/>
          </p:nvSpPr>
          <p:spPr>
            <a:xfrm>
              <a:off x="3059894"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2" name="Google Shape;162;p19"/>
            <p:cNvSpPr/>
            <p:nvPr/>
          </p:nvSpPr>
          <p:spPr>
            <a:xfrm>
              <a:off x="3275863"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3" name="Google Shape;163;p19"/>
            <p:cNvSpPr/>
            <p:nvPr/>
          </p:nvSpPr>
          <p:spPr>
            <a:xfrm>
              <a:off x="3491832"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4" name="Google Shape;164;p19"/>
            <p:cNvSpPr/>
            <p:nvPr/>
          </p:nvSpPr>
          <p:spPr>
            <a:xfrm>
              <a:off x="3707801"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5" name="Google Shape;165;p19"/>
            <p:cNvSpPr/>
            <p:nvPr/>
          </p:nvSpPr>
          <p:spPr>
            <a:xfrm>
              <a:off x="3923770"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6" name="Google Shape;166;p19"/>
            <p:cNvSpPr/>
            <p:nvPr/>
          </p:nvSpPr>
          <p:spPr>
            <a:xfrm>
              <a:off x="4139739"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7" name="Google Shape;167;p19"/>
            <p:cNvSpPr/>
            <p:nvPr/>
          </p:nvSpPr>
          <p:spPr>
            <a:xfrm>
              <a:off x="4355708"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8" name="Google Shape;168;p19"/>
            <p:cNvSpPr/>
            <p:nvPr/>
          </p:nvSpPr>
          <p:spPr>
            <a:xfrm>
              <a:off x="457167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9" name="Google Shape;169;p19"/>
            <p:cNvSpPr/>
            <p:nvPr/>
          </p:nvSpPr>
          <p:spPr>
            <a:xfrm>
              <a:off x="4787645"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0" name="Google Shape;170;p19"/>
            <p:cNvSpPr/>
            <p:nvPr/>
          </p:nvSpPr>
          <p:spPr>
            <a:xfrm>
              <a:off x="5003614"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1" name="Google Shape;171;p19"/>
            <p:cNvSpPr/>
            <p:nvPr/>
          </p:nvSpPr>
          <p:spPr>
            <a:xfrm>
              <a:off x="5219583"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2" name="Google Shape;172;p19"/>
            <p:cNvSpPr/>
            <p:nvPr/>
          </p:nvSpPr>
          <p:spPr>
            <a:xfrm>
              <a:off x="5435552"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3" name="Google Shape;173;p19"/>
            <p:cNvSpPr/>
            <p:nvPr/>
          </p:nvSpPr>
          <p:spPr>
            <a:xfrm>
              <a:off x="5651521"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4" name="Google Shape;174;p19"/>
            <p:cNvSpPr/>
            <p:nvPr/>
          </p:nvSpPr>
          <p:spPr>
            <a:xfrm>
              <a:off x="5867490"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5" name="Google Shape;175;p19"/>
            <p:cNvSpPr/>
            <p:nvPr/>
          </p:nvSpPr>
          <p:spPr>
            <a:xfrm>
              <a:off x="6083459"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6" name="Google Shape;176;p19"/>
            <p:cNvSpPr/>
            <p:nvPr/>
          </p:nvSpPr>
          <p:spPr>
            <a:xfrm>
              <a:off x="6299428"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7" name="Google Shape;177;p19"/>
            <p:cNvSpPr/>
            <p:nvPr/>
          </p:nvSpPr>
          <p:spPr>
            <a:xfrm>
              <a:off x="651539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8" name="Google Shape;178;p19"/>
            <p:cNvSpPr txBox="1"/>
            <p:nvPr/>
          </p:nvSpPr>
          <p:spPr>
            <a:xfrm>
              <a:off x="2411984" y="2018754"/>
              <a:ext cx="3195600" cy="1736700"/>
            </a:xfrm>
            <a:prstGeom prst="rect">
              <a:avLst/>
            </a:prstGeom>
            <a:grpFill/>
            <a:ln>
              <a:noFill/>
            </a:ln>
          </p:spPr>
          <p:txBody>
            <a:bodyPr spcFirstLastPara="1" wrap="square" lIns="289875" tIns="96625" rIns="289875" bIns="96625" anchor="ctr" anchorCtr="0">
              <a:noAutofit/>
            </a:bodyPr>
            <a:lstStyle/>
            <a:p>
              <a:pPr marL="0" lvl="0" indent="0" algn="l" rtl="0">
                <a:lnSpc>
                  <a:spcPct val="90000"/>
                </a:lnSpc>
                <a:spcBef>
                  <a:spcPts val="0"/>
                </a:spcBef>
                <a:spcAft>
                  <a:spcPts val="0"/>
                </a:spcAft>
                <a:buNone/>
              </a:pPr>
              <a:r>
                <a:rPr lang="en" sz="4861">
                  <a:solidFill>
                    <a:srgbClr val="282929"/>
                  </a:solidFill>
                  <a:latin typeface="Noto Serif Gujarati"/>
                  <a:ea typeface="Noto Serif Gujarati"/>
                  <a:cs typeface="Noto Serif Gujarati"/>
                  <a:sym typeface="Noto Serif Gujarati"/>
                </a:rPr>
                <a:t>ABOUT</a:t>
              </a:r>
              <a:endParaRPr sz="4861">
                <a:solidFill>
                  <a:srgbClr val="282929"/>
                </a:solidFill>
                <a:latin typeface="Noto Serif Gujarati"/>
                <a:ea typeface="Noto Serif Gujarati"/>
                <a:cs typeface="Noto Serif Gujarati"/>
                <a:sym typeface="Noto Serif Gujarati"/>
              </a:endParaRPr>
            </a:p>
          </p:txBody>
        </p:sp>
        <p:cxnSp>
          <p:nvCxnSpPr>
            <p:cNvPr id="179" name="Google Shape;179;p19"/>
            <p:cNvCxnSpPr/>
            <p:nvPr/>
          </p:nvCxnSpPr>
          <p:spPr>
            <a:xfrm>
              <a:off x="2408475" y="2018754"/>
              <a:ext cx="4326300" cy="0"/>
            </a:xfrm>
            <a:prstGeom prst="straightConnector1">
              <a:avLst/>
            </a:prstGeom>
            <a:grpFill/>
            <a:ln w="20125" cap="flat" cmpd="sng">
              <a:solidFill>
                <a:srgbClr val="282929"/>
              </a:solidFill>
              <a:prstDash val="solid"/>
              <a:round/>
              <a:headEnd type="none" w="med" len="med"/>
              <a:tailEnd type="none" w="med" len="med"/>
            </a:ln>
          </p:spPr>
        </p:cxnSp>
        <p:cxnSp>
          <p:nvCxnSpPr>
            <p:cNvPr id="180" name="Google Shape;180;p19"/>
            <p:cNvCxnSpPr/>
            <p:nvPr/>
          </p:nvCxnSpPr>
          <p:spPr>
            <a:xfrm>
              <a:off x="2408475" y="1744654"/>
              <a:ext cx="4326300" cy="0"/>
            </a:xfrm>
            <a:prstGeom prst="straightConnector1">
              <a:avLst/>
            </a:prstGeom>
            <a:grpFill/>
            <a:ln w="20125" cap="flat" cmpd="sng">
              <a:solidFill>
                <a:srgbClr val="282929"/>
              </a:solidFill>
              <a:prstDash val="solid"/>
              <a:round/>
              <a:headEnd type="none" w="med" len="med"/>
              <a:tailEnd type="none" w="med" len="med"/>
            </a:ln>
          </p:spPr>
        </p:cxnSp>
        <p:cxnSp>
          <p:nvCxnSpPr>
            <p:cNvPr id="181" name="Google Shape;181;p19"/>
            <p:cNvCxnSpPr/>
            <p:nvPr/>
          </p:nvCxnSpPr>
          <p:spPr>
            <a:xfrm>
              <a:off x="2408475" y="1470554"/>
              <a:ext cx="4326300" cy="0"/>
            </a:xfrm>
            <a:prstGeom prst="straightConnector1">
              <a:avLst/>
            </a:prstGeom>
            <a:grpFill/>
            <a:ln w="20125" cap="flat" cmpd="sng">
              <a:solidFill>
                <a:srgbClr val="282929"/>
              </a:solidFill>
              <a:prstDash val="solid"/>
              <a:round/>
              <a:headEnd type="none" w="med" len="med"/>
              <a:tailEnd type="none" w="med" len="med"/>
            </a:ln>
          </p:spPr>
        </p:cxnSp>
        <p:sp>
          <p:nvSpPr>
            <p:cNvPr id="182" name="Google Shape;182;p19"/>
            <p:cNvSpPr txBox="1"/>
            <p:nvPr/>
          </p:nvSpPr>
          <p:spPr>
            <a:xfrm>
              <a:off x="2408475" y="1470554"/>
              <a:ext cx="2177400" cy="273600"/>
            </a:xfrm>
            <a:prstGeom prst="rect">
              <a:avLst/>
            </a:prstGeom>
            <a:grpFill/>
            <a:ln>
              <a:noFill/>
            </a:ln>
          </p:spPr>
          <p:txBody>
            <a:bodyPr spcFirstLastPara="1" wrap="square" lIns="289875" tIns="96625" rIns="289875" bIns="96625" anchor="ctr" anchorCtr="0">
              <a:noAutofit/>
            </a:bodyPr>
            <a:lstStyle/>
            <a:p>
              <a:pPr marL="0" lvl="0" indent="0" algn="l"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WORKFLOW  MANAGEMENT SYSTEM</a:t>
              </a:r>
              <a:endParaRPr sz="845">
                <a:solidFill>
                  <a:srgbClr val="282929"/>
                </a:solidFill>
                <a:latin typeface="Roboto Condensed"/>
                <a:ea typeface="Roboto Condensed"/>
                <a:cs typeface="Roboto Condensed"/>
                <a:sym typeface="Roboto Condensed"/>
              </a:endParaRPr>
            </a:p>
          </p:txBody>
        </p:sp>
        <p:sp>
          <p:nvSpPr>
            <p:cNvPr id="183" name="Google Shape;183;p19"/>
            <p:cNvSpPr txBox="1"/>
            <p:nvPr/>
          </p:nvSpPr>
          <p:spPr>
            <a:xfrm>
              <a:off x="4864218" y="1470554"/>
              <a:ext cx="1867500" cy="273600"/>
            </a:xfrm>
            <a:prstGeom prst="rect">
              <a:avLst/>
            </a:prstGeom>
            <a:grpFill/>
            <a:ln>
              <a:noFill/>
            </a:ln>
          </p:spPr>
          <p:txBody>
            <a:bodyPr spcFirstLastPara="1" wrap="square" lIns="289875" tIns="96625" rIns="289875" bIns="96625" anchor="ctr" anchorCtr="0">
              <a:noAutofit/>
            </a:bodyPr>
            <a:lstStyle/>
            <a:p>
              <a:pPr marL="0" lvl="0" indent="0" algn="r"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GURLAKSHPREET KAUR</a:t>
              </a:r>
              <a:endParaRPr sz="845">
                <a:solidFill>
                  <a:srgbClr val="282929"/>
                </a:solidFill>
                <a:latin typeface="Roboto Condensed"/>
                <a:ea typeface="Roboto Condensed"/>
                <a:cs typeface="Roboto Condensed"/>
                <a:sym typeface="Roboto Condensed"/>
              </a:endParaRPr>
            </a:p>
          </p:txBody>
        </p:sp>
        <p:sp>
          <p:nvSpPr>
            <p:cNvPr id="184" name="Google Shape;184;p19"/>
            <p:cNvSpPr/>
            <p:nvPr/>
          </p:nvSpPr>
          <p:spPr>
            <a:xfrm>
              <a:off x="5607637" y="2402884"/>
              <a:ext cx="956400" cy="956400"/>
            </a:xfrm>
            <a:prstGeom prst="ellipse">
              <a:avLst/>
            </a:prstGeom>
            <a:grpFill/>
            <a:ln w="20125" cap="flat" cmpd="sng">
              <a:solidFill>
                <a:srgbClr val="282929"/>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 sz="5073">
                  <a:solidFill>
                    <a:srgbClr val="282929"/>
                  </a:solidFill>
                  <a:latin typeface="Roboto Condensed"/>
                  <a:ea typeface="Roboto Condensed"/>
                  <a:cs typeface="Roboto Condensed"/>
                  <a:sym typeface="Roboto Condensed"/>
                </a:rPr>
                <a:t>01</a:t>
              </a:r>
              <a:endParaRPr sz="5073">
                <a:solidFill>
                  <a:srgbClr val="282929"/>
                </a:solidFill>
                <a:latin typeface="Roboto Condensed"/>
                <a:ea typeface="Roboto Condensed"/>
                <a:cs typeface="Roboto Condensed"/>
                <a:sym typeface="Roboto Condensed"/>
              </a:endParaRPr>
            </a:p>
          </p:txBody>
        </p:sp>
      </p:grpSp>
      <p:sp>
        <p:nvSpPr>
          <p:cNvPr id="185" name="Google Shape;185;p19"/>
          <p:cNvSpPr txBox="1"/>
          <p:nvPr/>
        </p:nvSpPr>
        <p:spPr>
          <a:xfrm>
            <a:off x="98100" y="2991000"/>
            <a:ext cx="4375800" cy="1947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dirty="0">
                <a:solidFill>
                  <a:schemeClr val="lt2"/>
                </a:solidFill>
                <a:latin typeface="Noto Serif Gujarati"/>
                <a:ea typeface="Noto Serif Gujarati"/>
                <a:cs typeface="Noto Serif Gujarati"/>
                <a:sym typeface="Noto Serif Gujarati"/>
              </a:rPr>
              <a:t>Workflow management systems are the softwares used in corporate to coordinate employees and ensure a smooth workflow between different departments. Essentially, it ensures that a company is able to efficiently approach its goals and meet the needs of its clients in an organised manner.</a:t>
            </a:r>
            <a:endParaRPr b="1" dirty="0">
              <a:solidFill>
                <a:schemeClr val="lt2"/>
              </a:solidFill>
              <a:latin typeface="Noto Serif Gujarati"/>
              <a:ea typeface="Noto Serif Gujarati"/>
              <a:cs typeface="Noto Serif Gujarati"/>
              <a:sym typeface="Noto Serif Gujarati"/>
            </a:endParaRPr>
          </a:p>
          <a:p>
            <a:pPr marL="0" lvl="0" indent="0" algn="l" rtl="0">
              <a:lnSpc>
                <a:spcPct val="115000"/>
              </a:lnSpc>
              <a:spcBef>
                <a:spcPts val="0"/>
              </a:spcBef>
              <a:spcAft>
                <a:spcPts val="0"/>
              </a:spcAft>
              <a:buNone/>
            </a:pPr>
            <a:endParaRPr dirty="0">
              <a:solidFill>
                <a:schemeClr val="lt2"/>
              </a:solidFill>
              <a:latin typeface="Noto Serif Gujarati"/>
              <a:ea typeface="Noto Serif Gujarati"/>
              <a:cs typeface="Noto Serif Gujarati"/>
              <a:sym typeface="Noto Serif Gujarati"/>
            </a:endParaRPr>
          </a:p>
          <a:p>
            <a:pPr marL="0" lvl="0" indent="0" algn="l" rtl="0">
              <a:spcBef>
                <a:spcPts val="1600"/>
              </a:spcBef>
              <a:spcAft>
                <a:spcPts val="0"/>
              </a:spcAft>
              <a:buNone/>
            </a:pPr>
            <a:endParaRPr dirty="0">
              <a:solidFill>
                <a:schemeClr val="lt2"/>
              </a:solidFill>
              <a:latin typeface="Noto Serif Gujarati"/>
              <a:ea typeface="Noto Serif Gujarati"/>
              <a:cs typeface="Noto Serif Gujarati"/>
              <a:sym typeface="Noto Serif Gujarati"/>
            </a:endParaRPr>
          </a:p>
        </p:txBody>
      </p:sp>
      <p:cxnSp>
        <p:nvCxnSpPr>
          <p:cNvPr id="186" name="Google Shape;186;p19"/>
          <p:cNvCxnSpPr/>
          <p:nvPr/>
        </p:nvCxnSpPr>
        <p:spPr>
          <a:xfrm>
            <a:off x="4672650" y="130500"/>
            <a:ext cx="0" cy="4882500"/>
          </a:xfrm>
          <a:prstGeom prst="straightConnector1">
            <a:avLst/>
          </a:prstGeom>
          <a:noFill/>
          <a:ln w="9525" cap="flat" cmpd="sng">
            <a:solidFill>
              <a:schemeClr val="dk2"/>
            </a:solidFill>
            <a:prstDash val="solid"/>
            <a:round/>
            <a:headEnd type="none" w="med" len="med"/>
            <a:tailEnd type="none" w="med" len="med"/>
          </a:ln>
        </p:spPr>
      </p:cxnSp>
      <p:grpSp>
        <p:nvGrpSpPr>
          <p:cNvPr id="187" name="Google Shape;187;p19"/>
          <p:cNvGrpSpPr/>
          <p:nvPr/>
        </p:nvGrpSpPr>
        <p:grpSpPr>
          <a:xfrm>
            <a:off x="5357250" y="687125"/>
            <a:ext cx="3087900" cy="3769200"/>
            <a:chOff x="3028050" y="687125"/>
            <a:chExt cx="3087900" cy="3769200"/>
          </a:xfrm>
        </p:grpSpPr>
        <p:sp>
          <p:nvSpPr>
            <p:cNvPr id="188" name="Google Shape;188;p19"/>
            <p:cNvSpPr/>
            <p:nvPr/>
          </p:nvSpPr>
          <p:spPr>
            <a:xfrm>
              <a:off x="3028050" y="687125"/>
              <a:ext cx="3087900" cy="3769200"/>
            </a:xfrm>
            <a:prstGeom prst="rect">
              <a:avLst/>
            </a:prstGeom>
            <a:solidFill>
              <a:srgbClr val="EFBC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rtian Mono"/>
                <a:ea typeface="Martian Mono"/>
                <a:cs typeface="Martian Mono"/>
                <a:sym typeface="Martian Mono"/>
              </a:endParaRPr>
            </a:p>
          </p:txBody>
        </p:sp>
        <p:pic>
          <p:nvPicPr>
            <p:cNvPr id="189" name="Google Shape;189;p19" descr="Close-up of three people at work, featuring laptops, notebooks, and pens."/>
            <p:cNvPicPr preferRelativeResize="0"/>
            <p:nvPr/>
          </p:nvPicPr>
          <p:blipFill rotWithShape="1">
            <a:blip r:embed="rId3">
              <a:alphaModFix/>
            </a:blip>
            <a:srcRect l="25549" t="14565" r="4491" b="17185"/>
            <a:stretch/>
          </p:blipFill>
          <p:spPr>
            <a:xfrm flipH="1">
              <a:off x="3072350" y="2369625"/>
              <a:ext cx="2999100" cy="2043000"/>
            </a:xfrm>
            <a:prstGeom prst="rect">
              <a:avLst/>
            </a:prstGeom>
            <a:solidFill>
              <a:srgbClr val="E8F0FE"/>
            </a:solidFill>
            <a:ln>
              <a:noFill/>
            </a:ln>
          </p:spPr>
        </p:pic>
        <p:sp>
          <p:nvSpPr>
            <p:cNvPr id="190" name="Google Shape;190;p19"/>
            <p:cNvSpPr txBox="1"/>
            <p:nvPr/>
          </p:nvSpPr>
          <p:spPr>
            <a:xfrm>
              <a:off x="3072450" y="728825"/>
              <a:ext cx="2999100" cy="1597200"/>
            </a:xfrm>
            <a:prstGeom prst="rect">
              <a:avLst/>
            </a:prstGeom>
            <a:solidFill>
              <a:srgbClr val="EBE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700">
                  <a:solidFill>
                    <a:srgbClr val="100E00"/>
                  </a:solidFill>
                  <a:latin typeface="Martian Mono"/>
                  <a:ea typeface="Martian Mono"/>
                  <a:cs typeface="Martian Mono"/>
                  <a:sym typeface="Martian Mono"/>
                </a:rPr>
                <a:t>Workflow management systems improve employee productivity by 25-40% </a:t>
              </a:r>
              <a:endParaRPr sz="1700">
                <a:solidFill>
                  <a:srgbClr val="100E00"/>
                </a:solidFill>
                <a:latin typeface="Martian Mono"/>
                <a:ea typeface="Martian Mono"/>
                <a:cs typeface="Martian Mono"/>
                <a:sym typeface="Martian Mono"/>
              </a:endParaRPr>
            </a:p>
          </p:txBody>
        </p:sp>
      </p:gr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 calcmode="lin" valueType="num">
                                      <p:cBhvr additive="base">
                                        <p:cTn id="7" dur="800"/>
                                        <p:tgtEl>
                                          <p:spTgt spid="156"/>
                                        </p:tgtEl>
                                        <p:attrNameLst>
                                          <p:attrName>ppt_y</p:attrName>
                                        </p:attrNameLst>
                                      </p:cBhvr>
                                      <p:tavLst>
                                        <p:tav tm="0">
                                          <p:val>
                                            <p:strVal val="#ppt_y-1"/>
                                          </p:val>
                                        </p:tav>
                                        <p:tav tm="100000">
                                          <p:val>
                                            <p:strVal val="#ppt_y"/>
                                          </p:val>
                                        </p:tav>
                                      </p:tavLst>
                                    </p:anim>
                                  </p:childTnLst>
                                </p:cTn>
                              </p:par>
                            </p:childTnLst>
                          </p:cTn>
                        </p:par>
                        <p:par>
                          <p:cTn id="8" fill="hold">
                            <p:stCondLst>
                              <p:cond delay="800"/>
                            </p:stCondLst>
                            <p:childTnLst>
                              <p:par>
                                <p:cTn id="9" presetID="42" presetClass="entr" presetSubtype="0" fill="hold" grpId="0" nodeType="afterEffect">
                                  <p:stCondLst>
                                    <p:cond delay="0"/>
                                  </p:stCondLst>
                                  <p:childTnLst>
                                    <p:set>
                                      <p:cBhvr>
                                        <p:cTn id="10" dur="1" fill="hold">
                                          <p:stCondLst>
                                            <p:cond delay="0"/>
                                          </p:stCondLst>
                                        </p:cTn>
                                        <p:tgtEl>
                                          <p:spTgt spid="185"/>
                                        </p:tgtEl>
                                        <p:attrNameLst>
                                          <p:attrName>style.visibility</p:attrName>
                                        </p:attrNameLst>
                                      </p:cBhvr>
                                      <p:to>
                                        <p:strVal val="visible"/>
                                      </p:to>
                                    </p:set>
                                    <p:animEffect transition="in" filter="fade">
                                      <p:cBhvr>
                                        <p:cTn id="11" dur="1000"/>
                                        <p:tgtEl>
                                          <p:spTgt spid="185"/>
                                        </p:tgtEl>
                                      </p:cBhvr>
                                    </p:animEffect>
                                    <p:anim calcmode="lin" valueType="num">
                                      <p:cBhvr>
                                        <p:cTn id="12" dur="1000" fill="hold"/>
                                        <p:tgtEl>
                                          <p:spTgt spid="185"/>
                                        </p:tgtEl>
                                        <p:attrNameLst>
                                          <p:attrName>ppt_x</p:attrName>
                                        </p:attrNameLst>
                                      </p:cBhvr>
                                      <p:tavLst>
                                        <p:tav tm="0">
                                          <p:val>
                                            <p:strVal val="#ppt_x"/>
                                          </p:val>
                                        </p:tav>
                                        <p:tav tm="100000">
                                          <p:val>
                                            <p:strVal val="#ppt_x"/>
                                          </p:val>
                                        </p:tav>
                                      </p:tavLst>
                                    </p:anim>
                                    <p:anim calcmode="lin" valueType="num">
                                      <p:cBhvr>
                                        <p:cTn id="13" dur="1000" fill="hold"/>
                                        <p:tgtEl>
                                          <p:spTgt spid="185"/>
                                        </p:tgtEl>
                                        <p:attrNameLst>
                                          <p:attrName>ppt_y</p:attrName>
                                        </p:attrNameLst>
                                      </p:cBhvr>
                                      <p:tavLst>
                                        <p:tav tm="0">
                                          <p:val>
                                            <p:strVal val="#ppt_y+.1"/>
                                          </p:val>
                                        </p:tav>
                                        <p:tav tm="100000">
                                          <p:val>
                                            <p:strVal val="#ppt_y"/>
                                          </p:val>
                                        </p:tav>
                                      </p:tavLst>
                                    </p:anim>
                                  </p:childTnLst>
                                </p:cTn>
                              </p:par>
                            </p:childTnLst>
                          </p:cTn>
                        </p:par>
                        <p:par>
                          <p:cTn id="14" fill="hold">
                            <p:stCondLst>
                              <p:cond delay="1800"/>
                            </p:stCondLst>
                            <p:childTnLst>
                              <p:par>
                                <p:cTn id="15" presetID="10" presetClass="entr" presetSubtype="0" fill="hold" nodeType="afterEffect">
                                  <p:stCondLst>
                                    <p:cond delay="0"/>
                                  </p:stCondLst>
                                  <p:childTnLst>
                                    <p:set>
                                      <p:cBhvr>
                                        <p:cTn id="16" dur="1" fill="hold">
                                          <p:stCondLst>
                                            <p:cond delay="0"/>
                                          </p:stCondLst>
                                        </p:cTn>
                                        <p:tgtEl>
                                          <p:spTgt spid="186"/>
                                        </p:tgtEl>
                                        <p:attrNameLst>
                                          <p:attrName>style.visibility</p:attrName>
                                        </p:attrNameLst>
                                      </p:cBhvr>
                                      <p:to>
                                        <p:strVal val="visible"/>
                                      </p:to>
                                    </p:set>
                                    <p:animEffect transition="in" filter="fade">
                                      <p:cBhvr>
                                        <p:cTn id="17" dur="500"/>
                                        <p:tgtEl>
                                          <p:spTgt spid="186"/>
                                        </p:tgtEl>
                                      </p:cBhvr>
                                    </p:animEffect>
                                  </p:childTnLst>
                                </p:cTn>
                              </p:par>
                            </p:childTnLst>
                          </p:cTn>
                        </p:par>
                        <p:par>
                          <p:cTn id="18" fill="hold">
                            <p:stCondLst>
                              <p:cond delay="2300"/>
                            </p:stCondLst>
                            <p:childTnLst>
                              <p:par>
                                <p:cTn id="19" presetID="2" presetClass="entr" presetSubtype="2" fill="hold" nodeType="afterEffect">
                                  <p:stCondLst>
                                    <p:cond delay="0"/>
                                  </p:stCondLst>
                                  <p:childTnLst>
                                    <p:set>
                                      <p:cBhvr>
                                        <p:cTn id="20" dur="1" fill="hold">
                                          <p:stCondLst>
                                            <p:cond delay="0"/>
                                          </p:stCondLst>
                                        </p:cTn>
                                        <p:tgtEl>
                                          <p:spTgt spid="187"/>
                                        </p:tgtEl>
                                        <p:attrNameLst>
                                          <p:attrName>style.visibility</p:attrName>
                                        </p:attrNameLst>
                                      </p:cBhvr>
                                      <p:to>
                                        <p:strVal val="visible"/>
                                      </p:to>
                                    </p:set>
                                    <p:anim calcmode="lin" valueType="num">
                                      <p:cBhvr additive="base">
                                        <p:cTn id="21" dur="500" fill="hold"/>
                                        <p:tgtEl>
                                          <p:spTgt spid="187"/>
                                        </p:tgtEl>
                                        <p:attrNameLst>
                                          <p:attrName>ppt_x</p:attrName>
                                        </p:attrNameLst>
                                      </p:cBhvr>
                                      <p:tavLst>
                                        <p:tav tm="0">
                                          <p:val>
                                            <p:strVal val="1+#ppt_w/2"/>
                                          </p:val>
                                        </p:tav>
                                        <p:tav tm="100000">
                                          <p:val>
                                            <p:strVal val="#ppt_x"/>
                                          </p:val>
                                        </p:tav>
                                      </p:tavLst>
                                    </p:anim>
                                    <p:anim calcmode="lin" valueType="num">
                                      <p:cBhvr additive="base">
                                        <p:cTn id="22" dur="500" fill="hold"/>
                                        <p:tgtEl>
                                          <p:spTgt spid="1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94"/>
        <p:cNvGrpSpPr/>
        <p:nvPr/>
      </p:nvGrpSpPr>
      <p:grpSpPr>
        <a:xfrm>
          <a:off x="0" y="0"/>
          <a:ext cx="0" cy="0"/>
          <a:chOff x="0" y="0"/>
          <a:chExt cx="0" cy="0"/>
        </a:xfrm>
      </p:grpSpPr>
      <p:grpSp>
        <p:nvGrpSpPr>
          <p:cNvPr id="195" name="Google Shape;195;p20"/>
          <p:cNvGrpSpPr/>
          <p:nvPr/>
        </p:nvGrpSpPr>
        <p:grpSpPr>
          <a:xfrm>
            <a:off x="4773264" y="130510"/>
            <a:ext cx="2184568" cy="2301761"/>
            <a:chOff x="3180450" y="1122375"/>
            <a:chExt cx="2787862" cy="2937418"/>
          </a:xfrm>
        </p:grpSpPr>
        <p:sp>
          <p:nvSpPr>
            <p:cNvPr id="196" name="Google Shape;196;p20"/>
            <p:cNvSpPr/>
            <p:nvPr/>
          </p:nvSpPr>
          <p:spPr>
            <a:xfrm>
              <a:off x="3180450" y="1249993"/>
              <a:ext cx="2668800" cy="2809800"/>
            </a:xfrm>
            <a:prstGeom prst="roundRect">
              <a:avLst>
                <a:gd name="adj" fmla="val 7295"/>
              </a:avLst>
            </a:prstGeom>
            <a:gradFill>
              <a:gsLst>
                <a:gs pos="0">
                  <a:srgbClr val="4AB6A1"/>
                </a:gs>
                <a:gs pos="50000">
                  <a:srgbClr val="6E9CE7"/>
                </a:gs>
                <a:gs pos="100000">
                  <a:srgbClr val="6ED9E7"/>
                </a:gs>
              </a:gsLst>
              <a:lin ang="0" scaled="0"/>
            </a:gradFill>
            <a:ln w="14925" cap="flat" cmpd="sng">
              <a:solidFill>
                <a:srgbClr val="242424"/>
              </a:solidFill>
              <a:prstDash val="solid"/>
              <a:round/>
              <a:headEnd type="none" w="sm" len="sm"/>
              <a:tailEnd type="none" w="sm" len="sm"/>
            </a:ln>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
          <p:nvSpPr>
            <p:cNvPr id="197" name="Google Shape;197;p20"/>
            <p:cNvSpPr/>
            <p:nvPr/>
          </p:nvSpPr>
          <p:spPr>
            <a:xfrm>
              <a:off x="3299512" y="1122375"/>
              <a:ext cx="2668800" cy="2809800"/>
            </a:xfrm>
            <a:prstGeom prst="roundRect">
              <a:avLst>
                <a:gd name="adj" fmla="val 7084"/>
              </a:avLst>
            </a:prstGeom>
            <a:solidFill>
              <a:srgbClr val="F6F8FA"/>
            </a:solidFill>
            <a:ln w="14925" cap="flat" cmpd="sng">
              <a:solidFill>
                <a:srgbClr val="242424"/>
              </a:solidFill>
              <a:prstDash val="solid"/>
              <a:round/>
              <a:headEnd type="none" w="sm" len="sm"/>
              <a:tailEnd type="none" w="sm" len="sm"/>
            </a:ln>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
          <p:nvSpPr>
            <p:cNvPr id="198" name="Google Shape;198;p20"/>
            <p:cNvSpPr/>
            <p:nvPr/>
          </p:nvSpPr>
          <p:spPr>
            <a:xfrm>
              <a:off x="3425812" y="1249993"/>
              <a:ext cx="2416200" cy="498300"/>
            </a:xfrm>
            <a:prstGeom prst="roundRect">
              <a:avLst>
                <a:gd name="adj" fmla="val 50000"/>
              </a:avLst>
            </a:prstGeom>
            <a:solidFill>
              <a:srgbClr val="6FAFE7"/>
            </a:solidFill>
            <a:ln w="14925" cap="flat" cmpd="sng">
              <a:solidFill>
                <a:srgbClr val="242424"/>
              </a:solidFill>
              <a:prstDash val="solid"/>
              <a:round/>
              <a:headEnd type="none" w="sm" len="sm"/>
              <a:tailEnd type="none" w="sm" len="sm"/>
            </a:ln>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
          <p:nvSpPr>
            <p:cNvPr id="199" name="Google Shape;199;p20"/>
            <p:cNvSpPr txBox="1"/>
            <p:nvPr/>
          </p:nvSpPr>
          <p:spPr>
            <a:xfrm>
              <a:off x="3874401" y="1390400"/>
              <a:ext cx="1776900" cy="217500"/>
            </a:xfrm>
            <a:prstGeom prst="rect">
              <a:avLst/>
            </a:prstGeom>
            <a:noFill/>
            <a:ln>
              <a:noFill/>
            </a:ln>
          </p:spPr>
          <p:txBody>
            <a:bodyPr spcFirstLastPara="1" wrap="square" lIns="0" tIns="0" rIns="0" bIns="0" anchor="ctr" anchorCtr="0">
              <a:noAutofit/>
            </a:bodyPr>
            <a:lstStyle/>
            <a:p>
              <a:pPr marL="0" lvl="0" indent="0" algn="l" rtl="0">
                <a:lnSpc>
                  <a:spcPct val="80000"/>
                </a:lnSpc>
                <a:spcBef>
                  <a:spcPts val="0"/>
                </a:spcBef>
                <a:spcAft>
                  <a:spcPts val="0"/>
                </a:spcAft>
                <a:buSzPts val="797"/>
                <a:buNone/>
              </a:pPr>
              <a:r>
                <a:rPr lang="en" sz="1305">
                  <a:solidFill>
                    <a:srgbClr val="242424"/>
                  </a:solidFill>
                  <a:latin typeface="Dela Gothic One"/>
                  <a:ea typeface="Dela Gothic One"/>
                  <a:cs typeface="Dela Gothic One"/>
                  <a:sym typeface="Dela Gothic One"/>
                </a:rPr>
                <a:t>Employees</a:t>
              </a:r>
              <a:endParaRPr sz="1305">
                <a:solidFill>
                  <a:srgbClr val="242424"/>
                </a:solidFill>
                <a:latin typeface="Albert Sans Light"/>
                <a:ea typeface="Albert Sans Light"/>
                <a:cs typeface="Albert Sans Light"/>
                <a:sym typeface="Albert Sans Light"/>
              </a:endParaRPr>
            </a:p>
          </p:txBody>
        </p:sp>
        <p:sp>
          <p:nvSpPr>
            <p:cNvPr id="200" name="Google Shape;200;p20"/>
            <p:cNvSpPr/>
            <p:nvPr/>
          </p:nvSpPr>
          <p:spPr>
            <a:xfrm>
              <a:off x="3569182" y="1403021"/>
              <a:ext cx="144300" cy="144300"/>
            </a:xfrm>
            <a:prstGeom prst="ellipse">
              <a:avLst/>
            </a:prstGeom>
            <a:noFill/>
            <a:ln w="14925" cap="flat" cmpd="sng">
              <a:solidFill>
                <a:srgbClr val="242424"/>
              </a:solidFill>
              <a:prstDash val="solid"/>
              <a:round/>
              <a:headEnd type="none" w="sm" len="sm"/>
              <a:tailEnd type="none" w="sm" len="sm"/>
            </a:ln>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cxnSp>
          <p:nvCxnSpPr>
            <p:cNvPr id="201" name="Google Shape;201;p20"/>
            <p:cNvCxnSpPr>
              <a:stCxn id="200" idx="5"/>
            </p:cNvCxnSpPr>
            <p:nvPr/>
          </p:nvCxnSpPr>
          <p:spPr>
            <a:xfrm>
              <a:off x="3692350" y="1526189"/>
              <a:ext cx="69000" cy="69000"/>
            </a:xfrm>
            <a:prstGeom prst="straightConnector1">
              <a:avLst/>
            </a:prstGeom>
            <a:noFill/>
            <a:ln w="14925" cap="flat" cmpd="sng">
              <a:solidFill>
                <a:srgbClr val="242424"/>
              </a:solidFill>
              <a:prstDash val="solid"/>
              <a:round/>
              <a:headEnd type="none" w="med" len="med"/>
              <a:tailEnd type="none" w="med" len="med"/>
            </a:ln>
          </p:spPr>
        </p:cxnSp>
        <p:sp>
          <p:nvSpPr>
            <p:cNvPr id="202" name="Google Shape;202;p20"/>
            <p:cNvSpPr txBox="1"/>
            <p:nvPr/>
          </p:nvSpPr>
          <p:spPr>
            <a:xfrm>
              <a:off x="3616754" y="1870715"/>
              <a:ext cx="2034600" cy="1767611"/>
            </a:xfrm>
            <a:prstGeom prst="rect">
              <a:avLst/>
            </a:prstGeom>
            <a:noFill/>
            <a:ln>
              <a:noFill/>
            </a:ln>
          </p:spPr>
          <p:txBody>
            <a:bodyPr spcFirstLastPara="1" wrap="square" lIns="0" tIns="0" rIns="0" bIns="0" anchor="t" anchorCtr="0">
              <a:noAutofit/>
            </a:bodyPr>
            <a:lstStyle/>
            <a:p>
              <a:pPr marL="223918" lvl="0" indent="-213966" algn="l" rtl="0">
                <a:lnSpc>
                  <a:spcPct val="140000"/>
                </a:lnSpc>
                <a:spcBef>
                  <a:spcPts val="0"/>
                </a:spcBef>
                <a:spcAft>
                  <a:spcPts val="0"/>
                </a:spcAft>
                <a:buClr>
                  <a:srgbClr val="242424"/>
                </a:buClr>
                <a:buSzPts val="1254"/>
                <a:buFont typeface="Albert Sans"/>
                <a:buChar char="●"/>
              </a:pPr>
              <a:r>
                <a:rPr lang="en" sz="1254" dirty="0">
                  <a:solidFill>
                    <a:srgbClr val="242424"/>
                  </a:solidFill>
                  <a:latin typeface="Albert Sans"/>
                  <a:ea typeface="Albert Sans"/>
                  <a:cs typeface="Albert Sans"/>
                  <a:sym typeface="Albert Sans"/>
                </a:rPr>
                <a:t>Authentication</a:t>
              </a:r>
              <a:endParaRPr sz="1254" dirty="0">
                <a:solidFill>
                  <a:srgbClr val="242424"/>
                </a:solidFill>
                <a:latin typeface="Albert Sans"/>
                <a:ea typeface="Albert Sans"/>
                <a:cs typeface="Albert Sans"/>
                <a:sym typeface="Albert Sans"/>
              </a:endParaRPr>
            </a:p>
            <a:p>
              <a:pPr marL="223918" lvl="0" indent="-213966" algn="l" rtl="0">
                <a:lnSpc>
                  <a:spcPct val="140000"/>
                </a:lnSpc>
                <a:spcBef>
                  <a:spcPts val="0"/>
                </a:spcBef>
                <a:spcAft>
                  <a:spcPts val="0"/>
                </a:spcAft>
                <a:buClr>
                  <a:srgbClr val="242424"/>
                </a:buClr>
                <a:buSzPts val="1254"/>
                <a:buFont typeface="Albert Sans"/>
                <a:buChar char="●"/>
              </a:pPr>
              <a:r>
                <a:rPr lang="en" sz="1254" dirty="0">
                  <a:solidFill>
                    <a:srgbClr val="242424"/>
                  </a:solidFill>
                  <a:latin typeface="Albert Sans"/>
                  <a:ea typeface="Albert Sans"/>
                  <a:cs typeface="Albert Sans"/>
                  <a:sym typeface="Albert Sans"/>
                </a:rPr>
                <a:t>Record management</a:t>
              </a:r>
              <a:endParaRPr sz="1254" dirty="0">
                <a:solidFill>
                  <a:srgbClr val="242424"/>
                </a:solidFill>
                <a:latin typeface="Albert Sans"/>
                <a:ea typeface="Albert Sans"/>
                <a:cs typeface="Albert Sans"/>
                <a:sym typeface="Albert Sans"/>
              </a:endParaRPr>
            </a:p>
            <a:p>
              <a:pPr marL="223918" lvl="0" indent="-213966" algn="l" rtl="0">
                <a:lnSpc>
                  <a:spcPct val="140000"/>
                </a:lnSpc>
                <a:spcBef>
                  <a:spcPts val="0"/>
                </a:spcBef>
                <a:spcAft>
                  <a:spcPts val="0"/>
                </a:spcAft>
                <a:buClr>
                  <a:srgbClr val="242424"/>
                </a:buClr>
                <a:buSzPts val="1254"/>
                <a:buFont typeface="Albert Sans"/>
                <a:buChar char="●"/>
              </a:pPr>
              <a:r>
                <a:rPr lang="en" sz="1254" dirty="0">
                  <a:solidFill>
                    <a:srgbClr val="242424"/>
                  </a:solidFill>
                  <a:latin typeface="Albert Sans"/>
                  <a:ea typeface="Albert Sans"/>
                  <a:cs typeface="Albert Sans"/>
                  <a:sym typeface="Albert Sans"/>
                </a:rPr>
                <a:t>Project dashboard</a:t>
              </a:r>
              <a:endParaRPr sz="1254" dirty="0">
                <a:solidFill>
                  <a:srgbClr val="242424"/>
                </a:solidFill>
                <a:latin typeface="Albert Sans"/>
                <a:ea typeface="Albert Sans"/>
                <a:cs typeface="Albert Sans"/>
                <a:sym typeface="Albert Sans"/>
              </a:endParaRPr>
            </a:p>
            <a:p>
              <a:pPr marL="223918" lvl="0" indent="-213966" algn="l" rtl="0">
                <a:lnSpc>
                  <a:spcPct val="140000"/>
                </a:lnSpc>
                <a:spcBef>
                  <a:spcPts val="0"/>
                </a:spcBef>
                <a:spcAft>
                  <a:spcPts val="0"/>
                </a:spcAft>
                <a:buClr>
                  <a:srgbClr val="242424"/>
                </a:buClr>
                <a:buSzPts val="1254"/>
                <a:buFont typeface="Albert Sans"/>
                <a:buChar char="●"/>
              </a:pPr>
              <a:r>
                <a:rPr lang="en" sz="1254" dirty="0">
                  <a:solidFill>
                    <a:srgbClr val="242424"/>
                  </a:solidFill>
                  <a:latin typeface="Albert Sans"/>
                  <a:ea typeface="Albert Sans"/>
                  <a:cs typeface="Albert Sans"/>
                  <a:sym typeface="Albert Sans"/>
                </a:rPr>
                <a:t>Leave management</a:t>
              </a:r>
              <a:endParaRPr sz="1254" dirty="0">
                <a:solidFill>
                  <a:srgbClr val="242424"/>
                </a:solidFill>
                <a:latin typeface="Albert Sans"/>
                <a:ea typeface="Albert Sans"/>
                <a:cs typeface="Albert Sans"/>
                <a:sym typeface="Albert Sans"/>
              </a:endParaRPr>
            </a:p>
          </p:txBody>
        </p:sp>
      </p:grpSp>
      <p:sp>
        <p:nvSpPr>
          <p:cNvPr id="203" name="Google Shape;203;p20"/>
          <p:cNvSpPr/>
          <p:nvPr/>
        </p:nvSpPr>
        <p:spPr>
          <a:xfrm>
            <a:off x="665325" y="946825"/>
            <a:ext cx="1212900" cy="4605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204" name="Google Shape;204;p20"/>
          <p:cNvGrpSpPr/>
          <p:nvPr/>
        </p:nvGrpSpPr>
        <p:grpSpPr>
          <a:xfrm>
            <a:off x="-6" y="2"/>
            <a:ext cx="4572034" cy="2898865"/>
            <a:chOff x="2408475" y="1200156"/>
            <a:chExt cx="4326300" cy="2743059"/>
          </a:xfrm>
          <a:solidFill>
            <a:srgbClr val="EBE6D6"/>
          </a:solidFill>
        </p:grpSpPr>
        <p:sp>
          <p:nvSpPr>
            <p:cNvPr id="205" name="Google Shape;205;p20"/>
            <p:cNvSpPr/>
            <p:nvPr/>
          </p:nvSpPr>
          <p:spPr>
            <a:xfrm>
              <a:off x="2411987" y="1200156"/>
              <a:ext cx="4319400" cy="2635200"/>
            </a:xfrm>
            <a:prstGeom prst="rect">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06" name="Google Shape;206;p20"/>
            <p:cNvSpPr/>
            <p:nvPr/>
          </p:nvSpPr>
          <p:spPr>
            <a:xfrm>
              <a:off x="241198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07" name="Google Shape;207;p20"/>
            <p:cNvSpPr/>
            <p:nvPr/>
          </p:nvSpPr>
          <p:spPr>
            <a:xfrm>
              <a:off x="2627956"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08" name="Google Shape;208;p20"/>
            <p:cNvSpPr/>
            <p:nvPr/>
          </p:nvSpPr>
          <p:spPr>
            <a:xfrm>
              <a:off x="2843925"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09" name="Google Shape;209;p20"/>
            <p:cNvSpPr/>
            <p:nvPr/>
          </p:nvSpPr>
          <p:spPr>
            <a:xfrm>
              <a:off x="3059894"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10" name="Google Shape;210;p20"/>
            <p:cNvSpPr/>
            <p:nvPr/>
          </p:nvSpPr>
          <p:spPr>
            <a:xfrm>
              <a:off x="3275863"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11" name="Google Shape;211;p20"/>
            <p:cNvSpPr/>
            <p:nvPr/>
          </p:nvSpPr>
          <p:spPr>
            <a:xfrm>
              <a:off x="3491832"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12" name="Google Shape;212;p20"/>
            <p:cNvSpPr/>
            <p:nvPr/>
          </p:nvSpPr>
          <p:spPr>
            <a:xfrm>
              <a:off x="3707801"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13" name="Google Shape;213;p20"/>
            <p:cNvSpPr/>
            <p:nvPr/>
          </p:nvSpPr>
          <p:spPr>
            <a:xfrm>
              <a:off x="3923770"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14" name="Google Shape;214;p20"/>
            <p:cNvSpPr/>
            <p:nvPr/>
          </p:nvSpPr>
          <p:spPr>
            <a:xfrm>
              <a:off x="4139739"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15" name="Google Shape;215;p20"/>
            <p:cNvSpPr/>
            <p:nvPr/>
          </p:nvSpPr>
          <p:spPr>
            <a:xfrm>
              <a:off x="4355708"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16" name="Google Shape;216;p20"/>
            <p:cNvSpPr/>
            <p:nvPr/>
          </p:nvSpPr>
          <p:spPr>
            <a:xfrm>
              <a:off x="457167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17" name="Google Shape;217;p20"/>
            <p:cNvSpPr/>
            <p:nvPr/>
          </p:nvSpPr>
          <p:spPr>
            <a:xfrm>
              <a:off x="4787645"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18" name="Google Shape;218;p20"/>
            <p:cNvSpPr/>
            <p:nvPr/>
          </p:nvSpPr>
          <p:spPr>
            <a:xfrm>
              <a:off x="5003614"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19" name="Google Shape;219;p20"/>
            <p:cNvSpPr/>
            <p:nvPr/>
          </p:nvSpPr>
          <p:spPr>
            <a:xfrm>
              <a:off x="5219583"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20" name="Google Shape;220;p20"/>
            <p:cNvSpPr/>
            <p:nvPr/>
          </p:nvSpPr>
          <p:spPr>
            <a:xfrm>
              <a:off x="5435552"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21" name="Google Shape;221;p20"/>
            <p:cNvSpPr/>
            <p:nvPr/>
          </p:nvSpPr>
          <p:spPr>
            <a:xfrm>
              <a:off x="5651521"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22" name="Google Shape;222;p20"/>
            <p:cNvSpPr/>
            <p:nvPr/>
          </p:nvSpPr>
          <p:spPr>
            <a:xfrm>
              <a:off x="5867490"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23" name="Google Shape;223;p20"/>
            <p:cNvSpPr/>
            <p:nvPr/>
          </p:nvSpPr>
          <p:spPr>
            <a:xfrm>
              <a:off x="6083459"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24" name="Google Shape;224;p20"/>
            <p:cNvSpPr/>
            <p:nvPr/>
          </p:nvSpPr>
          <p:spPr>
            <a:xfrm>
              <a:off x="6299428"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25" name="Google Shape;225;p20"/>
            <p:cNvSpPr/>
            <p:nvPr/>
          </p:nvSpPr>
          <p:spPr>
            <a:xfrm>
              <a:off x="651539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26" name="Google Shape;226;p20"/>
            <p:cNvSpPr txBox="1"/>
            <p:nvPr/>
          </p:nvSpPr>
          <p:spPr>
            <a:xfrm>
              <a:off x="2411984" y="2018754"/>
              <a:ext cx="3195600" cy="1736700"/>
            </a:xfrm>
            <a:prstGeom prst="rect">
              <a:avLst/>
            </a:prstGeom>
            <a:grpFill/>
            <a:ln>
              <a:noFill/>
            </a:ln>
          </p:spPr>
          <p:txBody>
            <a:bodyPr spcFirstLastPara="1" wrap="square" lIns="289875" tIns="96625" rIns="289875" bIns="96625" anchor="ctr" anchorCtr="0">
              <a:noAutofit/>
            </a:bodyPr>
            <a:lstStyle/>
            <a:p>
              <a:pPr marL="0" lvl="0" indent="0" algn="l" rtl="0">
                <a:lnSpc>
                  <a:spcPct val="90000"/>
                </a:lnSpc>
                <a:spcBef>
                  <a:spcPts val="0"/>
                </a:spcBef>
                <a:spcAft>
                  <a:spcPts val="0"/>
                </a:spcAft>
                <a:buNone/>
              </a:pPr>
              <a:r>
                <a:rPr lang="en" sz="4000" dirty="0">
                  <a:solidFill>
                    <a:srgbClr val="282929"/>
                  </a:solidFill>
                  <a:latin typeface="Noto Serif Gujarati"/>
                  <a:ea typeface="Noto Serif Gujarati"/>
                  <a:cs typeface="Noto Serif Gujarati"/>
                  <a:sym typeface="Noto Serif Gujarati"/>
                </a:rPr>
                <a:t>FEATURES</a:t>
              </a:r>
              <a:endParaRPr sz="4000" dirty="0">
                <a:solidFill>
                  <a:srgbClr val="282929"/>
                </a:solidFill>
                <a:latin typeface="Noto Serif Gujarati"/>
                <a:ea typeface="Noto Serif Gujarati"/>
                <a:cs typeface="Noto Serif Gujarati"/>
                <a:sym typeface="Noto Serif Gujarati"/>
              </a:endParaRPr>
            </a:p>
          </p:txBody>
        </p:sp>
        <p:cxnSp>
          <p:nvCxnSpPr>
            <p:cNvPr id="227" name="Google Shape;227;p20"/>
            <p:cNvCxnSpPr/>
            <p:nvPr/>
          </p:nvCxnSpPr>
          <p:spPr>
            <a:xfrm>
              <a:off x="2408475" y="2018754"/>
              <a:ext cx="4326300" cy="0"/>
            </a:xfrm>
            <a:prstGeom prst="straightConnector1">
              <a:avLst/>
            </a:prstGeom>
            <a:grpFill/>
            <a:ln w="20125" cap="flat" cmpd="sng">
              <a:solidFill>
                <a:srgbClr val="282929"/>
              </a:solidFill>
              <a:prstDash val="solid"/>
              <a:round/>
              <a:headEnd type="none" w="med" len="med"/>
              <a:tailEnd type="none" w="med" len="med"/>
            </a:ln>
          </p:spPr>
        </p:cxnSp>
        <p:cxnSp>
          <p:nvCxnSpPr>
            <p:cNvPr id="228" name="Google Shape;228;p20"/>
            <p:cNvCxnSpPr/>
            <p:nvPr/>
          </p:nvCxnSpPr>
          <p:spPr>
            <a:xfrm>
              <a:off x="2408475" y="1744654"/>
              <a:ext cx="4326300" cy="0"/>
            </a:xfrm>
            <a:prstGeom prst="straightConnector1">
              <a:avLst/>
            </a:prstGeom>
            <a:grpFill/>
            <a:ln w="20125" cap="flat" cmpd="sng">
              <a:solidFill>
                <a:srgbClr val="282929"/>
              </a:solidFill>
              <a:prstDash val="solid"/>
              <a:round/>
              <a:headEnd type="none" w="med" len="med"/>
              <a:tailEnd type="none" w="med" len="med"/>
            </a:ln>
          </p:spPr>
        </p:cxnSp>
        <p:cxnSp>
          <p:nvCxnSpPr>
            <p:cNvPr id="229" name="Google Shape;229;p20"/>
            <p:cNvCxnSpPr/>
            <p:nvPr/>
          </p:nvCxnSpPr>
          <p:spPr>
            <a:xfrm>
              <a:off x="2408475" y="1470554"/>
              <a:ext cx="4326300" cy="0"/>
            </a:xfrm>
            <a:prstGeom prst="straightConnector1">
              <a:avLst/>
            </a:prstGeom>
            <a:grpFill/>
            <a:ln w="20125" cap="flat" cmpd="sng">
              <a:solidFill>
                <a:srgbClr val="282929"/>
              </a:solidFill>
              <a:prstDash val="solid"/>
              <a:round/>
              <a:headEnd type="none" w="med" len="med"/>
              <a:tailEnd type="none" w="med" len="med"/>
            </a:ln>
          </p:spPr>
        </p:cxnSp>
        <p:sp>
          <p:nvSpPr>
            <p:cNvPr id="230" name="Google Shape;230;p20"/>
            <p:cNvSpPr txBox="1"/>
            <p:nvPr/>
          </p:nvSpPr>
          <p:spPr>
            <a:xfrm>
              <a:off x="2408475" y="1470554"/>
              <a:ext cx="2177400" cy="273600"/>
            </a:xfrm>
            <a:prstGeom prst="rect">
              <a:avLst/>
            </a:prstGeom>
            <a:grpFill/>
            <a:ln>
              <a:noFill/>
            </a:ln>
          </p:spPr>
          <p:txBody>
            <a:bodyPr spcFirstLastPara="1" wrap="square" lIns="289875" tIns="96625" rIns="289875" bIns="96625" anchor="ctr" anchorCtr="0">
              <a:noAutofit/>
            </a:bodyPr>
            <a:lstStyle/>
            <a:p>
              <a:pPr marL="0" lvl="0" indent="0" algn="l"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WORKFLOW  MANAGEMENT SYSTEM</a:t>
              </a:r>
              <a:endParaRPr sz="845">
                <a:solidFill>
                  <a:srgbClr val="282929"/>
                </a:solidFill>
                <a:latin typeface="Roboto Condensed"/>
                <a:ea typeface="Roboto Condensed"/>
                <a:cs typeface="Roboto Condensed"/>
                <a:sym typeface="Roboto Condensed"/>
              </a:endParaRPr>
            </a:p>
          </p:txBody>
        </p:sp>
        <p:sp>
          <p:nvSpPr>
            <p:cNvPr id="231" name="Google Shape;231;p20"/>
            <p:cNvSpPr txBox="1"/>
            <p:nvPr/>
          </p:nvSpPr>
          <p:spPr>
            <a:xfrm>
              <a:off x="4864218" y="1470554"/>
              <a:ext cx="1867500" cy="273600"/>
            </a:xfrm>
            <a:prstGeom prst="rect">
              <a:avLst/>
            </a:prstGeom>
            <a:grpFill/>
            <a:ln>
              <a:noFill/>
            </a:ln>
          </p:spPr>
          <p:txBody>
            <a:bodyPr spcFirstLastPara="1" wrap="square" lIns="289875" tIns="96625" rIns="289875" bIns="96625" anchor="ctr" anchorCtr="0">
              <a:noAutofit/>
            </a:bodyPr>
            <a:lstStyle/>
            <a:p>
              <a:pPr marL="0" lvl="0" indent="0" algn="r"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GURLAKSHPREET KAUR</a:t>
              </a:r>
              <a:endParaRPr sz="845">
                <a:solidFill>
                  <a:srgbClr val="282929"/>
                </a:solidFill>
                <a:latin typeface="Roboto Condensed"/>
                <a:ea typeface="Roboto Condensed"/>
                <a:cs typeface="Roboto Condensed"/>
                <a:sym typeface="Roboto Condensed"/>
              </a:endParaRPr>
            </a:p>
          </p:txBody>
        </p:sp>
        <p:sp>
          <p:nvSpPr>
            <p:cNvPr id="232" name="Google Shape;232;p20"/>
            <p:cNvSpPr/>
            <p:nvPr/>
          </p:nvSpPr>
          <p:spPr>
            <a:xfrm>
              <a:off x="5607637" y="2402884"/>
              <a:ext cx="956400" cy="956400"/>
            </a:xfrm>
            <a:prstGeom prst="ellipse">
              <a:avLst/>
            </a:prstGeom>
            <a:grpFill/>
            <a:ln w="20125" cap="flat" cmpd="sng">
              <a:solidFill>
                <a:srgbClr val="282929"/>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 sz="5073">
                  <a:solidFill>
                    <a:srgbClr val="282929"/>
                  </a:solidFill>
                  <a:latin typeface="Roboto Condensed"/>
                  <a:ea typeface="Roboto Condensed"/>
                  <a:cs typeface="Roboto Condensed"/>
                  <a:sym typeface="Roboto Condensed"/>
                </a:rPr>
                <a:t>02</a:t>
              </a:r>
              <a:endParaRPr sz="5073">
                <a:solidFill>
                  <a:srgbClr val="282929"/>
                </a:solidFill>
                <a:latin typeface="Roboto Condensed"/>
                <a:ea typeface="Roboto Condensed"/>
                <a:cs typeface="Roboto Condensed"/>
                <a:sym typeface="Roboto Condensed"/>
              </a:endParaRPr>
            </a:p>
          </p:txBody>
        </p:sp>
      </p:grpSp>
      <p:sp>
        <p:nvSpPr>
          <p:cNvPr id="233" name="Google Shape;233;p20"/>
          <p:cNvSpPr txBox="1"/>
          <p:nvPr/>
        </p:nvSpPr>
        <p:spPr>
          <a:xfrm>
            <a:off x="98100" y="2991000"/>
            <a:ext cx="4375800" cy="194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lt2"/>
                </a:solidFill>
                <a:latin typeface="Noto Serif Gujarati"/>
                <a:ea typeface="Noto Serif Gujarati"/>
                <a:cs typeface="Noto Serif Gujarati"/>
                <a:sym typeface="Noto Serif Gujarati"/>
              </a:rPr>
              <a:t>A workflow management system automates tasks, streamlines processes, and improves efficiency. It enables task assignment, tracking, and collaboration, ensuring transparency and accountability. With real-time updates, reporting, and integration capabilities, it reduces errors, saves time, and enhances productivity while standardizing workflows and supporting better decision-making across teams and departments.</a:t>
            </a:r>
            <a:endParaRPr sz="1300" dirty="0">
              <a:solidFill>
                <a:schemeClr val="lt2"/>
              </a:solidFill>
              <a:latin typeface="Noto Serif Gujarati"/>
              <a:ea typeface="Noto Serif Gujarati"/>
              <a:cs typeface="Noto Serif Gujarati"/>
              <a:sym typeface="Noto Serif Gujarati"/>
            </a:endParaRPr>
          </a:p>
        </p:txBody>
      </p:sp>
      <p:cxnSp>
        <p:nvCxnSpPr>
          <p:cNvPr id="234" name="Google Shape;234;p20"/>
          <p:cNvCxnSpPr/>
          <p:nvPr/>
        </p:nvCxnSpPr>
        <p:spPr>
          <a:xfrm>
            <a:off x="4672650" y="130500"/>
            <a:ext cx="0" cy="4882500"/>
          </a:xfrm>
          <a:prstGeom prst="straightConnector1">
            <a:avLst/>
          </a:prstGeom>
          <a:noFill/>
          <a:ln w="9525" cap="flat" cmpd="sng">
            <a:solidFill>
              <a:schemeClr val="dk2"/>
            </a:solidFill>
            <a:prstDash val="solid"/>
            <a:round/>
            <a:headEnd type="none" w="med" len="med"/>
            <a:tailEnd type="none" w="med" len="med"/>
          </a:ln>
        </p:spPr>
      </p:cxnSp>
      <p:grpSp>
        <p:nvGrpSpPr>
          <p:cNvPr id="235" name="Google Shape;235;p20"/>
          <p:cNvGrpSpPr/>
          <p:nvPr/>
        </p:nvGrpSpPr>
        <p:grpSpPr>
          <a:xfrm>
            <a:off x="6697721" y="1420869"/>
            <a:ext cx="2184568" cy="2301761"/>
            <a:chOff x="3180450" y="1122375"/>
            <a:chExt cx="2787862" cy="2937418"/>
          </a:xfrm>
        </p:grpSpPr>
        <p:sp>
          <p:nvSpPr>
            <p:cNvPr id="236" name="Google Shape;236;p20"/>
            <p:cNvSpPr/>
            <p:nvPr/>
          </p:nvSpPr>
          <p:spPr>
            <a:xfrm>
              <a:off x="3180450" y="1249993"/>
              <a:ext cx="2668800" cy="2809800"/>
            </a:xfrm>
            <a:prstGeom prst="roundRect">
              <a:avLst>
                <a:gd name="adj" fmla="val 7295"/>
              </a:avLst>
            </a:prstGeom>
            <a:gradFill>
              <a:gsLst>
                <a:gs pos="0">
                  <a:srgbClr val="4AB6A1"/>
                </a:gs>
                <a:gs pos="50000">
                  <a:srgbClr val="6E9CE7"/>
                </a:gs>
                <a:gs pos="100000">
                  <a:srgbClr val="6ED9E7"/>
                </a:gs>
              </a:gsLst>
              <a:lin ang="0" scaled="0"/>
            </a:gradFill>
            <a:ln w="14925" cap="flat" cmpd="sng">
              <a:solidFill>
                <a:srgbClr val="242424"/>
              </a:solidFill>
              <a:prstDash val="solid"/>
              <a:round/>
              <a:headEnd type="none" w="sm" len="sm"/>
              <a:tailEnd type="none" w="sm" len="sm"/>
            </a:ln>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
          <p:nvSpPr>
            <p:cNvPr id="237" name="Google Shape;237;p20"/>
            <p:cNvSpPr/>
            <p:nvPr/>
          </p:nvSpPr>
          <p:spPr>
            <a:xfrm>
              <a:off x="3299512" y="1122375"/>
              <a:ext cx="2668800" cy="2809800"/>
            </a:xfrm>
            <a:prstGeom prst="roundRect">
              <a:avLst>
                <a:gd name="adj" fmla="val 7084"/>
              </a:avLst>
            </a:prstGeom>
            <a:solidFill>
              <a:srgbClr val="F6F8FA"/>
            </a:solidFill>
            <a:ln w="14925" cap="flat" cmpd="sng">
              <a:solidFill>
                <a:srgbClr val="242424"/>
              </a:solidFill>
              <a:prstDash val="solid"/>
              <a:round/>
              <a:headEnd type="none" w="sm" len="sm"/>
              <a:tailEnd type="none" w="sm" len="sm"/>
            </a:ln>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
          <p:nvSpPr>
            <p:cNvPr id="238" name="Google Shape;238;p20"/>
            <p:cNvSpPr/>
            <p:nvPr/>
          </p:nvSpPr>
          <p:spPr>
            <a:xfrm>
              <a:off x="3425812" y="1249993"/>
              <a:ext cx="2416200" cy="498300"/>
            </a:xfrm>
            <a:prstGeom prst="roundRect">
              <a:avLst>
                <a:gd name="adj" fmla="val 50000"/>
              </a:avLst>
            </a:prstGeom>
            <a:solidFill>
              <a:srgbClr val="6FAFE7"/>
            </a:solidFill>
            <a:ln w="14925" cap="flat" cmpd="sng">
              <a:solidFill>
                <a:srgbClr val="242424"/>
              </a:solidFill>
              <a:prstDash val="solid"/>
              <a:round/>
              <a:headEnd type="none" w="sm" len="sm"/>
              <a:tailEnd type="none" w="sm" len="sm"/>
            </a:ln>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
          <p:nvSpPr>
            <p:cNvPr id="239" name="Google Shape;239;p20"/>
            <p:cNvSpPr txBox="1"/>
            <p:nvPr/>
          </p:nvSpPr>
          <p:spPr>
            <a:xfrm>
              <a:off x="3874401" y="1390400"/>
              <a:ext cx="1776900" cy="217500"/>
            </a:xfrm>
            <a:prstGeom prst="rect">
              <a:avLst/>
            </a:prstGeom>
            <a:noFill/>
            <a:ln>
              <a:noFill/>
            </a:ln>
          </p:spPr>
          <p:txBody>
            <a:bodyPr spcFirstLastPara="1" wrap="square" lIns="0" tIns="0" rIns="0" bIns="0" anchor="ctr" anchorCtr="0">
              <a:noAutofit/>
            </a:bodyPr>
            <a:lstStyle/>
            <a:p>
              <a:pPr marL="0" lvl="0" indent="0" algn="l" rtl="0">
                <a:lnSpc>
                  <a:spcPct val="80000"/>
                </a:lnSpc>
                <a:spcBef>
                  <a:spcPts val="0"/>
                </a:spcBef>
                <a:spcAft>
                  <a:spcPts val="0"/>
                </a:spcAft>
                <a:buSzPts val="797"/>
                <a:buNone/>
              </a:pPr>
              <a:r>
                <a:rPr lang="en" sz="1305">
                  <a:solidFill>
                    <a:srgbClr val="242424"/>
                  </a:solidFill>
                  <a:latin typeface="Dela Gothic One"/>
                  <a:ea typeface="Dela Gothic One"/>
                  <a:cs typeface="Dela Gothic One"/>
                  <a:sym typeface="Dela Gothic One"/>
                </a:rPr>
                <a:t>Employees</a:t>
              </a:r>
              <a:endParaRPr sz="1305">
                <a:solidFill>
                  <a:srgbClr val="242424"/>
                </a:solidFill>
                <a:latin typeface="Albert Sans Light"/>
                <a:ea typeface="Albert Sans Light"/>
                <a:cs typeface="Albert Sans Light"/>
                <a:sym typeface="Albert Sans Light"/>
              </a:endParaRPr>
            </a:p>
          </p:txBody>
        </p:sp>
        <p:sp>
          <p:nvSpPr>
            <p:cNvPr id="240" name="Google Shape;240;p20"/>
            <p:cNvSpPr/>
            <p:nvPr/>
          </p:nvSpPr>
          <p:spPr>
            <a:xfrm>
              <a:off x="3569182" y="1403021"/>
              <a:ext cx="144300" cy="144300"/>
            </a:xfrm>
            <a:prstGeom prst="ellipse">
              <a:avLst/>
            </a:prstGeom>
            <a:noFill/>
            <a:ln w="14925" cap="flat" cmpd="sng">
              <a:solidFill>
                <a:srgbClr val="242424"/>
              </a:solidFill>
              <a:prstDash val="solid"/>
              <a:round/>
              <a:headEnd type="none" w="sm" len="sm"/>
              <a:tailEnd type="none" w="sm" len="sm"/>
            </a:ln>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cxnSp>
          <p:nvCxnSpPr>
            <p:cNvPr id="241" name="Google Shape;241;p20"/>
            <p:cNvCxnSpPr>
              <a:stCxn id="240" idx="5"/>
            </p:cNvCxnSpPr>
            <p:nvPr/>
          </p:nvCxnSpPr>
          <p:spPr>
            <a:xfrm>
              <a:off x="3692350" y="1526189"/>
              <a:ext cx="69000" cy="69000"/>
            </a:xfrm>
            <a:prstGeom prst="straightConnector1">
              <a:avLst/>
            </a:prstGeom>
            <a:noFill/>
            <a:ln w="14925" cap="flat" cmpd="sng">
              <a:solidFill>
                <a:srgbClr val="242424"/>
              </a:solidFill>
              <a:prstDash val="solid"/>
              <a:round/>
              <a:headEnd type="none" w="med" len="med"/>
              <a:tailEnd type="none" w="med" len="med"/>
            </a:ln>
          </p:spPr>
        </p:cxnSp>
        <p:sp>
          <p:nvSpPr>
            <p:cNvPr id="242" name="Google Shape;242;p20"/>
            <p:cNvSpPr/>
            <p:nvPr/>
          </p:nvSpPr>
          <p:spPr>
            <a:xfrm>
              <a:off x="3425950" y="3281874"/>
              <a:ext cx="2416200" cy="356400"/>
            </a:xfrm>
            <a:prstGeom prst="roundRect">
              <a:avLst>
                <a:gd name="adj" fmla="val 16667"/>
              </a:avLst>
            </a:prstGeom>
            <a:solidFill>
              <a:srgbClr val="6ED9E7"/>
            </a:solidFill>
            <a:ln>
              <a:noFill/>
            </a:ln>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
          <p:nvSpPr>
            <p:cNvPr id="243" name="Google Shape;243;p20"/>
            <p:cNvSpPr txBox="1"/>
            <p:nvPr/>
          </p:nvSpPr>
          <p:spPr>
            <a:xfrm>
              <a:off x="3616754" y="1948425"/>
              <a:ext cx="2034600" cy="1689900"/>
            </a:xfrm>
            <a:prstGeom prst="rect">
              <a:avLst/>
            </a:prstGeom>
            <a:noFill/>
            <a:ln>
              <a:noFill/>
            </a:ln>
          </p:spPr>
          <p:txBody>
            <a:bodyPr spcFirstLastPara="1" wrap="square" lIns="0" tIns="0" rIns="0" bIns="0" anchor="t" anchorCtr="0">
              <a:noAutofit/>
            </a:bodyPr>
            <a:lstStyle/>
            <a:p>
              <a:pPr marL="223911" lvl="0" indent="-213960" algn="l" rtl="0">
                <a:lnSpc>
                  <a:spcPct val="140000"/>
                </a:lnSpc>
                <a:spcBef>
                  <a:spcPts val="0"/>
                </a:spcBef>
                <a:spcAft>
                  <a:spcPts val="0"/>
                </a:spcAft>
                <a:buClr>
                  <a:srgbClr val="242424"/>
                </a:buClr>
                <a:buSzPts val="1254"/>
                <a:buFont typeface="Albert Sans"/>
                <a:buChar char="●"/>
              </a:pPr>
              <a:r>
                <a:rPr lang="en" sz="1254" dirty="0">
                  <a:solidFill>
                    <a:srgbClr val="242424"/>
                  </a:solidFill>
                  <a:latin typeface="Albert Sans"/>
                  <a:ea typeface="Albert Sans"/>
                  <a:cs typeface="Albert Sans"/>
                  <a:sym typeface="Albert Sans"/>
                </a:rPr>
                <a:t>Client  &amp; employee record management</a:t>
              </a:r>
              <a:endParaRPr sz="1254" dirty="0">
                <a:solidFill>
                  <a:srgbClr val="242424"/>
                </a:solidFill>
                <a:latin typeface="Albert Sans"/>
                <a:ea typeface="Albert Sans"/>
                <a:cs typeface="Albert Sans"/>
                <a:sym typeface="Albert Sans"/>
              </a:endParaRPr>
            </a:p>
            <a:p>
              <a:pPr marL="223911" lvl="0" indent="-213960" algn="l" rtl="0">
                <a:lnSpc>
                  <a:spcPct val="140000"/>
                </a:lnSpc>
                <a:spcBef>
                  <a:spcPts val="0"/>
                </a:spcBef>
                <a:spcAft>
                  <a:spcPts val="0"/>
                </a:spcAft>
                <a:buClr>
                  <a:srgbClr val="242424"/>
                </a:buClr>
                <a:buSzPts val="1254"/>
                <a:buFont typeface="Albert Sans"/>
                <a:buChar char="●"/>
              </a:pPr>
              <a:r>
                <a:rPr lang="en" sz="1254" dirty="0">
                  <a:solidFill>
                    <a:srgbClr val="242424"/>
                  </a:solidFill>
                  <a:latin typeface="Albert Sans"/>
                  <a:ea typeface="Albert Sans"/>
                  <a:cs typeface="Albert Sans"/>
                  <a:sym typeface="Albert Sans"/>
                </a:rPr>
                <a:t>Employee onboarding</a:t>
              </a:r>
              <a:endParaRPr sz="1254" dirty="0">
                <a:solidFill>
                  <a:srgbClr val="242424"/>
                </a:solidFill>
                <a:latin typeface="Albert Sans"/>
                <a:ea typeface="Albert Sans"/>
                <a:cs typeface="Albert Sans"/>
                <a:sym typeface="Albert Sans"/>
              </a:endParaRPr>
            </a:p>
            <a:p>
              <a:pPr marL="223911" lvl="0" indent="-213960" algn="l" rtl="0">
                <a:lnSpc>
                  <a:spcPct val="140000"/>
                </a:lnSpc>
                <a:spcBef>
                  <a:spcPts val="0"/>
                </a:spcBef>
                <a:spcAft>
                  <a:spcPts val="0"/>
                </a:spcAft>
                <a:buClr>
                  <a:srgbClr val="242424"/>
                </a:buClr>
                <a:buSzPts val="1254"/>
                <a:buFont typeface="Albert Sans"/>
                <a:buChar char="●"/>
              </a:pPr>
              <a:r>
                <a:rPr lang="en" sz="1254" dirty="0">
                  <a:solidFill>
                    <a:srgbClr val="242424"/>
                  </a:solidFill>
                  <a:latin typeface="Albert Sans"/>
                  <a:ea typeface="Albert Sans"/>
                  <a:cs typeface="Albert Sans"/>
                  <a:sym typeface="Albert Sans"/>
                </a:rPr>
                <a:t>Project summary</a:t>
              </a:r>
              <a:endParaRPr sz="1254" dirty="0">
                <a:solidFill>
                  <a:srgbClr val="242424"/>
                </a:solidFill>
                <a:latin typeface="Albert Sans"/>
                <a:ea typeface="Albert Sans"/>
                <a:cs typeface="Albert Sans"/>
                <a:sym typeface="Albert Sans"/>
              </a:endParaRPr>
            </a:p>
          </p:txBody>
        </p:sp>
        <p:sp>
          <p:nvSpPr>
            <p:cNvPr id="244" name="Google Shape;244;p20"/>
            <p:cNvSpPr/>
            <p:nvPr/>
          </p:nvSpPr>
          <p:spPr>
            <a:xfrm rot="3599267">
              <a:off x="5238139" y="3526716"/>
              <a:ext cx="430641" cy="224196"/>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grpSp>
      <p:grpSp>
        <p:nvGrpSpPr>
          <p:cNvPr id="245" name="Google Shape;245;p20"/>
          <p:cNvGrpSpPr/>
          <p:nvPr/>
        </p:nvGrpSpPr>
        <p:grpSpPr>
          <a:xfrm>
            <a:off x="4773264" y="2571749"/>
            <a:ext cx="2095635" cy="2208057"/>
            <a:chOff x="3180450" y="1122375"/>
            <a:chExt cx="2787862" cy="2937418"/>
          </a:xfrm>
        </p:grpSpPr>
        <p:sp>
          <p:nvSpPr>
            <p:cNvPr id="246" name="Google Shape;246;p20"/>
            <p:cNvSpPr/>
            <p:nvPr/>
          </p:nvSpPr>
          <p:spPr>
            <a:xfrm>
              <a:off x="3180450" y="1249993"/>
              <a:ext cx="2668800" cy="2809800"/>
            </a:xfrm>
            <a:prstGeom prst="roundRect">
              <a:avLst>
                <a:gd name="adj" fmla="val 7295"/>
              </a:avLst>
            </a:prstGeom>
            <a:gradFill>
              <a:gsLst>
                <a:gs pos="0">
                  <a:srgbClr val="4AB6A1"/>
                </a:gs>
                <a:gs pos="50000">
                  <a:srgbClr val="6E9CE7"/>
                </a:gs>
                <a:gs pos="100000">
                  <a:srgbClr val="6ED9E7"/>
                </a:gs>
              </a:gsLst>
              <a:lin ang="0" scaled="0"/>
            </a:gradFill>
            <a:ln w="14325" cap="flat" cmpd="sng">
              <a:solidFill>
                <a:srgbClr val="242424"/>
              </a:solidFill>
              <a:prstDash val="solid"/>
              <a:round/>
              <a:headEnd type="none" w="sm" len="sm"/>
              <a:tailEnd type="none" w="sm" len="sm"/>
            </a:ln>
          </p:spPr>
          <p:txBody>
            <a:bodyPr spcFirstLastPara="1" wrap="square" lIns="68725" tIns="68725" rIns="68725" bIns="68725" anchor="ctr" anchorCtr="0">
              <a:noAutofit/>
            </a:bodyPr>
            <a:lstStyle/>
            <a:p>
              <a:pPr marL="0" lvl="0" indent="0" algn="ctr" rtl="0">
                <a:spcBef>
                  <a:spcPts val="0"/>
                </a:spcBef>
                <a:spcAft>
                  <a:spcPts val="0"/>
                </a:spcAft>
                <a:buNone/>
              </a:pPr>
              <a:endParaRPr sz="1052">
                <a:latin typeface="Albert Sans"/>
                <a:ea typeface="Albert Sans"/>
                <a:cs typeface="Albert Sans"/>
                <a:sym typeface="Albert Sans"/>
              </a:endParaRPr>
            </a:p>
          </p:txBody>
        </p:sp>
        <p:sp>
          <p:nvSpPr>
            <p:cNvPr id="247" name="Google Shape;247;p20"/>
            <p:cNvSpPr/>
            <p:nvPr/>
          </p:nvSpPr>
          <p:spPr>
            <a:xfrm>
              <a:off x="3299512" y="1122375"/>
              <a:ext cx="2668800" cy="2809800"/>
            </a:xfrm>
            <a:prstGeom prst="roundRect">
              <a:avLst>
                <a:gd name="adj" fmla="val 7084"/>
              </a:avLst>
            </a:prstGeom>
            <a:solidFill>
              <a:srgbClr val="F6F8FA"/>
            </a:solidFill>
            <a:ln w="14325" cap="flat" cmpd="sng">
              <a:solidFill>
                <a:srgbClr val="242424"/>
              </a:solidFill>
              <a:prstDash val="solid"/>
              <a:round/>
              <a:headEnd type="none" w="sm" len="sm"/>
              <a:tailEnd type="none" w="sm" len="sm"/>
            </a:ln>
          </p:spPr>
          <p:txBody>
            <a:bodyPr spcFirstLastPara="1" wrap="square" lIns="68725" tIns="68725" rIns="68725" bIns="68725" anchor="ctr" anchorCtr="0">
              <a:noAutofit/>
            </a:bodyPr>
            <a:lstStyle/>
            <a:p>
              <a:pPr marL="0" lvl="0" indent="0" algn="ctr" rtl="0">
                <a:spcBef>
                  <a:spcPts val="0"/>
                </a:spcBef>
                <a:spcAft>
                  <a:spcPts val="0"/>
                </a:spcAft>
                <a:buNone/>
              </a:pPr>
              <a:endParaRPr sz="1052">
                <a:latin typeface="Albert Sans"/>
                <a:ea typeface="Albert Sans"/>
                <a:cs typeface="Albert Sans"/>
                <a:sym typeface="Albert Sans"/>
              </a:endParaRPr>
            </a:p>
          </p:txBody>
        </p:sp>
        <p:sp>
          <p:nvSpPr>
            <p:cNvPr id="248" name="Google Shape;248;p20"/>
            <p:cNvSpPr/>
            <p:nvPr/>
          </p:nvSpPr>
          <p:spPr>
            <a:xfrm>
              <a:off x="3425812" y="1249993"/>
              <a:ext cx="2416200" cy="498300"/>
            </a:xfrm>
            <a:prstGeom prst="roundRect">
              <a:avLst>
                <a:gd name="adj" fmla="val 50000"/>
              </a:avLst>
            </a:prstGeom>
            <a:solidFill>
              <a:srgbClr val="6FAFE7"/>
            </a:solidFill>
            <a:ln w="14325" cap="flat" cmpd="sng">
              <a:solidFill>
                <a:srgbClr val="242424"/>
              </a:solidFill>
              <a:prstDash val="solid"/>
              <a:round/>
              <a:headEnd type="none" w="sm" len="sm"/>
              <a:tailEnd type="none" w="sm" len="sm"/>
            </a:ln>
          </p:spPr>
          <p:txBody>
            <a:bodyPr spcFirstLastPara="1" wrap="square" lIns="68725" tIns="68725" rIns="68725" bIns="68725" anchor="ctr" anchorCtr="0">
              <a:noAutofit/>
            </a:bodyPr>
            <a:lstStyle/>
            <a:p>
              <a:pPr marL="0" lvl="0" indent="0" algn="ctr" rtl="0">
                <a:spcBef>
                  <a:spcPts val="0"/>
                </a:spcBef>
                <a:spcAft>
                  <a:spcPts val="0"/>
                </a:spcAft>
                <a:buNone/>
              </a:pPr>
              <a:endParaRPr sz="1052">
                <a:latin typeface="Albert Sans"/>
                <a:ea typeface="Albert Sans"/>
                <a:cs typeface="Albert Sans"/>
                <a:sym typeface="Albert Sans"/>
              </a:endParaRPr>
            </a:p>
          </p:txBody>
        </p:sp>
        <p:sp>
          <p:nvSpPr>
            <p:cNvPr id="249" name="Google Shape;249;p20"/>
            <p:cNvSpPr txBox="1"/>
            <p:nvPr/>
          </p:nvSpPr>
          <p:spPr>
            <a:xfrm>
              <a:off x="3874401" y="1390400"/>
              <a:ext cx="1776900" cy="217500"/>
            </a:xfrm>
            <a:prstGeom prst="rect">
              <a:avLst/>
            </a:prstGeom>
            <a:noFill/>
            <a:ln>
              <a:noFill/>
            </a:ln>
          </p:spPr>
          <p:txBody>
            <a:bodyPr spcFirstLastPara="1" wrap="square" lIns="0" tIns="0" rIns="0" bIns="0" anchor="ctr" anchorCtr="0">
              <a:noAutofit/>
            </a:bodyPr>
            <a:lstStyle/>
            <a:p>
              <a:pPr marL="0" lvl="0" indent="0" algn="l" rtl="0">
                <a:lnSpc>
                  <a:spcPct val="80000"/>
                </a:lnSpc>
                <a:spcBef>
                  <a:spcPts val="0"/>
                </a:spcBef>
                <a:spcAft>
                  <a:spcPts val="0"/>
                </a:spcAft>
                <a:buSzPts val="765"/>
                <a:buNone/>
              </a:pPr>
              <a:r>
                <a:rPr lang="en" sz="1252">
                  <a:solidFill>
                    <a:srgbClr val="242424"/>
                  </a:solidFill>
                  <a:latin typeface="Dela Gothic One"/>
                  <a:ea typeface="Dela Gothic One"/>
                  <a:cs typeface="Dela Gothic One"/>
                  <a:sym typeface="Dela Gothic One"/>
                </a:rPr>
                <a:t>Company</a:t>
              </a:r>
              <a:endParaRPr sz="1252">
                <a:solidFill>
                  <a:srgbClr val="242424"/>
                </a:solidFill>
                <a:latin typeface="Albert Sans Light"/>
                <a:ea typeface="Albert Sans Light"/>
                <a:cs typeface="Albert Sans Light"/>
                <a:sym typeface="Albert Sans Light"/>
              </a:endParaRPr>
            </a:p>
          </p:txBody>
        </p:sp>
        <p:sp>
          <p:nvSpPr>
            <p:cNvPr id="250" name="Google Shape;250;p20"/>
            <p:cNvSpPr/>
            <p:nvPr/>
          </p:nvSpPr>
          <p:spPr>
            <a:xfrm>
              <a:off x="3569182" y="1403021"/>
              <a:ext cx="144300" cy="144300"/>
            </a:xfrm>
            <a:prstGeom prst="ellipse">
              <a:avLst/>
            </a:prstGeom>
            <a:noFill/>
            <a:ln w="14325" cap="flat" cmpd="sng">
              <a:solidFill>
                <a:srgbClr val="242424"/>
              </a:solidFill>
              <a:prstDash val="solid"/>
              <a:round/>
              <a:headEnd type="none" w="sm" len="sm"/>
              <a:tailEnd type="none" w="sm" len="sm"/>
            </a:ln>
          </p:spPr>
          <p:txBody>
            <a:bodyPr spcFirstLastPara="1" wrap="square" lIns="68725" tIns="68725" rIns="68725" bIns="68725" anchor="ctr" anchorCtr="0">
              <a:noAutofit/>
            </a:bodyPr>
            <a:lstStyle/>
            <a:p>
              <a:pPr marL="0" lvl="0" indent="0" algn="ctr" rtl="0">
                <a:spcBef>
                  <a:spcPts val="0"/>
                </a:spcBef>
                <a:spcAft>
                  <a:spcPts val="0"/>
                </a:spcAft>
                <a:buNone/>
              </a:pPr>
              <a:endParaRPr sz="1052">
                <a:latin typeface="Albert Sans"/>
                <a:ea typeface="Albert Sans"/>
                <a:cs typeface="Albert Sans"/>
                <a:sym typeface="Albert Sans"/>
              </a:endParaRPr>
            </a:p>
          </p:txBody>
        </p:sp>
        <p:cxnSp>
          <p:nvCxnSpPr>
            <p:cNvPr id="251" name="Google Shape;251;p20"/>
            <p:cNvCxnSpPr>
              <a:stCxn id="250" idx="5"/>
            </p:cNvCxnSpPr>
            <p:nvPr/>
          </p:nvCxnSpPr>
          <p:spPr>
            <a:xfrm>
              <a:off x="3692350" y="1526189"/>
              <a:ext cx="69000" cy="69000"/>
            </a:xfrm>
            <a:prstGeom prst="straightConnector1">
              <a:avLst/>
            </a:prstGeom>
            <a:noFill/>
            <a:ln w="14325" cap="flat" cmpd="sng">
              <a:solidFill>
                <a:srgbClr val="242424"/>
              </a:solidFill>
              <a:prstDash val="solid"/>
              <a:round/>
              <a:headEnd type="none" w="med" len="med"/>
              <a:tailEnd type="none" w="med" len="med"/>
            </a:ln>
          </p:spPr>
        </p:cxnSp>
        <p:sp>
          <p:nvSpPr>
            <p:cNvPr id="252" name="Google Shape;252;p20"/>
            <p:cNvSpPr txBox="1"/>
            <p:nvPr/>
          </p:nvSpPr>
          <p:spPr>
            <a:xfrm>
              <a:off x="3616754" y="1948425"/>
              <a:ext cx="2034600" cy="1689900"/>
            </a:xfrm>
            <a:prstGeom prst="rect">
              <a:avLst/>
            </a:prstGeom>
            <a:noFill/>
            <a:ln>
              <a:noFill/>
            </a:ln>
          </p:spPr>
          <p:txBody>
            <a:bodyPr spcFirstLastPara="1" wrap="square" lIns="0" tIns="0" rIns="0" bIns="0" anchor="t" anchorCtr="0">
              <a:noAutofit/>
            </a:bodyPr>
            <a:lstStyle/>
            <a:p>
              <a:pPr marL="214805" lvl="0" indent="-205259" algn="l" rtl="0">
                <a:lnSpc>
                  <a:spcPct val="140000"/>
                </a:lnSpc>
                <a:spcBef>
                  <a:spcPts val="0"/>
                </a:spcBef>
                <a:spcAft>
                  <a:spcPts val="0"/>
                </a:spcAft>
                <a:buClr>
                  <a:srgbClr val="242424"/>
                </a:buClr>
                <a:buSzPts val="1203"/>
                <a:buFont typeface="Albert Sans"/>
                <a:buChar char="●"/>
              </a:pPr>
              <a:r>
                <a:rPr lang="en" sz="1203" dirty="0">
                  <a:solidFill>
                    <a:srgbClr val="242424"/>
                  </a:solidFill>
                  <a:latin typeface="Albert Sans"/>
                  <a:ea typeface="Albert Sans"/>
                  <a:cs typeface="Albert Sans"/>
                  <a:sym typeface="Albert Sans"/>
                </a:rPr>
                <a:t>Event coordination</a:t>
              </a:r>
              <a:endParaRPr sz="1203" dirty="0">
                <a:solidFill>
                  <a:srgbClr val="242424"/>
                </a:solidFill>
                <a:latin typeface="Albert Sans"/>
                <a:ea typeface="Albert Sans"/>
                <a:cs typeface="Albert Sans"/>
                <a:sym typeface="Albert Sans"/>
              </a:endParaRPr>
            </a:p>
            <a:p>
              <a:pPr marL="214805" lvl="0" indent="-205259" algn="l" rtl="0">
                <a:lnSpc>
                  <a:spcPct val="140000"/>
                </a:lnSpc>
                <a:spcBef>
                  <a:spcPts val="0"/>
                </a:spcBef>
                <a:spcAft>
                  <a:spcPts val="0"/>
                </a:spcAft>
                <a:buClr>
                  <a:srgbClr val="242424"/>
                </a:buClr>
                <a:buSzPts val="1203"/>
                <a:buFont typeface="Albert Sans"/>
                <a:buChar char="●"/>
              </a:pPr>
              <a:r>
                <a:rPr lang="en" sz="1203" dirty="0">
                  <a:solidFill>
                    <a:srgbClr val="242424"/>
                  </a:solidFill>
                  <a:latin typeface="Albert Sans"/>
                  <a:ea typeface="Albert Sans"/>
                  <a:cs typeface="Albert Sans"/>
                  <a:sym typeface="Albert Sans"/>
                </a:rPr>
                <a:t>Leaves coordination</a:t>
              </a:r>
              <a:endParaRPr sz="1203" dirty="0">
                <a:solidFill>
                  <a:srgbClr val="242424"/>
                </a:solidFill>
                <a:latin typeface="Albert Sans"/>
                <a:ea typeface="Albert Sans"/>
                <a:cs typeface="Albert Sans"/>
                <a:sym typeface="Albert Sans"/>
              </a:endParaRPr>
            </a:p>
            <a:p>
              <a:pPr marL="214805" lvl="0" indent="-205259" algn="l" rtl="0">
                <a:lnSpc>
                  <a:spcPct val="140000"/>
                </a:lnSpc>
                <a:spcBef>
                  <a:spcPts val="0"/>
                </a:spcBef>
                <a:spcAft>
                  <a:spcPts val="0"/>
                </a:spcAft>
                <a:buClr>
                  <a:srgbClr val="242424"/>
                </a:buClr>
                <a:buSzPts val="1203"/>
                <a:buFont typeface="Albert Sans"/>
                <a:buChar char="●"/>
              </a:pPr>
              <a:r>
                <a:rPr lang="en" sz="1203" dirty="0">
                  <a:solidFill>
                    <a:srgbClr val="242424"/>
                  </a:solidFill>
                  <a:latin typeface="Albert Sans"/>
                  <a:ea typeface="Albert Sans"/>
                  <a:cs typeface="Albert Sans"/>
                  <a:sym typeface="Albert Sans"/>
                </a:rPr>
                <a:t>Notices &amp; Miscellaneous info</a:t>
              </a:r>
              <a:endParaRPr sz="1203" dirty="0">
                <a:solidFill>
                  <a:srgbClr val="242424"/>
                </a:solidFill>
                <a:latin typeface="Albert Sans"/>
                <a:ea typeface="Albert Sans"/>
                <a:cs typeface="Albert Sans"/>
                <a:sym typeface="Albert Sans"/>
              </a:endParaRPr>
            </a:p>
          </p:txBody>
        </p:sp>
      </p:gr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04"/>
                                        </p:tgtEl>
                                        <p:attrNameLst>
                                          <p:attrName>style.visibility</p:attrName>
                                        </p:attrNameLst>
                                      </p:cBhvr>
                                      <p:to>
                                        <p:strVal val="visible"/>
                                      </p:to>
                                    </p:set>
                                    <p:anim calcmode="lin" valueType="num">
                                      <p:cBhvr additive="base">
                                        <p:cTn id="7" dur="800"/>
                                        <p:tgtEl>
                                          <p:spTgt spid="204"/>
                                        </p:tgtEl>
                                        <p:attrNameLst>
                                          <p:attrName>ppt_y</p:attrName>
                                        </p:attrNameLst>
                                      </p:cBhvr>
                                      <p:tavLst>
                                        <p:tav tm="0">
                                          <p:val>
                                            <p:strVal val="#ppt_y-1"/>
                                          </p:val>
                                        </p:tav>
                                        <p:tav tm="100000">
                                          <p:val>
                                            <p:strVal val="#ppt_y"/>
                                          </p:val>
                                        </p:tav>
                                      </p:tavLst>
                                    </p:anim>
                                  </p:childTnLst>
                                </p:cTn>
                              </p:par>
                            </p:childTnLst>
                          </p:cTn>
                        </p:par>
                        <p:par>
                          <p:cTn id="8" fill="hold">
                            <p:stCondLst>
                              <p:cond delay="800"/>
                            </p:stCondLst>
                            <p:childTnLst>
                              <p:par>
                                <p:cTn id="9" presetID="42" presetClass="entr" presetSubtype="0" fill="hold" grpId="0" nodeType="afterEffect">
                                  <p:stCondLst>
                                    <p:cond delay="0"/>
                                  </p:stCondLst>
                                  <p:childTnLst>
                                    <p:set>
                                      <p:cBhvr>
                                        <p:cTn id="10" dur="1" fill="hold">
                                          <p:stCondLst>
                                            <p:cond delay="0"/>
                                          </p:stCondLst>
                                        </p:cTn>
                                        <p:tgtEl>
                                          <p:spTgt spid="233"/>
                                        </p:tgtEl>
                                        <p:attrNameLst>
                                          <p:attrName>style.visibility</p:attrName>
                                        </p:attrNameLst>
                                      </p:cBhvr>
                                      <p:to>
                                        <p:strVal val="visible"/>
                                      </p:to>
                                    </p:set>
                                    <p:animEffect transition="in" filter="fade">
                                      <p:cBhvr>
                                        <p:cTn id="11" dur="1000"/>
                                        <p:tgtEl>
                                          <p:spTgt spid="233"/>
                                        </p:tgtEl>
                                      </p:cBhvr>
                                    </p:animEffect>
                                    <p:anim calcmode="lin" valueType="num">
                                      <p:cBhvr>
                                        <p:cTn id="12" dur="1000" fill="hold"/>
                                        <p:tgtEl>
                                          <p:spTgt spid="233"/>
                                        </p:tgtEl>
                                        <p:attrNameLst>
                                          <p:attrName>ppt_x</p:attrName>
                                        </p:attrNameLst>
                                      </p:cBhvr>
                                      <p:tavLst>
                                        <p:tav tm="0">
                                          <p:val>
                                            <p:strVal val="#ppt_x"/>
                                          </p:val>
                                        </p:tav>
                                        <p:tav tm="100000">
                                          <p:val>
                                            <p:strVal val="#ppt_x"/>
                                          </p:val>
                                        </p:tav>
                                      </p:tavLst>
                                    </p:anim>
                                    <p:anim calcmode="lin" valueType="num">
                                      <p:cBhvr>
                                        <p:cTn id="13" dur="1000" fill="hold"/>
                                        <p:tgtEl>
                                          <p:spTgt spid="233"/>
                                        </p:tgtEl>
                                        <p:attrNameLst>
                                          <p:attrName>ppt_y</p:attrName>
                                        </p:attrNameLst>
                                      </p:cBhvr>
                                      <p:tavLst>
                                        <p:tav tm="0">
                                          <p:val>
                                            <p:strVal val="#ppt_y+.1"/>
                                          </p:val>
                                        </p:tav>
                                        <p:tav tm="100000">
                                          <p:val>
                                            <p:strVal val="#ppt_y"/>
                                          </p:val>
                                        </p:tav>
                                      </p:tavLst>
                                    </p:anim>
                                  </p:childTnLst>
                                </p:cTn>
                              </p:par>
                            </p:childTnLst>
                          </p:cTn>
                        </p:par>
                        <p:par>
                          <p:cTn id="14" fill="hold">
                            <p:stCondLst>
                              <p:cond delay="1800"/>
                            </p:stCondLst>
                            <p:childTnLst>
                              <p:par>
                                <p:cTn id="15" presetID="10" presetClass="entr" presetSubtype="0" fill="hold" nodeType="afterEffect">
                                  <p:stCondLst>
                                    <p:cond delay="0"/>
                                  </p:stCondLst>
                                  <p:childTnLst>
                                    <p:set>
                                      <p:cBhvr>
                                        <p:cTn id="16" dur="1" fill="hold">
                                          <p:stCondLst>
                                            <p:cond delay="0"/>
                                          </p:stCondLst>
                                        </p:cTn>
                                        <p:tgtEl>
                                          <p:spTgt spid="234"/>
                                        </p:tgtEl>
                                        <p:attrNameLst>
                                          <p:attrName>style.visibility</p:attrName>
                                        </p:attrNameLst>
                                      </p:cBhvr>
                                      <p:to>
                                        <p:strVal val="visible"/>
                                      </p:to>
                                    </p:set>
                                    <p:animEffect transition="in" filter="fade">
                                      <p:cBhvr>
                                        <p:cTn id="17" dur="500"/>
                                        <p:tgtEl>
                                          <p:spTgt spid="234"/>
                                        </p:tgtEl>
                                      </p:cBhvr>
                                    </p:animEffect>
                                  </p:childTnLst>
                                </p:cTn>
                              </p:par>
                            </p:childTnLst>
                          </p:cTn>
                        </p:par>
                        <p:par>
                          <p:cTn id="18" fill="hold">
                            <p:stCondLst>
                              <p:cond delay="2300"/>
                            </p:stCondLst>
                            <p:childTnLst>
                              <p:par>
                                <p:cTn id="19" presetID="2" presetClass="entr" presetSubtype="1" fill="hold" nodeType="afterEffect">
                                  <p:stCondLst>
                                    <p:cond delay="0"/>
                                  </p:stCondLst>
                                  <p:childTnLst>
                                    <p:set>
                                      <p:cBhvr>
                                        <p:cTn id="20" dur="1" fill="hold">
                                          <p:stCondLst>
                                            <p:cond delay="0"/>
                                          </p:stCondLst>
                                        </p:cTn>
                                        <p:tgtEl>
                                          <p:spTgt spid="195"/>
                                        </p:tgtEl>
                                        <p:attrNameLst>
                                          <p:attrName>style.visibility</p:attrName>
                                        </p:attrNameLst>
                                      </p:cBhvr>
                                      <p:to>
                                        <p:strVal val="visible"/>
                                      </p:to>
                                    </p:set>
                                    <p:anim calcmode="lin" valueType="num">
                                      <p:cBhvr additive="base">
                                        <p:cTn id="21" dur="500" fill="hold"/>
                                        <p:tgtEl>
                                          <p:spTgt spid="195"/>
                                        </p:tgtEl>
                                        <p:attrNameLst>
                                          <p:attrName>ppt_x</p:attrName>
                                        </p:attrNameLst>
                                      </p:cBhvr>
                                      <p:tavLst>
                                        <p:tav tm="0">
                                          <p:val>
                                            <p:strVal val="#ppt_x"/>
                                          </p:val>
                                        </p:tav>
                                        <p:tav tm="100000">
                                          <p:val>
                                            <p:strVal val="#ppt_x"/>
                                          </p:val>
                                        </p:tav>
                                      </p:tavLst>
                                    </p:anim>
                                    <p:anim calcmode="lin" valueType="num">
                                      <p:cBhvr additive="base">
                                        <p:cTn id="22" dur="500" fill="hold"/>
                                        <p:tgtEl>
                                          <p:spTgt spid="195"/>
                                        </p:tgtEl>
                                        <p:attrNameLst>
                                          <p:attrName>ppt_y</p:attrName>
                                        </p:attrNameLst>
                                      </p:cBhvr>
                                      <p:tavLst>
                                        <p:tav tm="0">
                                          <p:val>
                                            <p:strVal val="0-#ppt_h/2"/>
                                          </p:val>
                                        </p:tav>
                                        <p:tav tm="100000">
                                          <p:val>
                                            <p:strVal val="#ppt_y"/>
                                          </p:val>
                                        </p:tav>
                                      </p:tavLst>
                                    </p:anim>
                                  </p:childTnLst>
                                </p:cTn>
                              </p:par>
                              <p:par>
                                <p:cTn id="23" presetID="2" presetClass="entr" presetSubtype="2" fill="hold" nodeType="withEffect">
                                  <p:stCondLst>
                                    <p:cond delay="0"/>
                                  </p:stCondLst>
                                  <p:childTnLst>
                                    <p:set>
                                      <p:cBhvr>
                                        <p:cTn id="24" dur="1" fill="hold">
                                          <p:stCondLst>
                                            <p:cond delay="0"/>
                                          </p:stCondLst>
                                        </p:cTn>
                                        <p:tgtEl>
                                          <p:spTgt spid="235"/>
                                        </p:tgtEl>
                                        <p:attrNameLst>
                                          <p:attrName>style.visibility</p:attrName>
                                        </p:attrNameLst>
                                      </p:cBhvr>
                                      <p:to>
                                        <p:strVal val="visible"/>
                                      </p:to>
                                    </p:set>
                                    <p:anim calcmode="lin" valueType="num">
                                      <p:cBhvr additive="base">
                                        <p:cTn id="25" dur="500" fill="hold"/>
                                        <p:tgtEl>
                                          <p:spTgt spid="235"/>
                                        </p:tgtEl>
                                        <p:attrNameLst>
                                          <p:attrName>ppt_x</p:attrName>
                                        </p:attrNameLst>
                                      </p:cBhvr>
                                      <p:tavLst>
                                        <p:tav tm="0">
                                          <p:val>
                                            <p:strVal val="1+#ppt_w/2"/>
                                          </p:val>
                                        </p:tav>
                                        <p:tav tm="100000">
                                          <p:val>
                                            <p:strVal val="#ppt_x"/>
                                          </p:val>
                                        </p:tav>
                                      </p:tavLst>
                                    </p:anim>
                                    <p:anim calcmode="lin" valueType="num">
                                      <p:cBhvr additive="base">
                                        <p:cTn id="26" dur="500" fill="hold"/>
                                        <p:tgtEl>
                                          <p:spTgt spid="235"/>
                                        </p:tgtEl>
                                        <p:attrNameLst>
                                          <p:attrName>ppt_y</p:attrName>
                                        </p:attrNameLst>
                                      </p:cBhvr>
                                      <p:tavLst>
                                        <p:tav tm="0">
                                          <p:val>
                                            <p:strVal val="#ppt_y"/>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45"/>
                                        </p:tgtEl>
                                        <p:attrNameLst>
                                          <p:attrName>style.visibility</p:attrName>
                                        </p:attrNameLst>
                                      </p:cBhvr>
                                      <p:to>
                                        <p:strVal val="visible"/>
                                      </p:to>
                                    </p:set>
                                    <p:anim calcmode="lin" valueType="num">
                                      <p:cBhvr additive="base">
                                        <p:cTn id="29" dur="500" fill="hold"/>
                                        <p:tgtEl>
                                          <p:spTgt spid="245"/>
                                        </p:tgtEl>
                                        <p:attrNameLst>
                                          <p:attrName>ppt_x</p:attrName>
                                        </p:attrNameLst>
                                      </p:cBhvr>
                                      <p:tavLst>
                                        <p:tav tm="0">
                                          <p:val>
                                            <p:strVal val="#ppt_x"/>
                                          </p:val>
                                        </p:tav>
                                        <p:tav tm="100000">
                                          <p:val>
                                            <p:strVal val="#ppt_x"/>
                                          </p:val>
                                        </p:tav>
                                      </p:tavLst>
                                    </p:anim>
                                    <p:anim calcmode="lin" valueType="num">
                                      <p:cBhvr additive="base">
                                        <p:cTn id="30" dur="500" fill="hold"/>
                                        <p:tgtEl>
                                          <p:spTgt spid="2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86"/>
        <p:cNvGrpSpPr/>
        <p:nvPr/>
      </p:nvGrpSpPr>
      <p:grpSpPr>
        <a:xfrm>
          <a:off x="0" y="0"/>
          <a:ext cx="0" cy="0"/>
          <a:chOff x="0" y="0"/>
          <a:chExt cx="0" cy="0"/>
        </a:xfrm>
      </p:grpSpPr>
      <p:sp>
        <p:nvSpPr>
          <p:cNvPr id="288" name="Google Shape;288;p22"/>
          <p:cNvSpPr/>
          <p:nvPr/>
        </p:nvSpPr>
        <p:spPr>
          <a:xfrm>
            <a:off x="5141032" y="917247"/>
            <a:ext cx="3292498" cy="3466450"/>
          </a:xfrm>
          <a:prstGeom prst="roundRect">
            <a:avLst>
              <a:gd name="adj" fmla="val 7295"/>
            </a:avLst>
          </a:prstGeom>
          <a:gradFill>
            <a:gsLst>
              <a:gs pos="0">
                <a:srgbClr val="4AB6A1"/>
              </a:gs>
              <a:gs pos="50000">
                <a:srgbClr val="6E9CE7"/>
              </a:gs>
              <a:gs pos="100000">
                <a:srgbClr val="6ED9E7"/>
              </a:gs>
            </a:gsLst>
            <a:lin ang="0" scaled="0"/>
          </a:gradFill>
          <a:ln w="23500" cap="flat" cmpd="sng">
            <a:solidFill>
              <a:srgbClr val="242424"/>
            </a:solidFill>
            <a:prstDash val="solid"/>
            <a:round/>
            <a:headEnd type="none" w="sm" len="sm"/>
            <a:tailEnd type="none" w="sm" len="sm"/>
          </a:ln>
        </p:spPr>
        <p:txBody>
          <a:bodyPr spcFirstLastPara="1" wrap="square" lIns="112800" tIns="112800" rIns="112800" bIns="112800" anchor="ctr" anchorCtr="0">
            <a:noAutofit/>
          </a:bodyPr>
          <a:lstStyle/>
          <a:p>
            <a:pPr marL="0" lvl="0" indent="0" algn="ctr" rtl="0">
              <a:spcBef>
                <a:spcPts val="0"/>
              </a:spcBef>
              <a:spcAft>
                <a:spcPts val="0"/>
              </a:spcAft>
              <a:buNone/>
            </a:pPr>
            <a:endParaRPr sz="1727">
              <a:latin typeface="Albert Sans"/>
              <a:ea typeface="Albert Sans"/>
              <a:cs typeface="Albert Sans"/>
              <a:sym typeface="Albert Sans"/>
            </a:endParaRPr>
          </a:p>
        </p:txBody>
      </p:sp>
      <p:sp>
        <p:nvSpPr>
          <p:cNvPr id="289" name="Google Shape;289;p22"/>
          <p:cNvSpPr/>
          <p:nvPr/>
        </p:nvSpPr>
        <p:spPr>
          <a:xfrm>
            <a:off x="5287919" y="759805"/>
            <a:ext cx="3292498" cy="3466450"/>
          </a:xfrm>
          <a:prstGeom prst="roundRect">
            <a:avLst>
              <a:gd name="adj" fmla="val 7084"/>
            </a:avLst>
          </a:prstGeom>
          <a:solidFill>
            <a:srgbClr val="F6F8FA"/>
          </a:solidFill>
          <a:ln w="23500" cap="flat" cmpd="sng">
            <a:solidFill>
              <a:srgbClr val="242424"/>
            </a:solidFill>
            <a:prstDash val="solid"/>
            <a:round/>
            <a:headEnd type="none" w="sm" len="sm"/>
            <a:tailEnd type="none" w="sm" len="sm"/>
          </a:ln>
        </p:spPr>
        <p:txBody>
          <a:bodyPr spcFirstLastPara="1" wrap="square" lIns="112800" tIns="112800" rIns="112800" bIns="112800" anchor="ctr" anchorCtr="0">
            <a:noAutofit/>
          </a:bodyPr>
          <a:lstStyle/>
          <a:p>
            <a:pPr marL="0" lvl="0" indent="0" algn="ctr" rtl="0">
              <a:spcBef>
                <a:spcPts val="0"/>
              </a:spcBef>
              <a:spcAft>
                <a:spcPts val="0"/>
              </a:spcAft>
              <a:buNone/>
            </a:pPr>
            <a:endParaRPr sz="1727">
              <a:latin typeface="Albert Sans"/>
              <a:ea typeface="Albert Sans"/>
              <a:cs typeface="Albert Sans"/>
              <a:sym typeface="Albert Sans"/>
            </a:endParaRPr>
          </a:p>
        </p:txBody>
      </p:sp>
      <p:sp>
        <p:nvSpPr>
          <p:cNvPr id="290" name="Google Shape;290;p22"/>
          <p:cNvSpPr/>
          <p:nvPr/>
        </p:nvSpPr>
        <p:spPr>
          <a:xfrm>
            <a:off x="5443735" y="917247"/>
            <a:ext cx="2980866" cy="614753"/>
          </a:xfrm>
          <a:prstGeom prst="roundRect">
            <a:avLst>
              <a:gd name="adj" fmla="val 50000"/>
            </a:avLst>
          </a:prstGeom>
          <a:solidFill>
            <a:srgbClr val="6FAFE7"/>
          </a:solidFill>
          <a:ln w="23500" cap="flat" cmpd="sng">
            <a:solidFill>
              <a:srgbClr val="242424"/>
            </a:solidFill>
            <a:prstDash val="solid"/>
            <a:round/>
            <a:headEnd type="none" w="sm" len="sm"/>
            <a:tailEnd type="none" w="sm" len="sm"/>
          </a:ln>
        </p:spPr>
        <p:txBody>
          <a:bodyPr spcFirstLastPara="1" wrap="square" lIns="112800" tIns="112800" rIns="112800" bIns="112800" anchor="ctr" anchorCtr="0">
            <a:noAutofit/>
          </a:bodyPr>
          <a:lstStyle/>
          <a:p>
            <a:pPr marL="0" lvl="0" indent="0" algn="ctr" rtl="0">
              <a:spcBef>
                <a:spcPts val="0"/>
              </a:spcBef>
              <a:spcAft>
                <a:spcPts val="0"/>
              </a:spcAft>
              <a:buNone/>
            </a:pPr>
            <a:endParaRPr sz="1727">
              <a:latin typeface="Albert Sans"/>
              <a:ea typeface="Albert Sans"/>
              <a:cs typeface="Albert Sans"/>
              <a:sym typeface="Albert Sans"/>
            </a:endParaRPr>
          </a:p>
        </p:txBody>
      </p:sp>
      <p:sp>
        <p:nvSpPr>
          <p:cNvPr id="291" name="Google Shape;291;p22"/>
          <p:cNvSpPr txBox="1"/>
          <p:nvPr/>
        </p:nvSpPr>
        <p:spPr>
          <a:xfrm>
            <a:off x="5997159" y="1090467"/>
            <a:ext cx="2192161" cy="268330"/>
          </a:xfrm>
          <a:prstGeom prst="rect">
            <a:avLst/>
          </a:prstGeom>
          <a:noFill/>
          <a:ln>
            <a:noFill/>
          </a:ln>
        </p:spPr>
        <p:txBody>
          <a:bodyPr spcFirstLastPara="1" wrap="square" lIns="0" tIns="0" rIns="0" bIns="0" anchor="ctr" anchorCtr="0">
            <a:noAutofit/>
          </a:bodyPr>
          <a:lstStyle/>
          <a:p>
            <a:pPr marL="0" lvl="0" indent="0" algn="l" rtl="0">
              <a:lnSpc>
                <a:spcPct val="80000"/>
              </a:lnSpc>
              <a:spcBef>
                <a:spcPts val="0"/>
              </a:spcBef>
              <a:spcAft>
                <a:spcPts val="0"/>
              </a:spcAft>
              <a:buSzPts val="1255"/>
              <a:buNone/>
            </a:pPr>
            <a:r>
              <a:rPr lang="en" sz="2054" dirty="0">
                <a:solidFill>
                  <a:srgbClr val="242424"/>
                </a:solidFill>
                <a:latin typeface="Dela Gothic One"/>
                <a:ea typeface="Dela Gothic One"/>
                <a:cs typeface="Dela Gothic One"/>
                <a:sym typeface="Dela Gothic One"/>
              </a:rPr>
              <a:t>Employees</a:t>
            </a:r>
            <a:endParaRPr sz="2054" dirty="0">
              <a:solidFill>
                <a:srgbClr val="242424"/>
              </a:solidFill>
              <a:latin typeface="Albert Sans Light"/>
              <a:ea typeface="Albert Sans Light"/>
              <a:cs typeface="Albert Sans Light"/>
              <a:sym typeface="Albert Sans Light"/>
            </a:endParaRPr>
          </a:p>
        </p:txBody>
      </p:sp>
      <p:sp>
        <p:nvSpPr>
          <p:cNvPr id="292" name="Google Shape;292;p22"/>
          <p:cNvSpPr/>
          <p:nvPr/>
        </p:nvSpPr>
        <p:spPr>
          <a:xfrm>
            <a:off x="5620611" y="1106038"/>
            <a:ext cx="178023" cy="178023"/>
          </a:xfrm>
          <a:prstGeom prst="ellipse">
            <a:avLst/>
          </a:prstGeom>
          <a:noFill/>
          <a:ln w="23500" cap="flat" cmpd="sng">
            <a:solidFill>
              <a:srgbClr val="242424"/>
            </a:solidFill>
            <a:prstDash val="solid"/>
            <a:round/>
            <a:headEnd type="none" w="sm" len="sm"/>
            <a:tailEnd type="none" w="sm" len="sm"/>
          </a:ln>
        </p:spPr>
        <p:txBody>
          <a:bodyPr spcFirstLastPara="1" wrap="square" lIns="112800" tIns="112800" rIns="112800" bIns="112800" anchor="ctr" anchorCtr="0">
            <a:noAutofit/>
          </a:bodyPr>
          <a:lstStyle/>
          <a:p>
            <a:pPr marL="0" lvl="0" indent="0" algn="ctr" rtl="0">
              <a:spcBef>
                <a:spcPts val="0"/>
              </a:spcBef>
              <a:spcAft>
                <a:spcPts val="0"/>
              </a:spcAft>
              <a:buNone/>
            </a:pPr>
            <a:endParaRPr sz="1727">
              <a:latin typeface="Albert Sans"/>
              <a:ea typeface="Albert Sans"/>
              <a:cs typeface="Albert Sans"/>
              <a:sym typeface="Albert Sans"/>
            </a:endParaRPr>
          </a:p>
        </p:txBody>
      </p:sp>
      <p:cxnSp>
        <p:nvCxnSpPr>
          <p:cNvPr id="293" name="Google Shape;293;p22"/>
          <p:cNvCxnSpPr>
            <a:stCxn id="292" idx="5"/>
          </p:cNvCxnSpPr>
          <p:nvPr/>
        </p:nvCxnSpPr>
        <p:spPr>
          <a:xfrm>
            <a:off x="5772563" y="1257990"/>
            <a:ext cx="52186" cy="52186"/>
          </a:xfrm>
          <a:prstGeom prst="straightConnector1">
            <a:avLst/>
          </a:prstGeom>
          <a:noFill/>
          <a:ln w="23500" cap="flat" cmpd="sng">
            <a:solidFill>
              <a:srgbClr val="242424"/>
            </a:solidFill>
            <a:prstDash val="solid"/>
            <a:round/>
            <a:headEnd type="none" w="med" len="med"/>
            <a:tailEnd type="none" w="med" len="med"/>
          </a:ln>
        </p:spPr>
      </p:cxnSp>
      <p:sp>
        <p:nvSpPr>
          <p:cNvPr id="294" name="Google Shape;294;p22"/>
          <p:cNvSpPr txBox="1"/>
          <p:nvPr/>
        </p:nvSpPr>
        <p:spPr>
          <a:xfrm>
            <a:off x="5679139" y="1608065"/>
            <a:ext cx="2510086" cy="2084829"/>
          </a:xfrm>
          <a:prstGeom prst="rect">
            <a:avLst/>
          </a:prstGeom>
          <a:noFill/>
          <a:ln>
            <a:noFill/>
          </a:ln>
        </p:spPr>
        <p:txBody>
          <a:bodyPr spcFirstLastPara="1" wrap="square" lIns="0" tIns="0" rIns="0" bIns="0" anchor="t" anchorCtr="0">
            <a:noAutofit/>
          </a:bodyPr>
          <a:lstStyle/>
          <a:p>
            <a:pPr marL="352525" lvl="0" indent="-336858" algn="l" rtl="0">
              <a:lnSpc>
                <a:spcPct val="140000"/>
              </a:lnSpc>
              <a:spcBef>
                <a:spcPts val="0"/>
              </a:spcBef>
              <a:spcAft>
                <a:spcPts val="0"/>
              </a:spcAft>
              <a:buClr>
                <a:srgbClr val="242424"/>
              </a:buClr>
              <a:buSzPts val="1974"/>
              <a:buFont typeface="Albert Sans"/>
              <a:buChar char="●"/>
            </a:pPr>
            <a:r>
              <a:rPr lang="en" sz="1974" dirty="0">
                <a:solidFill>
                  <a:srgbClr val="242424"/>
                </a:solidFill>
                <a:latin typeface="Albert Sans"/>
                <a:ea typeface="Albert Sans"/>
                <a:cs typeface="Albert Sans"/>
                <a:sym typeface="Albert Sans"/>
              </a:rPr>
              <a:t>Authentication</a:t>
            </a:r>
            <a:endParaRPr sz="1974" dirty="0">
              <a:solidFill>
                <a:srgbClr val="242424"/>
              </a:solidFill>
              <a:latin typeface="Albert Sans"/>
              <a:ea typeface="Albert Sans"/>
              <a:cs typeface="Albert Sans"/>
              <a:sym typeface="Albert Sans"/>
            </a:endParaRPr>
          </a:p>
          <a:p>
            <a:pPr marL="352525" lvl="0" indent="-336858" algn="l" rtl="0">
              <a:lnSpc>
                <a:spcPct val="140000"/>
              </a:lnSpc>
              <a:spcBef>
                <a:spcPts val="0"/>
              </a:spcBef>
              <a:spcAft>
                <a:spcPts val="0"/>
              </a:spcAft>
              <a:buClr>
                <a:srgbClr val="242424"/>
              </a:buClr>
              <a:buSzPts val="1974"/>
              <a:buFont typeface="Albert Sans"/>
              <a:buChar char="●"/>
            </a:pPr>
            <a:r>
              <a:rPr lang="en" sz="1974" dirty="0">
                <a:solidFill>
                  <a:srgbClr val="242424"/>
                </a:solidFill>
                <a:latin typeface="Albert Sans"/>
                <a:ea typeface="Albert Sans"/>
                <a:cs typeface="Albert Sans"/>
                <a:sym typeface="Albert Sans"/>
              </a:rPr>
              <a:t>Record management</a:t>
            </a:r>
            <a:endParaRPr sz="1974" dirty="0">
              <a:solidFill>
                <a:srgbClr val="242424"/>
              </a:solidFill>
              <a:latin typeface="Albert Sans"/>
              <a:ea typeface="Albert Sans"/>
              <a:cs typeface="Albert Sans"/>
              <a:sym typeface="Albert Sans"/>
            </a:endParaRPr>
          </a:p>
          <a:p>
            <a:pPr marL="352525" lvl="0" indent="-336858" algn="l" rtl="0">
              <a:lnSpc>
                <a:spcPct val="140000"/>
              </a:lnSpc>
              <a:spcBef>
                <a:spcPts val="0"/>
              </a:spcBef>
              <a:spcAft>
                <a:spcPts val="0"/>
              </a:spcAft>
              <a:buClr>
                <a:srgbClr val="242424"/>
              </a:buClr>
              <a:buSzPts val="1974"/>
              <a:buFont typeface="Albert Sans"/>
              <a:buChar char="●"/>
            </a:pPr>
            <a:r>
              <a:rPr lang="en" sz="1974" dirty="0">
                <a:solidFill>
                  <a:srgbClr val="242424"/>
                </a:solidFill>
                <a:latin typeface="Albert Sans"/>
                <a:ea typeface="Albert Sans"/>
                <a:cs typeface="Albert Sans"/>
                <a:sym typeface="Albert Sans"/>
              </a:rPr>
              <a:t>Project dashboard</a:t>
            </a:r>
            <a:endParaRPr sz="1974" dirty="0">
              <a:solidFill>
                <a:srgbClr val="242424"/>
              </a:solidFill>
              <a:latin typeface="Albert Sans"/>
              <a:ea typeface="Albert Sans"/>
              <a:cs typeface="Albert Sans"/>
              <a:sym typeface="Albert Sans"/>
            </a:endParaRPr>
          </a:p>
          <a:p>
            <a:pPr marL="352525" lvl="0" indent="-336858" algn="l" rtl="0">
              <a:lnSpc>
                <a:spcPct val="140000"/>
              </a:lnSpc>
              <a:spcBef>
                <a:spcPts val="0"/>
              </a:spcBef>
              <a:spcAft>
                <a:spcPts val="0"/>
              </a:spcAft>
              <a:buClr>
                <a:srgbClr val="242424"/>
              </a:buClr>
              <a:buSzPts val="1974"/>
              <a:buFont typeface="Albert Sans"/>
              <a:buChar char="●"/>
            </a:pPr>
            <a:r>
              <a:rPr lang="en" sz="1974" dirty="0">
                <a:solidFill>
                  <a:srgbClr val="242424"/>
                </a:solidFill>
                <a:latin typeface="Albert Sans"/>
                <a:ea typeface="Albert Sans"/>
                <a:cs typeface="Albert Sans"/>
                <a:sym typeface="Albert Sans"/>
              </a:rPr>
              <a:t>Leave management</a:t>
            </a:r>
            <a:endParaRPr sz="1974" dirty="0">
              <a:solidFill>
                <a:srgbClr val="242424"/>
              </a:solidFill>
              <a:latin typeface="Albert Sans"/>
              <a:ea typeface="Albert Sans"/>
              <a:cs typeface="Albert Sans"/>
              <a:sym typeface="Albert Sans"/>
            </a:endParaRPr>
          </a:p>
        </p:txBody>
      </p:sp>
      <p:sp>
        <p:nvSpPr>
          <p:cNvPr id="295" name="Google Shape;295;p22"/>
          <p:cNvSpPr/>
          <p:nvPr/>
        </p:nvSpPr>
        <p:spPr>
          <a:xfrm>
            <a:off x="665325" y="946825"/>
            <a:ext cx="1212900" cy="4605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296" name="Google Shape;296;p22"/>
          <p:cNvGrpSpPr/>
          <p:nvPr/>
        </p:nvGrpSpPr>
        <p:grpSpPr>
          <a:xfrm>
            <a:off x="-6" y="2"/>
            <a:ext cx="4572034" cy="2898865"/>
            <a:chOff x="2408475" y="1200156"/>
            <a:chExt cx="4326300" cy="2743059"/>
          </a:xfrm>
          <a:solidFill>
            <a:srgbClr val="EBE6D6"/>
          </a:solidFill>
        </p:grpSpPr>
        <p:sp>
          <p:nvSpPr>
            <p:cNvPr id="297" name="Google Shape;297;p22"/>
            <p:cNvSpPr/>
            <p:nvPr/>
          </p:nvSpPr>
          <p:spPr>
            <a:xfrm>
              <a:off x="2411987" y="1200156"/>
              <a:ext cx="4319400" cy="2635200"/>
            </a:xfrm>
            <a:prstGeom prst="rect">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98" name="Google Shape;298;p22"/>
            <p:cNvSpPr/>
            <p:nvPr/>
          </p:nvSpPr>
          <p:spPr>
            <a:xfrm>
              <a:off x="241198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99" name="Google Shape;299;p22"/>
            <p:cNvSpPr/>
            <p:nvPr/>
          </p:nvSpPr>
          <p:spPr>
            <a:xfrm>
              <a:off x="2627956"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0" name="Google Shape;300;p22"/>
            <p:cNvSpPr/>
            <p:nvPr/>
          </p:nvSpPr>
          <p:spPr>
            <a:xfrm>
              <a:off x="2843925"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1" name="Google Shape;301;p22"/>
            <p:cNvSpPr/>
            <p:nvPr/>
          </p:nvSpPr>
          <p:spPr>
            <a:xfrm>
              <a:off x="3059894"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2" name="Google Shape;302;p22"/>
            <p:cNvSpPr/>
            <p:nvPr/>
          </p:nvSpPr>
          <p:spPr>
            <a:xfrm>
              <a:off x="3275863"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3" name="Google Shape;303;p22"/>
            <p:cNvSpPr/>
            <p:nvPr/>
          </p:nvSpPr>
          <p:spPr>
            <a:xfrm>
              <a:off x="3491832"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4" name="Google Shape;304;p22"/>
            <p:cNvSpPr/>
            <p:nvPr/>
          </p:nvSpPr>
          <p:spPr>
            <a:xfrm>
              <a:off x="3707801"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5" name="Google Shape;305;p22"/>
            <p:cNvSpPr/>
            <p:nvPr/>
          </p:nvSpPr>
          <p:spPr>
            <a:xfrm>
              <a:off x="3923770"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6" name="Google Shape;306;p22"/>
            <p:cNvSpPr/>
            <p:nvPr/>
          </p:nvSpPr>
          <p:spPr>
            <a:xfrm>
              <a:off x="4139739"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7" name="Google Shape;307;p22"/>
            <p:cNvSpPr/>
            <p:nvPr/>
          </p:nvSpPr>
          <p:spPr>
            <a:xfrm>
              <a:off x="4355708"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8" name="Google Shape;308;p22"/>
            <p:cNvSpPr/>
            <p:nvPr/>
          </p:nvSpPr>
          <p:spPr>
            <a:xfrm>
              <a:off x="457167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9" name="Google Shape;309;p22"/>
            <p:cNvSpPr/>
            <p:nvPr/>
          </p:nvSpPr>
          <p:spPr>
            <a:xfrm>
              <a:off x="4787645"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0" name="Google Shape;310;p22"/>
            <p:cNvSpPr/>
            <p:nvPr/>
          </p:nvSpPr>
          <p:spPr>
            <a:xfrm>
              <a:off x="5003614"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1" name="Google Shape;311;p22"/>
            <p:cNvSpPr/>
            <p:nvPr/>
          </p:nvSpPr>
          <p:spPr>
            <a:xfrm>
              <a:off x="5219583"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2" name="Google Shape;312;p22"/>
            <p:cNvSpPr/>
            <p:nvPr/>
          </p:nvSpPr>
          <p:spPr>
            <a:xfrm>
              <a:off x="5435552"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3" name="Google Shape;313;p22"/>
            <p:cNvSpPr/>
            <p:nvPr/>
          </p:nvSpPr>
          <p:spPr>
            <a:xfrm>
              <a:off x="5651521"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4" name="Google Shape;314;p22"/>
            <p:cNvSpPr/>
            <p:nvPr/>
          </p:nvSpPr>
          <p:spPr>
            <a:xfrm>
              <a:off x="5867490"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5" name="Google Shape;315;p22"/>
            <p:cNvSpPr/>
            <p:nvPr/>
          </p:nvSpPr>
          <p:spPr>
            <a:xfrm>
              <a:off x="6083459"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6" name="Google Shape;316;p22"/>
            <p:cNvSpPr/>
            <p:nvPr/>
          </p:nvSpPr>
          <p:spPr>
            <a:xfrm>
              <a:off x="6299428"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7" name="Google Shape;317;p22"/>
            <p:cNvSpPr/>
            <p:nvPr/>
          </p:nvSpPr>
          <p:spPr>
            <a:xfrm>
              <a:off x="651539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8" name="Google Shape;318;p22"/>
            <p:cNvSpPr txBox="1"/>
            <p:nvPr/>
          </p:nvSpPr>
          <p:spPr>
            <a:xfrm>
              <a:off x="2411984" y="2018754"/>
              <a:ext cx="3195600" cy="1736700"/>
            </a:xfrm>
            <a:prstGeom prst="rect">
              <a:avLst/>
            </a:prstGeom>
            <a:grpFill/>
            <a:ln>
              <a:noFill/>
            </a:ln>
          </p:spPr>
          <p:txBody>
            <a:bodyPr spcFirstLastPara="1" wrap="square" lIns="289875" tIns="96625" rIns="289875" bIns="96625" anchor="ctr" anchorCtr="0">
              <a:noAutofit/>
            </a:bodyPr>
            <a:lstStyle/>
            <a:p>
              <a:pPr marL="0" lvl="0" indent="0" algn="l" rtl="0">
                <a:lnSpc>
                  <a:spcPct val="90000"/>
                </a:lnSpc>
                <a:spcBef>
                  <a:spcPts val="0"/>
                </a:spcBef>
                <a:spcAft>
                  <a:spcPts val="0"/>
                </a:spcAft>
                <a:buNone/>
              </a:pPr>
              <a:r>
                <a:rPr lang="en" sz="4000" dirty="0">
                  <a:solidFill>
                    <a:srgbClr val="282929"/>
                  </a:solidFill>
                  <a:latin typeface="Noto Serif Gujarati"/>
                  <a:ea typeface="Noto Serif Gujarati"/>
                  <a:cs typeface="Noto Serif Gujarati"/>
                  <a:sym typeface="Noto Serif Gujarati"/>
                </a:rPr>
                <a:t>FEATURES</a:t>
              </a:r>
              <a:endParaRPr sz="4000" dirty="0">
                <a:solidFill>
                  <a:srgbClr val="282929"/>
                </a:solidFill>
                <a:latin typeface="Noto Serif Gujarati"/>
                <a:ea typeface="Noto Serif Gujarati"/>
                <a:cs typeface="Noto Serif Gujarati"/>
                <a:sym typeface="Noto Serif Gujarati"/>
              </a:endParaRPr>
            </a:p>
          </p:txBody>
        </p:sp>
        <p:cxnSp>
          <p:nvCxnSpPr>
            <p:cNvPr id="319" name="Google Shape;319;p22"/>
            <p:cNvCxnSpPr/>
            <p:nvPr/>
          </p:nvCxnSpPr>
          <p:spPr>
            <a:xfrm>
              <a:off x="2408475" y="2018754"/>
              <a:ext cx="4326300" cy="0"/>
            </a:xfrm>
            <a:prstGeom prst="straightConnector1">
              <a:avLst/>
            </a:prstGeom>
            <a:grpFill/>
            <a:ln w="20125" cap="flat" cmpd="sng">
              <a:solidFill>
                <a:srgbClr val="282929"/>
              </a:solidFill>
              <a:prstDash val="solid"/>
              <a:round/>
              <a:headEnd type="none" w="med" len="med"/>
              <a:tailEnd type="none" w="med" len="med"/>
            </a:ln>
          </p:spPr>
        </p:cxnSp>
        <p:cxnSp>
          <p:nvCxnSpPr>
            <p:cNvPr id="320" name="Google Shape;320;p22"/>
            <p:cNvCxnSpPr/>
            <p:nvPr/>
          </p:nvCxnSpPr>
          <p:spPr>
            <a:xfrm>
              <a:off x="2408475" y="1744654"/>
              <a:ext cx="4326300" cy="0"/>
            </a:xfrm>
            <a:prstGeom prst="straightConnector1">
              <a:avLst/>
            </a:prstGeom>
            <a:grpFill/>
            <a:ln w="20125" cap="flat" cmpd="sng">
              <a:solidFill>
                <a:srgbClr val="282929"/>
              </a:solidFill>
              <a:prstDash val="solid"/>
              <a:round/>
              <a:headEnd type="none" w="med" len="med"/>
              <a:tailEnd type="none" w="med" len="med"/>
            </a:ln>
          </p:spPr>
        </p:cxnSp>
        <p:cxnSp>
          <p:nvCxnSpPr>
            <p:cNvPr id="321" name="Google Shape;321;p22"/>
            <p:cNvCxnSpPr/>
            <p:nvPr/>
          </p:nvCxnSpPr>
          <p:spPr>
            <a:xfrm>
              <a:off x="2408475" y="1470554"/>
              <a:ext cx="4326300" cy="0"/>
            </a:xfrm>
            <a:prstGeom prst="straightConnector1">
              <a:avLst/>
            </a:prstGeom>
            <a:grpFill/>
            <a:ln w="20125" cap="flat" cmpd="sng">
              <a:solidFill>
                <a:srgbClr val="282929"/>
              </a:solidFill>
              <a:prstDash val="solid"/>
              <a:round/>
              <a:headEnd type="none" w="med" len="med"/>
              <a:tailEnd type="none" w="med" len="med"/>
            </a:ln>
          </p:spPr>
        </p:cxnSp>
        <p:sp>
          <p:nvSpPr>
            <p:cNvPr id="322" name="Google Shape;322;p22"/>
            <p:cNvSpPr txBox="1"/>
            <p:nvPr/>
          </p:nvSpPr>
          <p:spPr>
            <a:xfrm>
              <a:off x="2408475" y="1470554"/>
              <a:ext cx="2177400" cy="273600"/>
            </a:xfrm>
            <a:prstGeom prst="rect">
              <a:avLst/>
            </a:prstGeom>
            <a:grpFill/>
            <a:ln>
              <a:noFill/>
            </a:ln>
          </p:spPr>
          <p:txBody>
            <a:bodyPr spcFirstLastPara="1" wrap="square" lIns="289875" tIns="96625" rIns="289875" bIns="96625" anchor="ctr" anchorCtr="0">
              <a:noAutofit/>
            </a:bodyPr>
            <a:lstStyle/>
            <a:p>
              <a:pPr marL="0" lvl="0" indent="0" algn="l"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WORKFLOW  MANAGEMENT SYSTEM</a:t>
              </a:r>
              <a:endParaRPr sz="845">
                <a:solidFill>
                  <a:srgbClr val="282929"/>
                </a:solidFill>
                <a:latin typeface="Roboto Condensed"/>
                <a:ea typeface="Roboto Condensed"/>
                <a:cs typeface="Roboto Condensed"/>
                <a:sym typeface="Roboto Condensed"/>
              </a:endParaRPr>
            </a:p>
          </p:txBody>
        </p:sp>
        <p:sp>
          <p:nvSpPr>
            <p:cNvPr id="323" name="Google Shape;323;p22"/>
            <p:cNvSpPr txBox="1"/>
            <p:nvPr/>
          </p:nvSpPr>
          <p:spPr>
            <a:xfrm>
              <a:off x="4864218" y="1470554"/>
              <a:ext cx="1867500" cy="273600"/>
            </a:xfrm>
            <a:prstGeom prst="rect">
              <a:avLst/>
            </a:prstGeom>
            <a:grpFill/>
            <a:ln>
              <a:noFill/>
            </a:ln>
          </p:spPr>
          <p:txBody>
            <a:bodyPr spcFirstLastPara="1" wrap="square" lIns="289875" tIns="96625" rIns="289875" bIns="96625" anchor="ctr" anchorCtr="0">
              <a:noAutofit/>
            </a:bodyPr>
            <a:lstStyle/>
            <a:p>
              <a:pPr marL="0" lvl="0" indent="0" algn="r"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GURLAKSHPREET KAUR</a:t>
              </a:r>
              <a:endParaRPr sz="845">
                <a:solidFill>
                  <a:srgbClr val="282929"/>
                </a:solidFill>
                <a:latin typeface="Roboto Condensed"/>
                <a:ea typeface="Roboto Condensed"/>
                <a:cs typeface="Roboto Condensed"/>
                <a:sym typeface="Roboto Condensed"/>
              </a:endParaRPr>
            </a:p>
          </p:txBody>
        </p:sp>
        <p:sp>
          <p:nvSpPr>
            <p:cNvPr id="324" name="Google Shape;324;p22"/>
            <p:cNvSpPr/>
            <p:nvPr/>
          </p:nvSpPr>
          <p:spPr>
            <a:xfrm>
              <a:off x="5607637" y="2402884"/>
              <a:ext cx="956400" cy="956400"/>
            </a:xfrm>
            <a:prstGeom prst="ellipse">
              <a:avLst/>
            </a:prstGeom>
            <a:grpFill/>
            <a:ln w="20125" cap="flat" cmpd="sng">
              <a:solidFill>
                <a:srgbClr val="282929"/>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 sz="5073">
                  <a:solidFill>
                    <a:srgbClr val="282929"/>
                  </a:solidFill>
                  <a:latin typeface="Roboto Condensed"/>
                  <a:ea typeface="Roboto Condensed"/>
                  <a:cs typeface="Roboto Condensed"/>
                  <a:sym typeface="Roboto Condensed"/>
                </a:rPr>
                <a:t>02</a:t>
              </a:r>
              <a:endParaRPr sz="5073">
                <a:solidFill>
                  <a:srgbClr val="282929"/>
                </a:solidFill>
                <a:latin typeface="Roboto Condensed"/>
                <a:ea typeface="Roboto Condensed"/>
                <a:cs typeface="Roboto Condensed"/>
                <a:sym typeface="Roboto Condensed"/>
              </a:endParaRPr>
            </a:p>
          </p:txBody>
        </p:sp>
      </p:grpSp>
      <p:sp>
        <p:nvSpPr>
          <p:cNvPr id="325" name="Google Shape;325;p22"/>
          <p:cNvSpPr txBox="1"/>
          <p:nvPr/>
        </p:nvSpPr>
        <p:spPr>
          <a:xfrm>
            <a:off x="98100" y="2991000"/>
            <a:ext cx="4375800" cy="194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lt2"/>
                </a:solidFill>
                <a:latin typeface="Noto Serif Gujarati"/>
                <a:ea typeface="Noto Serif Gujarati"/>
                <a:cs typeface="Noto Serif Gujarati"/>
                <a:sym typeface="Noto Serif Gujarati"/>
              </a:rPr>
              <a:t>A workflow management system automates tasks, streamlines processes, and improves efficiency. It enables task assignment, tracking, and collaboration, ensuring transparency and accountability. With real-time updates, reporting, and integration capabilities, it reduces errors, saves time, and enhances productivity while standardizing workflows and supporting better decision-making across teams and departments.</a:t>
            </a:r>
            <a:endParaRPr sz="1300">
              <a:solidFill>
                <a:schemeClr val="lt2"/>
              </a:solidFill>
              <a:latin typeface="Noto Serif Gujarati"/>
              <a:ea typeface="Noto Serif Gujarati"/>
              <a:cs typeface="Noto Serif Gujarati"/>
              <a:sym typeface="Noto Serif Gujarati"/>
            </a:endParaRPr>
          </a:p>
        </p:txBody>
      </p:sp>
      <p:cxnSp>
        <p:nvCxnSpPr>
          <p:cNvPr id="326" name="Google Shape;326;p22"/>
          <p:cNvCxnSpPr/>
          <p:nvPr/>
        </p:nvCxnSpPr>
        <p:spPr>
          <a:xfrm>
            <a:off x="4672650" y="130500"/>
            <a:ext cx="0" cy="4882500"/>
          </a:xfrm>
          <a:prstGeom prst="straightConnector1">
            <a:avLst/>
          </a:prstGeom>
          <a:noFill/>
          <a:ln w="9525" cap="flat" cmpd="sng">
            <a:solidFill>
              <a:schemeClr val="dk2"/>
            </a:solidFill>
            <a:prstDash val="solid"/>
            <a:round/>
            <a:headEnd type="none" w="med" len="med"/>
            <a:tailEnd type="none" w="med" len="med"/>
          </a:ln>
        </p:spPr>
      </p:cxnSp>
      <p:sp>
        <p:nvSpPr>
          <p:cNvPr id="10" name="Rectangle 9">
            <a:extLst>
              <a:ext uri="{FF2B5EF4-FFF2-40B4-BE49-F238E27FC236}">
                <a16:creationId xmlns:a16="http://schemas.microsoft.com/office/drawing/2014/main" id="{80E7E8CA-F539-94EA-B028-B82BC5B37DDB}"/>
              </a:ext>
            </a:extLst>
          </p:cNvPr>
          <p:cNvSpPr/>
          <p:nvPr/>
        </p:nvSpPr>
        <p:spPr>
          <a:xfrm>
            <a:off x="5945521" y="1033026"/>
            <a:ext cx="2325547" cy="351407"/>
          </a:xfrm>
          <a:prstGeom prst="rect">
            <a:avLst/>
          </a:prstGeom>
          <a:solidFill>
            <a:srgbClr val="6FAF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7" name="Google Shape;327;p22"/>
          <p:cNvSpPr/>
          <p:nvPr/>
        </p:nvSpPr>
        <p:spPr>
          <a:xfrm rot="3599210">
            <a:off x="7898993" y="13501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300"/>
                                  </p:iterate>
                                  <p:childTnLst>
                                    <p:set>
                                      <p:cBhvr>
                                        <p:cTn id="6" dur="1" fill="hold">
                                          <p:stCondLst>
                                            <p:cond delay="0"/>
                                          </p:stCondLst>
                                        </p:cTn>
                                        <p:tgtEl>
                                          <p:spTgt spid="291">
                                            <p:txEl>
                                              <p:pRg st="0" end="0"/>
                                            </p:txEl>
                                          </p:spTgt>
                                        </p:tgtEl>
                                        <p:attrNameLst>
                                          <p:attrName>style.visibility</p:attrName>
                                        </p:attrNameLst>
                                      </p:cBhvr>
                                      <p:to>
                                        <p:strVal val="visible"/>
                                      </p:to>
                                    </p:set>
                                  </p:childTnLst>
                                </p:cTn>
                              </p:par>
                            </p:childTnLst>
                          </p:cTn>
                        </p:par>
                        <p:par>
                          <p:cTn id="7" fill="hold">
                            <p:stCondLst>
                              <p:cond delay="2401"/>
                            </p:stCondLst>
                            <p:childTnLst>
                              <p:par>
                                <p:cTn id="8" presetID="42" presetClass="entr" presetSubtype="0" fill="hold" grpId="0" nodeType="afterEffect">
                                  <p:stCondLst>
                                    <p:cond delay="0"/>
                                  </p:stCondLst>
                                  <p:childTnLst>
                                    <p:set>
                                      <p:cBhvr>
                                        <p:cTn id="9" dur="1" fill="hold">
                                          <p:stCondLst>
                                            <p:cond delay="0"/>
                                          </p:stCondLst>
                                        </p:cTn>
                                        <p:tgtEl>
                                          <p:spTgt spid="294"/>
                                        </p:tgtEl>
                                        <p:attrNameLst>
                                          <p:attrName>style.visibility</p:attrName>
                                        </p:attrNameLst>
                                      </p:cBhvr>
                                      <p:to>
                                        <p:strVal val="visible"/>
                                      </p:to>
                                    </p:set>
                                    <p:animEffect transition="in" filter="fade">
                                      <p:cBhvr>
                                        <p:cTn id="10" dur="400"/>
                                        <p:tgtEl>
                                          <p:spTgt spid="294"/>
                                        </p:tgtEl>
                                      </p:cBhvr>
                                    </p:animEffect>
                                    <p:anim calcmode="lin" valueType="num">
                                      <p:cBhvr>
                                        <p:cTn id="11" dur="400" fill="hold"/>
                                        <p:tgtEl>
                                          <p:spTgt spid="294"/>
                                        </p:tgtEl>
                                        <p:attrNameLst>
                                          <p:attrName>ppt_x</p:attrName>
                                        </p:attrNameLst>
                                      </p:cBhvr>
                                      <p:tavLst>
                                        <p:tav tm="0">
                                          <p:val>
                                            <p:strVal val="#ppt_x"/>
                                          </p:val>
                                        </p:tav>
                                        <p:tav tm="100000">
                                          <p:val>
                                            <p:strVal val="#ppt_x"/>
                                          </p:val>
                                        </p:tav>
                                      </p:tavLst>
                                    </p:anim>
                                    <p:anim calcmode="lin" valueType="num">
                                      <p:cBhvr>
                                        <p:cTn id="12" dur="400" fill="hold"/>
                                        <p:tgtEl>
                                          <p:spTgt spid="294"/>
                                        </p:tgtEl>
                                        <p:attrNameLst>
                                          <p:attrName>ppt_y</p:attrName>
                                        </p:attrNameLst>
                                      </p:cBhvr>
                                      <p:tavLst>
                                        <p:tav tm="0">
                                          <p:val>
                                            <p:strVal val="#ppt_y+.1"/>
                                          </p:val>
                                        </p:tav>
                                        <p:tav tm="100000">
                                          <p:val>
                                            <p:strVal val="#ppt_y"/>
                                          </p:val>
                                        </p:tav>
                                      </p:tavLst>
                                    </p:anim>
                                  </p:childTnLst>
                                </p:cTn>
                              </p:par>
                            </p:childTnLst>
                          </p:cTn>
                        </p:par>
                        <p:par>
                          <p:cTn id="13" fill="hold">
                            <p:stCondLst>
                              <p:cond delay="2801"/>
                            </p:stCondLst>
                            <p:childTnLst>
                              <p:par>
                                <p:cTn id="14" presetID="42" presetClass="entr" presetSubtype="0" fill="hold" nodeType="afterEffect">
                                  <p:stCondLst>
                                    <p:cond delay="0"/>
                                  </p:stCondLst>
                                  <p:childTnLst>
                                    <p:set>
                                      <p:cBhvr>
                                        <p:cTn id="15" dur="1" fill="hold">
                                          <p:stCondLst>
                                            <p:cond delay="0"/>
                                          </p:stCondLst>
                                        </p:cTn>
                                        <p:tgtEl>
                                          <p:spTgt spid="294">
                                            <p:txEl>
                                              <p:pRg st="0" end="0"/>
                                            </p:txEl>
                                          </p:spTgt>
                                        </p:tgtEl>
                                        <p:attrNameLst>
                                          <p:attrName>style.visibility</p:attrName>
                                        </p:attrNameLst>
                                      </p:cBhvr>
                                      <p:to>
                                        <p:strVal val="visible"/>
                                      </p:to>
                                    </p:set>
                                    <p:animEffect transition="in" filter="fade">
                                      <p:cBhvr>
                                        <p:cTn id="16" dur="250"/>
                                        <p:tgtEl>
                                          <p:spTgt spid="294">
                                            <p:txEl>
                                              <p:pRg st="0" end="0"/>
                                            </p:txEl>
                                          </p:spTgt>
                                        </p:tgtEl>
                                      </p:cBhvr>
                                    </p:animEffect>
                                    <p:anim calcmode="lin" valueType="num">
                                      <p:cBhvr>
                                        <p:cTn id="17" dur="250" fill="hold"/>
                                        <p:tgtEl>
                                          <p:spTgt spid="294">
                                            <p:txEl>
                                              <p:pRg st="0" end="0"/>
                                            </p:txEl>
                                          </p:spTgt>
                                        </p:tgtEl>
                                        <p:attrNameLst>
                                          <p:attrName>ppt_x</p:attrName>
                                        </p:attrNameLst>
                                      </p:cBhvr>
                                      <p:tavLst>
                                        <p:tav tm="0">
                                          <p:val>
                                            <p:strVal val="#ppt_x"/>
                                          </p:val>
                                        </p:tav>
                                        <p:tav tm="100000">
                                          <p:val>
                                            <p:strVal val="#ppt_x"/>
                                          </p:val>
                                        </p:tav>
                                      </p:tavLst>
                                    </p:anim>
                                    <p:anim calcmode="lin" valueType="num">
                                      <p:cBhvr>
                                        <p:cTn id="18" dur="250" fill="hold"/>
                                        <p:tgtEl>
                                          <p:spTgt spid="294">
                                            <p:txEl>
                                              <p:pRg st="0" end="0"/>
                                            </p:txEl>
                                          </p:spTgt>
                                        </p:tgtEl>
                                        <p:attrNameLst>
                                          <p:attrName>ppt_y</p:attrName>
                                        </p:attrNameLst>
                                      </p:cBhvr>
                                      <p:tavLst>
                                        <p:tav tm="0">
                                          <p:val>
                                            <p:strVal val="#ppt_y+.1"/>
                                          </p:val>
                                        </p:tav>
                                        <p:tav tm="100000">
                                          <p:val>
                                            <p:strVal val="#ppt_y"/>
                                          </p:val>
                                        </p:tav>
                                      </p:tavLst>
                                    </p:anim>
                                  </p:childTnLst>
                                </p:cTn>
                              </p:par>
                            </p:childTnLst>
                          </p:cTn>
                        </p:par>
                        <p:par>
                          <p:cTn id="19" fill="hold">
                            <p:stCondLst>
                              <p:cond delay="3051"/>
                            </p:stCondLst>
                            <p:childTnLst>
                              <p:par>
                                <p:cTn id="20" presetID="42" presetClass="entr" presetSubtype="0" fill="hold" nodeType="afterEffect">
                                  <p:stCondLst>
                                    <p:cond delay="100"/>
                                  </p:stCondLst>
                                  <p:childTnLst>
                                    <p:set>
                                      <p:cBhvr>
                                        <p:cTn id="21" dur="1" fill="hold">
                                          <p:stCondLst>
                                            <p:cond delay="0"/>
                                          </p:stCondLst>
                                        </p:cTn>
                                        <p:tgtEl>
                                          <p:spTgt spid="294">
                                            <p:txEl>
                                              <p:pRg st="1" end="1"/>
                                            </p:txEl>
                                          </p:spTgt>
                                        </p:tgtEl>
                                        <p:attrNameLst>
                                          <p:attrName>style.visibility</p:attrName>
                                        </p:attrNameLst>
                                      </p:cBhvr>
                                      <p:to>
                                        <p:strVal val="visible"/>
                                      </p:to>
                                    </p:set>
                                    <p:animEffect transition="in" filter="fade">
                                      <p:cBhvr>
                                        <p:cTn id="22" dur="250"/>
                                        <p:tgtEl>
                                          <p:spTgt spid="294">
                                            <p:txEl>
                                              <p:pRg st="1" end="1"/>
                                            </p:txEl>
                                          </p:spTgt>
                                        </p:tgtEl>
                                      </p:cBhvr>
                                    </p:animEffect>
                                    <p:anim calcmode="lin" valueType="num">
                                      <p:cBhvr>
                                        <p:cTn id="23" dur="250" fill="hold"/>
                                        <p:tgtEl>
                                          <p:spTgt spid="294">
                                            <p:txEl>
                                              <p:pRg st="1" end="1"/>
                                            </p:txEl>
                                          </p:spTgt>
                                        </p:tgtEl>
                                        <p:attrNameLst>
                                          <p:attrName>ppt_x</p:attrName>
                                        </p:attrNameLst>
                                      </p:cBhvr>
                                      <p:tavLst>
                                        <p:tav tm="0">
                                          <p:val>
                                            <p:strVal val="#ppt_x"/>
                                          </p:val>
                                        </p:tav>
                                        <p:tav tm="100000">
                                          <p:val>
                                            <p:strVal val="#ppt_x"/>
                                          </p:val>
                                        </p:tav>
                                      </p:tavLst>
                                    </p:anim>
                                    <p:anim calcmode="lin" valueType="num">
                                      <p:cBhvr>
                                        <p:cTn id="24" dur="250" fill="hold"/>
                                        <p:tgtEl>
                                          <p:spTgt spid="294">
                                            <p:txEl>
                                              <p:pRg st="1" end="1"/>
                                            </p:txEl>
                                          </p:spTgt>
                                        </p:tgtEl>
                                        <p:attrNameLst>
                                          <p:attrName>ppt_y</p:attrName>
                                        </p:attrNameLst>
                                      </p:cBhvr>
                                      <p:tavLst>
                                        <p:tav tm="0">
                                          <p:val>
                                            <p:strVal val="#ppt_y+.1"/>
                                          </p:val>
                                        </p:tav>
                                        <p:tav tm="100000">
                                          <p:val>
                                            <p:strVal val="#ppt_y"/>
                                          </p:val>
                                        </p:tav>
                                      </p:tavLst>
                                    </p:anim>
                                  </p:childTnLst>
                                </p:cTn>
                              </p:par>
                            </p:childTnLst>
                          </p:cTn>
                        </p:par>
                        <p:par>
                          <p:cTn id="25" fill="hold">
                            <p:stCondLst>
                              <p:cond delay="3401"/>
                            </p:stCondLst>
                            <p:childTnLst>
                              <p:par>
                                <p:cTn id="26" presetID="42" presetClass="entr" presetSubtype="0" fill="hold" nodeType="afterEffect">
                                  <p:stCondLst>
                                    <p:cond delay="100"/>
                                  </p:stCondLst>
                                  <p:childTnLst>
                                    <p:set>
                                      <p:cBhvr>
                                        <p:cTn id="27" dur="1" fill="hold">
                                          <p:stCondLst>
                                            <p:cond delay="0"/>
                                          </p:stCondLst>
                                        </p:cTn>
                                        <p:tgtEl>
                                          <p:spTgt spid="294">
                                            <p:txEl>
                                              <p:pRg st="2" end="2"/>
                                            </p:txEl>
                                          </p:spTgt>
                                        </p:tgtEl>
                                        <p:attrNameLst>
                                          <p:attrName>style.visibility</p:attrName>
                                        </p:attrNameLst>
                                      </p:cBhvr>
                                      <p:to>
                                        <p:strVal val="visible"/>
                                      </p:to>
                                    </p:set>
                                    <p:animEffect transition="in" filter="fade">
                                      <p:cBhvr>
                                        <p:cTn id="28" dur="250"/>
                                        <p:tgtEl>
                                          <p:spTgt spid="294">
                                            <p:txEl>
                                              <p:pRg st="2" end="2"/>
                                            </p:txEl>
                                          </p:spTgt>
                                        </p:tgtEl>
                                      </p:cBhvr>
                                    </p:animEffect>
                                    <p:anim calcmode="lin" valueType="num">
                                      <p:cBhvr>
                                        <p:cTn id="29" dur="250" fill="hold"/>
                                        <p:tgtEl>
                                          <p:spTgt spid="294">
                                            <p:txEl>
                                              <p:pRg st="2" end="2"/>
                                            </p:txEl>
                                          </p:spTgt>
                                        </p:tgtEl>
                                        <p:attrNameLst>
                                          <p:attrName>ppt_x</p:attrName>
                                        </p:attrNameLst>
                                      </p:cBhvr>
                                      <p:tavLst>
                                        <p:tav tm="0">
                                          <p:val>
                                            <p:strVal val="#ppt_x"/>
                                          </p:val>
                                        </p:tav>
                                        <p:tav tm="100000">
                                          <p:val>
                                            <p:strVal val="#ppt_x"/>
                                          </p:val>
                                        </p:tav>
                                      </p:tavLst>
                                    </p:anim>
                                    <p:anim calcmode="lin" valueType="num">
                                      <p:cBhvr>
                                        <p:cTn id="30" dur="250" fill="hold"/>
                                        <p:tgtEl>
                                          <p:spTgt spid="294">
                                            <p:txEl>
                                              <p:pRg st="2" end="2"/>
                                            </p:txEl>
                                          </p:spTgt>
                                        </p:tgtEl>
                                        <p:attrNameLst>
                                          <p:attrName>ppt_y</p:attrName>
                                        </p:attrNameLst>
                                      </p:cBhvr>
                                      <p:tavLst>
                                        <p:tav tm="0">
                                          <p:val>
                                            <p:strVal val="#ppt_y+.1"/>
                                          </p:val>
                                        </p:tav>
                                        <p:tav tm="100000">
                                          <p:val>
                                            <p:strVal val="#ppt_y"/>
                                          </p:val>
                                        </p:tav>
                                      </p:tavLst>
                                    </p:anim>
                                  </p:childTnLst>
                                </p:cTn>
                              </p:par>
                            </p:childTnLst>
                          </p:cTn>
                        </p:par>
                        <p:par>
                          <p:cTn id="31" fill="hold">
                            <p:stCondLst>
                              <p:cond delay="3751"/>
                            </p:stCondLst>
                            <p:childTnLst>
                              <p:par>
                                <p:cTn id="32" presetID="42" presetClass="entr" presetSubtype="0" fill="hold" nodeType="afterEffect">
                                  <p:stCondLst>
                                    <p:cond delay="100"/>
                                  </p:stCondLst>
                                  <p:childTnLst>
                                    <p:set>
                                      <p:cBhvr>
                                        <p:cTn id="33" dur="1" fill="hold">
                                          <p:stCondLst>
                                            <p:cond delay="0"/>
                                          </p:stCondLst>
                                        </p:cTn>
                                        <p:tgtEl>
                                          <p:spTgt spid="294">
                                            <p:txEl>
                                              <p:pRg st="3" end="3"/>
                                            </p:txEl>
                                          </p:spTgt>
                                        </p:tgtEl>
                                        <p:attrNameLst>
                                          <p:attrName>style.visibility</p:attrName>
                                        </p:attrNameLst>
                                      </p:cBhvr>
                                      <p:to>
                                        <p:strVal val="visible"/>
                                      </p:to>
                                    </p:set>
                                    <p:animEffect transition="in" filter="fade">
                                      <p:cBhvr>
                                        <p:cTn id="34" dur="250"/>
                                        <p:tgtEl>
                                          <p:spTgt spid="294">
                                            <p:txEl>
                                              <p:pRg st="3" end="3"/>
                                            </p:txEl>
                                          </p:spTgt>
                                        </p:tgtEl>
                                      </p:cBhvr>
                                    </p:animEffect>
                                    <p:anim calcmode="lin" valueType="num">
                                      <p:cBhvr>
                                        <p:cTn id="35" dur="250" fill="hold"/>
                                        <p:tgtEl>
                                          <p:spTgt spid="294">
                                            <p:txEl>
                                              <p:pRg st="3" end="3"/>
                                            </p:txEl>
                                          </p:spTgt>
                                        </p:tgtEl>
                                        <p:attrNameLst>
                                          <p:attrName>ppt_x</p:attrName>
                                        </p:attrNameLst>
                                      </p:cBhvr>
                                      <p:tavLst>
                                        <p:tav tm="0">
                                          <p:val>
                                            <p:strVal val="#ppt_x"/>
                                          </p:val>
                                        </p:tav>
                                        <p:tav tm="100000">
                                          <p:val>
                                            <p:strVal val="#ppt_x"/>
                                          </p:val>
                                        </p:tav>
                                      </p:tavLst>
                                    </p:anim>
                                    <p:anim calcmode="lin" valueType="num">
                                      <p:cBhvr>
                                        <p:cTn id="36" dur="250" fill="hold"/>
                                        <p:tgtEl>
                                          <p:spTgt spid="29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right)">
                                      <p:cBhvr>
                                        <p:cTn id="41" dur="500"/>
                                        <p:tgtEl>
                                          <p:spTgt spid="10"/>
                                        </p:tgtEl>
                                      </p:cBhvr>
                                    </p:animEffect>
                                  </p:childTnLst>
                                </p:cTn>
                              </p:par>
                              <p:par>
                                <p:cTn id="42" presetID="42" presetClass="exit" presetSubtype="0" fill="hold" nodeType="withEffect">
                                  <p:stCondLst>
                                    <p:cond delay="0"/>
                                  </p:stCondLst>
                                  <p:childTnLst>
                                    <p:animEffect transition="out" filter="fade">
                                      <p:cBhvr>
                                        <p:cTn id="43" dur="250"/>
                                        <p:tgtEl>
                                          <p:spTgt spid="294">
                                            <p:txEl>
                                              <p:pRg st="0" end="0"/>
                                            </p:txEl>
                                          </p:spTgt>
                                        </p:tgtEl>
                                      </p:cBhvr>
                                    </p:animEffect>
                                    <p:anim calcmode="lin" valueType="num">
                                      <p:cBhvr>
                                        <p:cTn id="44" dur="250"/>
                                        <p:tgtEl>
                                          <p:spTgt spid="294">
                                            <p:txEl>
                                              <p:pRg st="0" end="0"/>
                                            </p:txEl>
                                          </p:spTgt>
                                        </p:tgtEl>
                                        <p:attrNameLst>
                                          <p:attrName>ppt_x</p:attrName>
                                        </p:attrNameLst>
                                      </p:cBhvr>
                                      <p:tavLst>
                                        <p:tav tm="0">
                                          <p:val>
                                            <p:strVal val="ppt_x"/>
                                          </p:val>
                                        </p:tav>
                                        <p:tav tm="100000">
                                          <p:val>
                                            <p:strVal val="ppt_x"/>
                                          </p:val>
                                        </p:tav>
                                      </p:tavLst>
                                    </p:anim>
                                    <p:anim calcmode="lin" valueType="num">
                                      <p:cBhvr>
                                        <p:cTn id="45" dur="250"/>
                                        <p:tgtEl>
                                          <p:spTgt spid="294">
                                            <p:txEl>
                                              <p:pRg st="0" end="0"/>
                                            </p:txEl>
                                          </p:spTgt>
                                        </p:tgtEl>
                                        <p:attrNameLst>
                                          <p:attrName>ppt_y</p:attrName>
                                        </p:attrNameLst>
                                      </p:cBhvr>
                                      <p:tavLst>
                                        <p:tav tm="0">
                                          <p:val>
                                            <p:strVal val="ppt_y"/>
                                          </p:val>
                                        </p:tav>
                                        <p:tav tm="100000">
                                          <p:val>
                                            <p:strVal val="ppt_y+.1"/>
                                          </p:val>
                                        </p:tav>
                                      </p:tavLst>
                                    </p:anim>
                                    <p:set>
                                      <p:cBhvr>
                                        <p:cTn id="46" dur="1" fill="hold">
                                          <p:stCondLst>
                                            <p:cond delay="249"/>
                                          </p:stCondLst>
                                        </p:cTn>
                                        <p:tgtEl>
                                          <p:spTgt spid="294">
                                            <p:txEl>
                                              <p:pRg st="0" end="0"/>
                                            </p:txEl>
                                          </p:spTgt>
                                        </p:tgtEl>
                                        <p:attrNameLst>
                                          <p:attrName>style.visibility</p:attrName>
                                        </p:attrNameLst>
                                      </p:cBhvr>
                                      <p:to>
                                        <p:strVal val="hidden"/>
                                      </p:to>
                                    </p:set>
                                  </p:childTnLst>
                                </p:cTn>
                              </p:par>
                              <p:par>
                                <p:cTn id="47" presetID="42" presetClass="exit" presetSubtype="0" fill="hold" nodeType="withEffect">
                                  <p:stCondLst>
                                    <p:cond delay="0"/>
                                  </p:stCondLst>
                                  <p:childTnLst>
                                    <p:animEffect transition="out" filter="fade">
                                      <p:cBhvr>
                                        <p:cTn id="48" dur="250"/>
                                        <p:tgtEl>
                                          <p:spTgt spid="294">
                                            <p:txEl>
                                              <p:pRg st="1" end="1"/>
                                            </p:txEl>
                                          </p:spTgt>
                                        </p:tgtEl>
                                      </p:cBhvr>
                                    </p:animEffect>
                                    <p:anim calcmode="lin" valueType="num">
                                      <p:cBhvr>
                                        <p:cTn id="49" dur="250"/>
                                        <p:tgtEl>
                                          <p:spTgt spid="294">
                                            <p:txEl>
                                              <p:pRg st="1" end="1"/>
                                            </p:txEl>
                                          </p:spTgt>
                                        </p:tgtEl>
                                        <p:attrNameLst>
                                          <p:attrName>ppt_x</p:attrName>
                                        </p:attrNameLst>
                                      </p:cBhvr>
                                      <p:tavLst>
                                        <p:tav tm="0">
                                          <p:val>
                                            <p:strVal val="ppt_x"/>
                                          </p:val>
                                        </p:tav>
                                        <p:tav tm="100000">
                                          <p:val>
                                            <p:strVal val="ppt_x"/>
                                          </p:val>
                                        </p:tav>
                                      </p:tavLst>
                                    </p:anim>
                                    <p:anim calcmode="lin" valueType="num">
                                      <p:cBhvr>
                                        <p:cTn id="50" dur="250"/>
                                        <p:tgtEl>
                                          <p:spTgt spid="294">
                                            <p:txEl>
                                              <p:pRg st="1" end="1"/>
                                            </p:txEl>
                                          </p:spTgt>
                                        </p:tgtEl>
                                        <p:attrNameLst>
                                          <p:attrName>ppt_y</p:attrName>
                                        </p:attrNameLst>
                                      </p:cBhvr>
                                      <p:tavLst>
                                        <p:tav tm="0">
                                          <p:val>
                                            <p:strVal val="ppt_y"/>
                                          </p:val>
                                        </p:tav>
                                        <p:tav tm="100000">
                                          <p:val>
                                            <p:strVal val="ppt_y+.1"/>
                                          </p:val>
                                        </p:tav>
                                      </p:tavLst>
                                    </p:anim>
                                    <p:set>
                                      <p:cBhvr>
                                        <p:cTn id="51" dur="1" fill="hold">
                                          <p:stCondLst>
                                            <p:cond delay="249"/>
                                          </p:stCondLst>
                                        </p:cTn>
                                        <p:tgtEl>
                                          <p:spTgt spid="294">
                                            <p:txEl>
                                              <p:pRg st="1" end="1"/>
                                            </p:txEl>
                                          </p:spTgt>
                                        </p:tgtEl>
                                        <p:attrNameLst>
                                          <p:attrName>style.visibility</p:attrName>
                                        </p:attrNameLst>
                                      </p:cBhvr>
                                      <p:to>
                                        <p:strVal val="hidden"/>
                                      </p:to>
                                    </p:set>
                                  </p:childTnLst>
                                </p:cTn>
                              </p:par>
                              <p:par>
                                <p:cTn id="52" presetID="42" presetClass="exit" presetSubtype="0" fill="hold" nodeType="withEffect">
                                  <p:stCondLst>
                                    <p:cond delay="0"/>
                                  </p:stCondLst>
                                  <p:childTnLst>
                                    <p:animEffect transition="out" filter="fade">
                                      <p:cBhvr>
                                        <p:cTn id="53" dur="250"/>
                                        <p:tgtEl>
                                          <p:spTgt spid="294">
                                            <p:txEl>
                                              <p:pRg st="2" end="2"/>
                                            </p:txEl>
                                          </p:spTgt>
                                        </p:tgtEl>
                                      </p:cBhvr>
                                    </p:animEffect>
                                    <p:anim calcmode="lin" valueType="num">
                                      <p:cBhvr>
                                        <p:cTn id="54" dur="250"/>
                                        <p:tgtEl>
                                          <p:spTgt spid="294">
                                            <p:txEl>
                                              <p:pRg st="2" end="2"/>
                                            </p:txEl>
                                          </p:spTgt>
                                        </p:tgtEl>
                                        <p:attrNameLst>
                                          <p:attrName>ppt_x</p:attrName>
                                        </p:attrNameLst>
                                      </p:cBhvr>
                                      <p:tavLst>
                                        <p:tav tm="0">
                                          <p:val>
                                            <p:strVal val="ppt_x"/>
                                          </p:val>
                                        </p:tav>
                                        <p:tav tm="100000">
                                          <p:val>
                                            <p:strVal val="ppt_x"/>
                                          </p:val>
                                        </p:tav>
                                      </p:tavLst>
                                    </p:anim>
                                    <p:anim calcmode="lin" valueType="num">
                                      <p:cBhvr>
                                        <p:cTn id="55" dur="250"/>
                                        <p:tgtEl>
                                          <p:spTgt spid="294">
                                            <p:txEl>
                                              <p:pRg st="2" end="2"/>
                                            </p:txEl>
                                          </p:spTgt>
                                        </p:tgtEl>
                                        <p:attrNameLst>
                                          <p:attrName>ppt_y</p:attrName>
                                        </p:attrNameLst>
                                      </p:cBhvr>
                                      <p:tavLst>
                                        <p:tav tm="0">
                                          <p:val>
                                            <p:strVal val="ppt_y"/>
                                          </p:val>
                                        </p:tav>
                                        <p:tav tm="100000">
                                          <p:val>
                                            <p:strVal val="ppt_y+.1"/>
                                          </p:val>
                                        </p:tav>
                                      </p:tavLst>
                                    </p:anim>
                                    <p:set>
                                      <p:cBhvr>
                                        <p:cTn id="56" dur="1" fill="hold">
                                          <p:stCondLst>
                                            <p:cond delay="249"/>
                                          </p:stCondLst>
                                        </p:cTn>
                                        <p:tgtEl>
                                          <p:spTgt spid="294">
                                            <p:txEl>
                                              <p:pRg st="2" end="2"/>
                                            </p:txEl>
                                          </p:spTgt>
                                        </p:tgtEl>
                                        <p:attrNameLst>
                                          <p:attrName>style.visibility</p:attrName>
                                        </p:attrNameLst>
                                      </p:cBhvr>
                                      <p:to>
                                        <p:strVal val="hidden"/>
                                      </p:to>
                                    </p:set>
                                  </p:childTnLst>
                                </p:cTn>
                              </p:par>
                              <p:par>
                                <p:cTn id="57" presetID="42" presetClass="exit" presetSubtype="0" fill="hold" nodeType="withEffect">
                                  <p:stCondLst>
                                    <p:cond delay="0"/>
                                  </p:stCondLst>
                                  <p:childTnLst>
                                    <p:animEffect transition="out" filter="fade">
                                      <p:cBhvr>
                                        <p:cTn id="58" dur="250"/>
                                        <p:tgtEl>
                                          <p:spTgt spid="294">
                                            <p:txEl>
                                              <p:pRg st="3" end="3"/>
                                            </p:txEl>
                                          </p:spTgt>
                                        </p:tgtEl>
                                      </p:cBhvr>
                                    </p:animEffect>
                                    <p:anim calcmode="lin" valueType="num">
                                      <p:cBhvr>
                                        <p:cTn id="59" dur="250"/>
                                        <p:tgtEl>
                                          <p:spTgt spid="294">
                                            <p:txEl>
                                              <p:pRg st="3" end="3"/>
                                            </p:txEl>
                                          </p:spTgt>
                                        </p:tgtEl>
                                        <p:attrNameLst>
                                          <p:attrName>ppt_x</p:attrName>
                                        </p:attrNameLst>
                                      </p:cBhvr>
                                      <p:tavLst>
                                        <p:tav tm="0">
                                          <p:val>
                                            <p:strVal val="ppt_x"/>
                                          </p:val>
                                        </p:tav>
                                        <p:tav tm="100000">
                                          <p:val>
                                            <p:strVal val="ppt_x"/>
                                          </p:val>
                                        </p:tav>
                                      </p:tavLst>
                                    </p:anim>
                                    <p:anim calcmode="lin" valueType="num">
                                      <p:cBhvr>
                                        <p:cTn id="60" dur="250"/>
                                        <p:tgtEl>
                                          <p:spTgt spid="294">
                                            <p:txEl>
                                              <p:pRg st="3" end="3"/>
                                            </p:txEl>
                                          </p:spTgt>
                                        </p:tgtEl>
                                        <p:attrNameLst>
                                          <p:attrName>ppt_y</p:attrName>
                                        </p:attrNameLst>
                                      </p:cBhvr>
                                      <p:tavLst>
                                        <p:tav tm="0">
                                          <p:val>
                                            <p:strVal val="ppt_y"/>
                                          </p:val>
                                        </p:tav>
                                        <p:tav tm="100000">
                                          <p:val>
                                            <p:strVal val="ppt_y+.1"/>
                                          </p:val>
                                        </p:tav>
                                      </p:tavLst>
                                    </p:anim>
                                    <p:set>
                                      <p:cBhvr>
                                        <p:cTn id="61" dur="1" fill="hold">
                                          <p:stCondLst>
                                            <p:cond delay="249"/>
                                          </p:stCondLst>
                                        </p:cTn>
                                        <p:tgtEl>
                                          <p:spTgt spid="294">
                                            <p:txEl>
                                              <p:pRg st="3" end="3"/>
                                            </p:txEl>
                                          </p:spTgt>
                                        </p:tgtEl>
                                        <p:attrNameLst>
                                          <p:attrName>style.visibility</p:attrName>
                                        </p:attrNameLst>
                                      </p:cBhvr>
                                      <p:to>
                                        <p:strVal val="hidden"/>
                                      </p:to>
                                    </p:set>
                                  </p:childTnLst>
                                </p:cTn>
                              </p:par>
                            </p:childTnLst>
                          </p:cTn>
                        </p:par>
                        <p:par>
                          <p:cTn id="62" fill="hold">
                            <p:stCondLst>
                              <p:cond delay="500"/>
                            </p:stCondLst>
                            <p:childTnLst>
                              <p:par>
                                <p:cTn id="63" presetID="1" presetClass="exit" presetSubtype="0" fill="hold" grpId="1" nodeType="afterEffect">
                                  <p:stCondLst>
                                    <p:cond delay="0"/>
                                  </p:stCondLst>
                                  <p:iterate type="lt">
                                    <p:tmAbs val="0"/>
                                  </p:iterate>
                                  <p:childTnLst>
                                    <p:set>
                                      <p:cBhvr>
                                        <p:cTn id="64" dur="1" fill="hold">
                                          <p:stCondLst>
                                            <p:cond delay="0"/>
                                          </p:stCondLst>
                                        </p:cTn>
                                        <p:tgtEl>
                                          <p:spTgt spid="291">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 grpId="0" build="allAtOnce"/>
      <p:bldP spid="291" grpId="1" build="allAtOnce"/>
      <p:bldP spid="294" grpId="0"/>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86">
          <a:extLst>
            <a:ext uri="{FF2B5EF4-FFF2-40B4-BE49-F238E27FC236}">
              <a16:creationId xmlns:a16="http://schemas.microsoft.com/office/drawing/2014/main" id="{AD311F58-2B8D-C9F9-3416-AC05A5764F6D}"/>
            </a:ext>
          </a:extLst>
        </p:cNvPr>
        <p:cNvGrpSpPr/>
        <p:nvPr/>
      </p:nvGrpSpPr>
      <p:grpSpPr>
        <a:xfrm>
          <a:off x="0" y="0"/>
          <a:ext cx="0" cy="0"/>
          <a:chOff x="0" y="0"/>
          <a:chExt cx="0" cy="0"/>
        </a:xfrm>
      </p:grpSpPr>
      <p:sp>
        <p:nvSpPr>
          <p:cNvPr id="288" name="Google Shape;288;p22">
            <a:extLst>
              <a:ext uri="{FF2B5EF4-FFF2-40B4-BE49-F238E27FC236}">
                <a16:creationId xmlns:a16="http://schemas.microsoft.com/office/drawing/2014/main" id="{05199CF4-F7FD-1F08-82A3-851A501A6FDB}"/>
              </a:ext>
            </a:extLst>
          </p:cNvPr>
          <p:cNvSpPr/>
          <p:nvPr/>
        </p:nvSpPr>
        <p:spPr>
          <a:xfrm>
            <a:off x="5141032" y="917247"/>
            <a:ext cx="3292498" cy="3466450"/>
          </a:xfrm>
          <a:prstGeom prst="roundRect">
            <a:avLst>
              <a:gd name="adj" fmla="val 7295"/>
            </a:avLst>
          </a:prstGeom>
          <a:gradFill>
            <a:gsLst>
              <a:gs pos="0">
                <a:srgbClr val="4AB6A1"/>
              </a:gs>
              <a:gs pos="50000">
                <a:srgbClr val="6E9CE7"/>
              </a:gs>
              <a:gs pos="100000">
                <a:srgbClr val="6ED9E7"/>
              </a:gs>
            </a:gsLst>
            <a:lin ang="0" scaled="0"/>
          </a:gradFill>
          <a:ln w="23500" cap="flat" cmpd="sng">
            <a:solidFill>
              <a:srgbClr val="242424"/>
            </a:solidFill>
            <a:prstDash val="solid"/>
            <a:round/>
            <a:headEnd type="none" w="sm" len="sm"/>
            <a:tailEnd type="none" w="sm" len="sm"/>
          </a:ln>
        </p:spPr>
        <p:txBody>
          <a:bodyPr spcFirstLastPara="1" wrap="square" lIns="112800" tIns="112800" rIns="112800" bIns="112800" anchor="ctr" anchorCtr="0">
            <a:noAutofit/>
          </a:bodyPr>
          <a:lstStyle/>
          <a:p>
            <a:pPr marL="0" lvl="0" indent="0" algn="ctr" rtl="0">
              <a:spcBef>
                <a:spcPts val="0"/>
              </a:spcBef>
              <a:spcAft>
                <a:spcPts val="0"/>
              </a:spcAft>
              <a:buNone/>
            </a:pPr>
            <a:endParaRPr sz="1727">
              <a:latin typeface="Albert Sans"/>
              <a:ea typeface="Albert Sans"/>
              <a:cs typeface="Albert Sans"/>
              <a:sym typeface="Albert Sans"/>
            </a:endParaRPr>
          </a:p>
        </p:txBody>
      </p:sp>
      <p:sp>
        <p:nvSpPr>
          <p:cNvPr id="289" name="Google Shape;289;p22">
            <a:extLst>
              <a:ext uri="{FF2B5EF4-FFF2-40B4-BE49-F238E27FC236}">
                <a16:creationId xmlns:a16="http://schemas.microsoft.com/office/drawing/2014/main" id="{99F714E6-5F4E-A80F-B8FC-1F29F90ED718}"/>
              </a:ext>
            </a:extLst>
          </p:cNvPr>
          <p:cNvSpPr/>
          <p:nvPr/>
        </p:nvSpPr>
        <p:spPr>
          <a:xfrm>
            <a:off x="5287919" y="759805"/>
            <a:ext cx="3292498" cy="3466450"/>
          </a:xfrm>
          <a:prstGeom prst="roundRect">
            <a:avLst>
              <a:gd name="adj" fmla="val 7084"/>
            </a:avLst>
          </a:prstGeom>
          <a:solidFill>
            <a:srgbClr val="F6F8FA"/>
          </a:solidFill>
          <a:ln w="23500" cap="flat" cmpd="sng">
            <a:solidFill>
              <a:srgbClr val="242424"/>
            </a:solidFill>
            <a:prstDash val="solid"/>
            <a:round/>
            <a:headEnd type="none" w="sm" len="sm"/>
            <a:tailEnd type="none" w="sm" len="sm"/>
          </a:ln>
        </p:spPr>
        <p:txBody>
          <a:bodyPr spcFirstLastPara="1" wrap="square" lIns="112800" tIns="112800" rIns="112800" bIns="112800" anchor="ctr" anchorCtr="0">
            <a:noAutofit/>
          </a:bodyPr>
          <a:lstStyle/>
          <a:p>
            <a:pPr marL="0" lvl="0" indent="0" algn="ctr" rtl="0">
              <a:spcBef>
                <a:spcPts val="0"/>
              </a:spcBef>
              <a:spcAft>
                <a:spcPts val="0"/>
              </a:spcAft>
              <a:buNone/>
            </a:pPr>
            <a:endParaRPr sz="1727">
              <a:latin typeface="Albert Sans"/>
              <a:ea typeface="Albert Sans"/>
              <a:cs typeface="Albert Sans"/>
              <a:sym typeface="Albert Sans"/>
            </a:endParaRPr>
          </a:p>
        </p:txBody>
      </p:sp>
      <p:sp>
        <p:nvSpPr>
          <p:cNvPr id="290" name="Google Shape;290;p22">
            <a:extLst>
              <a:ext uri="{FF2B5EF4-FFF2-40B4-BE49-F238E27FC236}">
                <a16:creationId xmlns:a16="http://schemas.microsoft.com/office/drawing/2014/main" id="{A7335842-1153-1473-D993-C3B583D6AF5D}"/>
              </a:ext>
            </a:extLst>
          </p:cNvPr>
          <p:cNvSpPr/>
          <p:nvPr/>
        </p:nvSpPr>
        <p:spPr>
          <a:xfrm>
            <a:off x="5443735" y="917247"/>
            <a:ext cx="2980866" cy="614753"/>
          </a:xfrm>
          <a:prstGeom prst="roundRect">
            <a:avLst>
              <a:gd name="adj" fmla="val 50000"/>
            </a:avLst>
          </a:prstGeom>
          <a:solidFill>
            <a:srgbClr val="6FAFE7"/>
          </a:solidFill>
          <a:ln w="23500" cap="flat" cmpd="sng">
            <a:solidFill>
              <a:srgbClr val="242424"/>
            </a:solidFill>
            <a:prstDash val="solid"/>
            <a:round/>
            <a:headEnd type="none" w="sm" len="sm"/>
            <a:tailEnd type="none" w="sm" len="sm"/>
          </a:ln>
        </p:spPr>
        <p:txBody>
          <a:bodyPr spcFirstLastPara="1" wrap="square" lIns="112800" tIns="112800" rIns="112800" bIns="112800" anchor="ctr" anchorCtr="0">
            <a:noAutofit/>
          </a:bodyPr>
          <a:lstStyle/>
          <a:p>
            <a:pPr marL="0" lvl="0" indent="0" algn="ctr" rtl="0">
              <a:spcBef>
                <a:spcPts val="0"/>
              </a:spcBef>
              <a:spcAft>
                <a:spcPts val="0"/>
              </a:spcAft>
              <a:buNone/>
            </a:pPr>
            <a:endParaRPr sz="1727">
              <a:latin typeface="Albert Sans"/>
              <a:ea typeface="Albert Sans"/>
              <a:cs typeface="Albert Sans"/>
              <a:sym typeface="Albert Sans"/>
            </a:endParaRPr>
          </a:p>
        </p:txBody>
      </p:sp>
      <p:sp>
        <p:nvSpPr>
          <p:cNvPr id="291" name="Google Shape;291;p22">
            <a:extLst>
              <a:ext uri="{FF2B5EF4-FFF2-40B4-BE49-F238E27FC236}">
                <a16:creationId xmlns:a16="http://schemas.microsoft.com/office/drawing/2014/main" id="{604E3845-1C5F-59C3-CF95-05D65CE0A335}"/>
              </a:ext>
            </a:extLst>
          </p:cNvPr>
          <p:cNvSpPr txBox="1"/>
          <p:nvPr/>
        </p:nvSpPr>
        <p:spPr>
          <a:xfrm>
            <a:off x="5997159" y="1090467"/>
            <a:ext cx="2192161" cy="268330"/>
          </a:xfrm>
          <a:prstGeom prst="rect">
            <a:avLst/>
          </a:prstGeom>
          <a:noFill/>
          <a:ln>
            <a:noFill/>
          </a:ln>
        </p:spPr>
        <p:txBody>
          <a:bodyPr spcFirstLastPara="1" wrap="square" lIns="0" tIns="0" rIns="0" bIns="0" anchor="ctr" anchorCtr="0">
            <a:noAutofit/>
          </a:bodyPr>
          <a:lstStyle/>
          <a:p>
            <a:pPr marL="0" lvl="0" indent="0" algn="l" rtl="0">
              <a:lnSpc>
                <a:spcPct val="80000"/>
              </a:lnSpc>
              <a:spcBef>
                <a:spcPts val="0"/>
              </a:spcBef>
              <a:spcAft>
                <a:spcPts val="0"/>
              </a:spcAft>
              <a:buSzPts val="1255"/>
              <a:buNone/>
            </a:pPr>
            <a:r>
              <a:rPr lang="en" sz="2054" dirty="0">
                <a:solidFill>
                  <a:srgbClr val="242424"/>
                </a:solidFill>
                <a:latin typeface="Dela Gothic One"/>
                <a:ea typeface="Dela Gothic One"/>
                <a:cs typeface="Albert Sans Light"/>
                <a:sym typeface="Dela Gothic One"/>
              </a:rPr>
              <a:t>Admin</a:t>
            </a:r>
            <a:endParaRPr sz="2054" dirty="0">
              <a:solidFill>
                <a:srgbClr val="242424"/>
              </a:solidFill>
              <a:latin typeface="Albert Sans Light"/>
              <a:ea typeface="Albert Sans Light"/>
              <a:cs typeface="Albert Sans Light"/>
              <a:sym typeface="Albert Sans Light"/>
            </a:endParaRPr>
          </a:p>
        </p:txBody>
      </p:sp>
      <p:sp>
        <p:nvSpPr>
          <p:cNvPr id="292" name="Google Shape;292;p22">
            <a:extLst>
              <a:ext uri="{FF2B5EF4-FFF2-40B4-BE49-F238E27FC236}">
                <a16:creationId xmlns:a16="http://schemas.microsoft.com/office/drawing/2014/main" id="{9D825DB6-5E62-5637-5617-EF9D432F38DF}"/>
              </a:ext>
            </a:extLst>
          </p:cNvPr>
          <p:cNvSpPr/>
          <p:nvPr/>
        </p:nvSpPr>
        <p:spPr>
          <a:xfrm>
            <a:off x="5620611" y="1106038"/>
            <a:ext cx="178023" cy="178023"/>
          </a:xfrm>
          <a:prstGeom prst="ellipse">
            <a:avLst/>
          </a:prstGeom>
          <a:noFill/>
          <a:ln w="23500" cap="flat" cmpd="sng">
            <a:solidFill>
              <a:srgbClr val="242424"/>
            </a:solidFill>
            <a:prstDash val="solid"/>
            <a:round/>
            <a:headEnd type="none" w="sm" len="sm"/>
            <a:tailEnd type="none" w="sm" len="sm"/>
          </a:ln>
        </p:spPr>
        <p:txBody>
          <a:bodyPr spcFirstLastPara="1" wrap="square" lIns="112800" tIns="112800" rIns="112800" bIns="112800" anchor="ctr" anchorCtr="0">
            <a:noAutofit/>
          </a:bodyPr>
          <a:lstStyle/>
          <a:p>
            <a:pPr marL="0" lvl="0" indent="0" algn="ctr" rtl="0">
              <a:spcBef>
                <a:spcPts val="0"/>
              </a:spcBef>
              <a:spcAft>
                <a:spcPts val="0"/>
              </a:spcAft>
              <a:buNone/>
            </a:pPr>
            <a:endParaRPr sz="1727">
              <a:latin typeface="Albert Sans"/>
              <a:ea typeface="Albert Sans"/>
              <a:cs typeface="Albert Sans"/>
              <a:sym typeface="Albert Sans"/>
            </a:endParaRPr>
          </a:p>
        </p:txBody>
      </p:sp>
      <p:cxnSp>
        <p:nvCxnSpPr>
          <p:cNvPr id="293" name="Google Shape;293;p22">
            <a:extLst>
              <a:ext uri="{FF2B5EF4-FFF2-40B4-BE49-F238E27FC236}">
                <a16:creationId xmlns:a16="http://schemas.microsoft.com/office/drawing/2014/main" id="{052A638B-1575-746B-DFB9-77848D58D347}"/>
              </a:ext>
            </a:extLst>
          </p:cNvPr>
          <p:cNvCxnSpPr>
            <a:stCxn id="292" idx="5"/>
          </p:cNvCxnSpPr>
          <p:nvPr/>
        </p:nvCxnSpPr>
        <p:spPr>
          <a:xfrm>
            <a:off x="5772563" y="1257990"/>
            <a:ext cx="52186" cy="52186"/>
          </a:xfrm>
          <a:prstGeom prst="straightConnector1">
            <a:avLst/>
          </a:prstGeom>
          <a:noFill/>
          <a:ln w="23500" cap="flat" cmpd="sng">
            <a:solidFill>
              <a:srgbClr val="242424"/>
            </a:solidFill>
            <a:prstDash val="solid"/>
            <a:round/>
            <a:headEnd type="none" w="med" len="med"/>
            <a:tailEnd type="none" w="med" len="med"/>
          </a:ln>
        </p:spPr>
      </p:cxnSp>
      <p:sp>
        <p:nvSpPr>
          <p:cNvPr id="294" name="Google Shape;294;p22">
            <a:extLst>
              <a:ext uri="{FF2B5EF4-FFF2-40B4-BE49-F238E27FC236}">
                <a16:creationId xmlns:a16="http://schemas.microsoft.com/office/drawing/2014/main" id="{E607DCC1-EC1D-F2BC-1E19-D355B2629DF4}"/>
              </a:ext>
            </a:extLst>
          </p:cNvPr>
          <p:cNvSpPr txBox="1"/>
          <p:nvPr/>
        </p:nvSpPr>
        <p:spPr>
          <a:xfrm>
            <a:off x="5679139" y="1608065"/>
            <a:ext cx="2510086" cy="2084829"/>
          </a:xfrm>
          <a:prstGeom prst="rect">
            <a:avLst/>
          </a:prstGeom>
          <a:noFill/>
          <a:ln>
            <a:noFill/>
          </a:ln>
        </p:spPr>
        <p:txBody>
          <a:bodyPr spcFirstLastPara="1" wrap="square" lIns="0" tIns="0" rIns="0" bIns="0" anchor="t" anchorCtr="0">
            <a:noAutofit/>
          </a:bodyPr>
          <a:lstStyle/>
          <a:p>
            <a:pPr marL="352525" lvl="0" indent="-336858">
              <a:lnSpc>
                <a:spcPct val="140000"/>
              </a:lnSpc>
              <a:buClr>
                <a:srgbClr val="242424"/>
              </a:buClr>
              <a:buSzPts val="1974"/>
              <a:buFont typeface="Albert Sans"/>
              <a:buChar char="●"/>
            </a:pPr>
            <a:r>
              <a:rPr lang="en-US" sz="1974" dirty="0">
                <a:solidFill>
                  <a:srgbClr val="242424"/>
                </a:solidFill>
                <a:latin typeface="Albert Sans"/>
                <a:ea typeface="Albert Sans"/>
                <a:cs typeface="Albert Sans"/>
                <a:sym typeface="Albert Sans"/>
              </a:rPr>
              <a:t>Client  &amp; employee record management</a:t>
            </a:r>
          </a:p>
          <a:p>
            <a:pPr marL="352525" lvl="0" indent="-336858">
              <a:lnSpc>
                <a:spcPct val="140000"/>
              </a:lnSpc>
              <a:buClr>
                <a:srgbClr val="242424"/>
              </a:buClr>
              <a:buSzPts val="1974"/>
              <a:buFont typeface="Albert Sans"/>
              <a:buChar char="●"/>
            </a:pPr>
            <a:r>
              <a:rPr lang="en-US" sz="1974" dirty="0">
                <a:solidFill>
                  <a:srgbClr val="242424"/>
                </a:solidFill>
                <a:latin typeface="Albert Sans"/>
                <a:ea typeface="Albert Sans"/>
                <a:cs typeface="Albert Sans"/>
                <a:sym typeface="Albert Sans"/>
              </a:rPr>
              <a:t>Employee onboarding</a:t>
            </a:r>
          </a:p>
          <a:p>
            <a:pPr marL="352525" lvl="0" indent="-336858">
              <a:lnSpc>
                <a:spcPct val="140000"/>
              </a:lnSpc>
              <a:buClr>
                <a:srgbClr val="242424"/>
              </a:buClr>
              <a:buSzPts val="1974"/>
              <a:buFont typeface="Albert Sans"/>
              <a:buChar char="●"/>
            </a:pPr>
            <a:r>
              <a:rPr lang="en-US" sz="1974" dirty="0">
                <a:solidFill>
                  <a:srgbClr val="242424"/>
                </a:solidFill>
                <a:latin typeface="Albert Sans"/>
                <a:ea typeface="Albert Sans"/>
                <a:cs typeface="Albert Sans"/>
                <a:sym typeface="Albert Sans"/>
              </a:rPr>
              <a:t>Project summary</a:t>
            </a:r>
          </a:p>
        </p:txBody>
      </p:sp>
      <p:sp>
        <p:nvSpPr>
          <p:cNvPr id="295" name="Google Shape;295;p22">
            <a:extLst>
              <a:ext uri="{FF2B5EF4-FFF2-40B4-BE49-F238E27FC236}">
                <a16:creationId xmlns:a16="http://schemas.microsoft.com/office/drawing/2014/main" id="{8D858795-77E0-AAC0-8379-323FB004BB1F}"/>
              </a:ext>
            </a:extLst>
          </p:cNvPr>
          <p:cNvSpPr/>
          <p:nvPr/>
        </p:nvSpPr>
        <p:spPr>
          <a:xfrm>
            <a:off x="665325" y="946825"/>
            <a:ext cx="1212900" cy="4605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296" name="Google Shape;296;p22">
            <a:extLst>
              <a:ext uri="{FF2B5EF4-FFF2-40B4-BE49-F238E27FC236}">
                <a16:creationId xmlns:a16="http://schemas.microsoft.com/office/drawing/2014/main" id="{68B05A59-1D8D-163B-39D3-25782AB7A9CC}"/>
              </a:ext>
            </a:extLst>
          </p:cNvPr>
          <p:cNvGrpSpPr/>
          <p:nvPr/>
        </p:nvGrpSpPr>
        <p:grpSpPr>
          <a:xfrm>
            <a:off x="-6" y="2"/>
            <a:ext cx="4572034" cy="2898865"/>
            <a:chOff x="2408475" y="1200156"/>
            <a:chExt cx="4326300" cy="2743059"/>
          </a:xfrm>
          <a:solidFill>
            <a:srgbClr val="EBE6D6"/>
          </a:solidFill>
        </p:grpSpPr>
        <p:sp>
          <p:nvSpPr>
            <p:cNvPr id="297" name="Google Shape;297;p22">
              <a:extLst>
                <a:ext uri="{FF2B5EF4-FFF2-40B4-BE49-F238E27FC236}">
                  <a16:creationId xmlns:a16="http://schemas.microsoft.com/office/drawing/2014/main" id="{3CF4624F-EBE0-672B-65F5-7915EE1354E5}"/>
                </a:ext>
              </a:extLst>
            </p:cNvPr>
            <p:cNvSpPr/>
            <p:nvPr/>
          </p:nvSpPr>
          <p:spPr>
            <a:xfrm>
              <a:off x="2411987" y="1200156"/>
              <a:ext cx="4319400" cy="2635200"/>
            </a:xfrm>
            <a:prstGeom prst="rect">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98" name="Google Shape;298;p22">
              <a:extLst>
                <a:ext uri="{FF2B5EF4-FFF2-40B4-BE49-F238E27FC236}">
                  <a16:creationId xmlns:a16="http://schemas.microsoft.com/office/drawing/2014/main" id="{E3101F72-BDF4-D7C7-E7BD-5F4CEBD54C8F}"/>
                </a:ext>
              </a:extLst>
            </p:cNvPr>
            <p:cNvSpPr/>
            <p:nvPr/>
          </p:nvSpPr>
          <p:spPr>
            <a:xfrm>
              <a:off x="241198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99" name="Google Shape;299;p22">
              <a:extLst>
                <a:ext uri="{FF2B5EF4-FFF2-40B4-BE49-F238E27FC236}">
                  <a16:creationId xmlns:a16="http://schemas.microsoft.com/office/drawing/2014/main" id="{70ACC9DF-1E93-2FAE-F259-21392A5C3A52}"/>
                </a:ext>
              </a:extLst>
            </p:cNvPr>
            <p:cNvSpPr/>
            <p:nvPr/>
          </p:nvSpPr>
          <p:spPr>
            <a:xfrm>
              <a:off x="2627956"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0" name="Google Shape;300;p22">
              <a:extLst>
                <a:ext uri="{FF2B5EF4-FFF2-40B4-BE49-F238E27FC236}">
                  <a16:creationId xmlns:a16="http://schemas.microsoft.com/office/drawing/2014/main" id="{A9F30A42-EF51-E058-8879-0940C45F18A2}"/>
                </a:ext>
              </a:extLst>
            </p:cNvPr>
            <p:cNvSpPr/>
            <p:nvPr/>
          </p:nvSpPr>
          <p:spPr>
            <a:xfrm>
              <a:off x="2843925"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1" name="Google Shape;301;p22">
              <a:extLst>
                <a:ext uri="{FF2B5EF4-FFF2-40B4-BE49-F238E27FC236}">
                  <a16:creationId xmlns:a16="http://schemas.microsoft.com/office/drawing/2014/main" id="{F44BCE3D-E288-67DB-91B9-F37AC125C20F}"/>
                </a:ext>
              </a:extLst>
            </p:cNvPr>
            <p:cNvSpPr/>
            <p:nvPr/>
          </p:nvSpPr>
          <p:spPr>
            <a:xfrm>
              <a:off x="3059894"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2" name="Google Shape;302;p22">
              <a:extLst>
                <a:ext uri="{FF2B5EF4-FFF2-40B4-BE49-F238E27FC236}">
                  <a16:creationId xmlns:a16="http://schemas.microsoft.com/office/drawing/2014/main" id="{C4FBE3EF-1A62-E7BA-4835-6C44DB71EEFA}"/>
                </a:ext>
              </a:extLst>
            </p:cNvPr>
            <p:cNvSpPr/>
            <p:nvPr/>
          </p:nvSpPr>
          <p:spPr>
            <a:xfrm>
              <a:off x="3275863"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3" name="Google Shape;303;p22">
              <a:extLst>
                <a:ext uri="{FF2B5EF4-FFF2-40B4-BE49-F238E27FC236}">
                  <a16:creationId xmlns:a16="http://schemas.microsoft.com/office/drawing/2014/main" id="{122F9A89-CA3D-69D2-F29B-BF5E3F615A0C}"/>
                </a:ext>
              </a:extLst>
            </p:cNvPr>
            <p:cNvSpPr/>
            <p:nvPr/>
          </p:nvSpPr>
          <p:spPr>
            <a:xfrm>
              <a:off x="3491832"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4" name="Google Shape;304;p22">
              <a:extLst>
                <a:ext uri="{FF2B5EF4-FFF2-40B4-BE49-F238E27FC236}">
                  <a16:creationId xmlns:a16="http://schemas.microsoft.com/office/drawing/2014/main" id="{8D8BFF78-3E8C-37CA-299C-A8321C0C9461}"/>
                </a:ext>
              </a:extLst>
            </p:cNvPr>
            <p:cNvSpPr/>
            <p:nvPr/>
          </p:nvSpPr>
          <p:spPr>
            <a:xfrm>
              <a:off x="3707801"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5" name="Google Shape;305;p22">
              <a:extLst>
                <a:ext uri="{FF2B5EF4-FFF2-40B4-BE49-F238E27FC236}">
                  <a16:creationId xmlns:a16="http://schemas.microsoft.com/office/drawing/2014/main" id="{C2B1FAF2-8338-796A-FE10-AB77D725B3A4}"/>
                </a:ext>
              </a:extLst>
            </p:cNvPr>
            <p:cNvSpPr/>
            <p:nvPr/>
          </p:nvSpPr>
          <p:spPr>
            <a:xfrm>
              <a:off x="3923770"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6" name="Google Shape;306;p22">
              <a:extLst>
                <a:ext uri="{FF2B5EF4-FFF2-40B4-BE49-F238E27FC236}">
                  <a16:creationId xmlns:a16="http://schemas.microsoft.com/office/drawing/2014/main" id="{85248116-6E97-1D0A-0A0D-36B19D2E8CCB}"/>
                </a:ext>
              </a:extLst>
            </p:cNvPr>
            <p:cNvSpPr/>
            <p:nvPr/>
          </p:nvSpPr>
          <p:spPr>
            <a:xfrm>
              <a:off x="4139739"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7" name="Google Shape;307;p22">
              <a:extLst>
                <a:ext uri="{FF2B5EF4-FFF2-40B4-BE49-F238E27FC236}">
                  <a16:creationId xmlns:a16="http://schemas.microsoft.com/office/drawing/2014/main" id="{467450DB-97EE-D648-6723-9146BDEB3909}"/>
                </a:ext>
              </a:extLst>
            </p:cNvPr>
            <p:cNvSpPr/>
            <p:nvPr/>
          </p:nvSpPr>
          <p:spPr>
            <a:xfrm>
              <a:off x="4355708"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8" name="Google Shape;308;p22">
              <a:extLst>
                <a:ext uri="{FF2B5EF4-FFF2-40B4-BE49-F238E27FC236}">
                  <a16:creationId xmlns:a16="http://schemas.microsoft.com/office/drawing/2014/main" id="{0975704C-7FC0-22EE-1210-FF797497E2C4}"/>
                </a:ext>
              </a:extLst>
            </p:cNvPr>
            <p:cNvSpPr/>
            <p:nvPr/>
          </p:nvSpPr>
          <p:spPr>
            <a:xfrm>
              <a:off x="457167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9" name="Google Shape;309;p22">
              <a:extLst>
                <a:ext uri="{FF2B5EF4-FFF2-40B4-BE49-F238E27FC236}">
                  <a16:creationId xmlns:a16="http://schemas.microsoft.com/office/drawing/2014/main" id="{CBAA7C9F-5939-CE8D-9A61-19F4B4822A2B}"/>
                </a:ext>
              </a:extLst>
            </p:cNvPr>
            <p:cNvSpPr/>
            <p:nvPr/>
          </p:nvSpPr>
          <p:spPr>
            <a:xfrm>
              <a:off x="4787645"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0" name="Google Shape;310;p22">
              <a:extLst>
                <a:ext uri="{FF2B5EF4-FFF2-40B4-BE49-F238E27FC236}">
                  <a16:creationId xmlns:a16="http://schemas.microsoft.com/office/drawing/2014/main" id="{16E0119F-A36B-72ED-9B41-0D950CE4FB60}"/>
                </a:ext>
              </a:extLst>
            </p:cNvPr>
            <p:cNvSpPr/>
            <p:nvPr/>
          </p:nvSpPr>
          <p:spPr>
            <a:xfrm>
              <a:off x="5003614"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1" name="Google Shape;311;p22">
              <a:extLst>
                <a:ext uri="{FF2B5EF4-FFF2-40B4-BE49-F238E27FC236}">
                  <a16:creationId xmlns:a16="http://schemas.microsoft.com/office/drawing/2014/main" id="{3E62BBE5-3224-694A-E72A-99CACA77F254}"/>
                </a:ext>
              </a:extLst>
            </p:cNvPr>
            <p:cNvSpPr/>
            <p:nvPr/>
          </p:nvSpPr>
          <p:spPr>
            <a:xfrm>
              <a:off x="5219583"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2" name="Google Shape;312;p22">
              <a:extLst>
                <a:ext uri="{FF2B5EF4-FFF2-40B4-BE49-F238E27FC236}">
                  <a16:creationId xmlns:a16="http://schemas.microsoft.com/office/drawing/2014/main" id="{9025DC94-E7C4-72B0-3520-1BBC128002E0}"/>
                </a:ext>
              </a:extLst>
            </p:cNvPr>
            <p:cNvSpPr/>
            <p:nvPr/>
          </p:nvSpPr>
          <p:spPr>
            <a:xfrm>
              <a:off x="5435552"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3" name="Google Shape;313;p22">
              <a:extLst>
                <a:ext uri="{FF2B5EF4-FFF2-40B4-BE49-F238E27FC236}">
                  <a16:creationId xmlns:a16="http://schemas.microsoft.com/office/drawing/2014/main" id="{97DE4E68-A957-CDA0-BF50-8C256DF6DB3C}"/>
                </a:ext>
              </a:extLst>
            </p:cNvPr>
            <p:cNvSpPr/>
            <p:nvPr/>
          </p:nvSpPr>
          <p:spPr>
            <a:xfrm>
              <a:off x="5651521"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4" name="Google Shape;314;p22">
              <a:extLst>
                <a:ext uri="{FF2B5EF4-FFF2-40B4-BE49-F238E27FC236}">
                  <a16:creationId xmlns:a16="http://schemas.microsoft.com/office/drawing/2014/main" id="{6D25343E-A2BB-681F-5A32-D29482049007}"/>
                </a:ext>
              </a:extLst>
            </p:cNvPr>
            <p:cNvSpPr/>
            <p:nvPr/>
          </p:nvSpPr>
          <p:spPr>
            <a:xfrm>
              <a:off x="5867490"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5" name="Google Shape;315;p22">
              <a:extLst>
                <a:ext uri="{FF2B5EF4-FFF2-40B4-BE49-F238E27FC236}">
                  <a16:creationId xmlns:a16="http://schemas.microsoft.com/office/drawing/2014/main" id="{3DCD08E2-DD2C-18F3-8107-966F0FC2715F}"/>
                </a:ext>
              </a:extLst>
            </p:cNvPr>
            <p:cNvSpPr/>
            <p:nvPr/>
          </p:nvSpPr>
          <p:spPr>
            <a:xfrm>
              <a:off x="6083459"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6" name="Google Shape;316;p22">
              <a:extLst>
                <a:ext uri="{FF2B5EF4-FFF2-40B4-BE49-F238E27FC236}">
                  <a16:creationId xmlns:a16="http://schemas.microsoft.com/office/drawing/2014/main" id="{70FD07B2-3DF6-9AE5-C49D-6935B9B38C19}"/>
                </a:ext>
              </a:extLst>
            </p:cNvPr>
            <p:cNvSpPr/>
            <p:nvPr/>
          </p:nvSpPr>
          <p:spPr>
            <a:xfrm>
              <a:off x="6299428"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7" name="Google Shape;317;p22">
              <a:extLst>
                <a:ext uri="{FF2B5EF4-FFF2-40B4-BE49-F238E27FC236}">
                  <a16:creationId xmlns:a16="http://schemas.microsoft.com/office/drawing/2014/main" id="{99B66CD0-71FD-B259-695C-97ED1917F583}"/>
                </a:ext>
              </a:extLst>
            </p:cNvPr>
            <p:cNvSpPr/>
            <p:nvPr/>
          </p:nvSpPr>
          <p:spPr>
            <a:xfrm>
              <a:off x="651539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8" name="Google Shape;318;p22">
              <a:extLst>
                <a:ext uri="{FF2B5EF4-FFF2-40B4-BE49-F238E27FC236}">
                  <a16:creationId xmlns:a16="http://schemas.microsoft.com/office/drawing/2014/main" id="{1DC14F9E-CDA5-05E3-C736-9F0AD4A51FDD}"/>
                </a:ext>
              </a:extLst>
            </p:cNvPr>
            <p:cNvSpPr txBox="1"/>
            <p:nvPr/>
          </p:nvSpPr>
          <p:spPr>
            <a:xfrm>
              <a:off x="2411984" y="2018754"/>
              <a:ext cx="3195600" cy="1736700"/>
            </a:xfrm>
            <a:prstGeom prst="rect">
              <a:avLst/>
            </a:prstGeom>
            <a:grpFill/>
            <a:ln>
              <a:noFill/>
            </a:ln>
          </p:spPr>
          <p:txBody>
            <a:bodyPr spcFirstLastPara="1" wrap="square" lIns="289875" tIns="96625" rIns="289875" bIns="96625" anchor="ctr" anchorCtr="0">
              <a:noAutofit/>
            </a:bodyPr>
            <a:lstStyle/>
            <a:p>
              <a:pPr marL="0" lvl="0" indent="0" algn="l" rtl="0">
                <a:lnSpc>
                  <a:spcPct val="90000"/>
                </a:lnSpc>
                <a:spcBef>
                  <a:spcPts val="0"/>
                </a:spcBef>
                <a:spcAft>
                  <a:spcPts val="0"/>
                </a:spcAft>
                <a:buNone/>
              </a:pPr>
              <a:r>
                <a:rPr lang="en" sz="4000" dirty="0">
                  <a:solidFill>
                    <a:srgbClr val="282929"/>
                  </a:solidFill>
                  <a:latin typeface="Noto Serif Gujarati"/>
                  <a:ea typeface="Noto Serif Gujarati"/>
                  <a:cs typeface="Noto Serif Gujarati"/>
                  <a:sym typeface="Noto Serif Gujarati"/>
                </a:rPr>
                <a:t>FEATURES</a:t>
              </a:r>
              <a:endParaRPr sz="4000" dirty="0">
                <a:solidFill>
                  <a:srgbClr val="282929"/>
                </a:solidFill>
                <a:latin typeface="Noto Serif Gujarati"/>
                <a:ea typeface="Noto Serif Gujarati"/>
                <a:cs typeface="Noto Serif Gujarati"/>
                <a:sym typeface="Noto Serif Gujarati"/>
              </a:endParaRPr>
            </a:p>
          </p:txBody>
        </p:sp>
        <p:cxnSp>
          <p:nvCxnSpPr>
            <p:cNvPr id="319" name="Google Shape;319;p22">
              <a:extLst>
                <a:ext uri="{FF2B5EF4-FFF2-40B4-BE49-F238E27FC236}">
                  <a16:creationId xmlns:a16="http://schemas.microsoft.com/office/drawing/2014/main" id="{4C30A1E0-F610-661F-2372-98F6CF243D54}"/>
                </a:ext>
              </a:extLst>
            </p:cNvPr>
            <p:cNvCxnSpPr/>
            <p:nvPr/>
          </p:nvCxnSpPr>
          <p:spPr>
            <a:xfrm>
              <a:off x="2408475" y="2018754"/>
              <a:ext cx="4326300" cy="0"/>
            </a:xfrm>
            <a:prstGeom prst="straightConnector1">
              <a:avLst/>
            </a:prstGeom>
            <a:grpFill/>
            <a:ln w="20125" cap="flat" cmpd="sng">
              <a:solidFill>
                <a:srgbClr val="282929"/>
              </a:solidFill>
              <a:prstDash val="solid"/>
              <a:round/>
              <a:headEnd type="none" w="med" len="med"/>
              <a:tailEnd type="none" w="med" len="med"/>
            </a:ln>
          </p:spPr>
        </p:cxnSp>
        <p:cxnSp>
          <p:nvCxnSpPr>
            <p:cNvPr id="320" name="Google Shape;320;p22">
              <a:extLst>
                <a:ext uri="{FF2B5EF4-FFF2-40B4-BE49-F238E27FC236}">
                  <a16:creationId xmlns:a16="http://schemas.microsoft.com/office/drawing/2014/main" id="{3F34B6D3-D4BB-500C-DDBE-1820E9C0CF0B}"/>
                </a:ext>
              </a:extLst>
            </p:cNvPr>
            <p:cNvCxnSpPr/>
            <p:nvPr/>
          </p:nvCxnSpPr>
          <p:spPr>
            <a:xfrm>
              <a:off x="2408475" y="1744654"/>
              <a:ext cx="4326300" cy="0"/>
            </a:xfrm>
            <a:prstGeom prst="straightConnector1">
              <a:avLst/>
            </a:prstGeom>
            <a:grpFill/>
            <a:ln w="20125" cap="flat" cmpd="sng">
              <a:solidFill>
                <a:srgbClr val="282929"/>
              </a:solidFill>
              <a:prstDash val="solid"/>
              <a:round/>
              <a:headEnd type="none" w="med" len="med"/>
              <a:tailEnd type="none" w="med" len="med"/>
            </a:ln>
          </p:spPr>
        </p:cxnSp>
        <p:cxnSp>
          <p:nvCxnSpPr>
            <p:cNvPr id="321" name="Google Shape;321;p22">
              <a:extLst>
                <a:ext uri="{FF2B5EF4-FFF2-40B4-BE49-F238E27FC236}">
                  <a16:creationId xmlns:a16="http://schemas.microsoft.com/office/drawing/2014/main" id="{994AAD7C-ED23-04F2-E3B8-B8A732462E8C}"/>
                </a:ext>
              </a:extLst>
            </p:cNvPr>
            <p:cNvCxnSpPr/>
            <p:nvPr/>
          </p:nvCxnSpPr>
          <p:spPr>
            <a:xfrm>
              <a:off x="2408475" y="1470554"/>
              <a:ext cx="4326300" cy="0"/>
            </a:xfrm>
            <a:prstGeom prst="straightConnector1">
              <a:avLst/>
            </a:prstGeom>
            <a:grpFill/>
            <a:ln w="20125" cap="flat" cmpd="sng">
              <a:solidFill>
                <a:srgbClr val="282929"/>
              </a:solidFill>
              <a:prstDash val="solid"/>
              <a:round/>
              <a:headEnd type="none" w="med" len="med"/>
              <a:tailEnd type="none" w="med" len="med"/>
            </a:ln>
          </p:spPr>
        </p:cxnSp>
        <p:sp>
          <p:nvSpPr>
            <p:cNvPr id="322" name="Google Shape;322;p22">
              <a:extLst>
                <a:ext uri="{FF2B5EF4-FFF2-40B4-BE49-F238E27FC236}">
                  <a16:creationId xmlns:a16="http://schemas.microsoft.com/office/drawing/2014/main" id="{C2379A91-9B4E-1D6A-163D-68E3715E1DFE}"/>
                </a:ext>
              </a:extLst>
            </p:cNvPr>
            <p:cNvSpPr txBox="1"/>
            <p:nvPr/>
          </p:nvSpPr>
          <p:spPr>
            <a:xfrm>
              <a:off x="2408475" y="1470554"/>
              <a:ext cx="2177400" cy="273600"/>
            </a:xfrm>
            <a:prstGeom prst="rect">
              <a:avLst/>
            </a:prstGeom>
            <a:grpFill/>
            <a:ln>
              <a:noFill/>
            </a:ln>
          </p:spPr>
          <p:txBody>
            <a:bodyPr spcFirstLastPara="1" wrap="square" lIns="289875" tIns="96625" rIns="289875" bIns="96625" anchor="ctr" anchorCtr="0">
              <a:noAutofit/>
            </a:bodyPr>
            <a:lstStyle/>
            <a:p>
              <a:pPr marL="0" lvl="0" indent="0" algn="l"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WORKFLOW  MANAGEMENT SYSTEM</a:t>
              </a:r>
              <a:endParaRPr sz="845">
                <a:solidFill>
                  <a:srgbClr val="282929"/>
                </a:solidFill>
                <a:latin typeface="Roboto Condensed"/>
                <a:ea typeface="Roboto Condensed"/>
                <a:cs typeface="Roboto Condensed"/>
                <a:sym typeface="Roboto Condensed"/>
              </a:endParaRPr>
            </a:p>
          </p:txBody>
        </p:sp>
        <p:sp>
          <p:nvSpPr>
            <p:cNvPr id="323" name="Google Shape;323;p22">
              <a:extLst>
                <a:ext uri="{FF2B5EF4-FFF2-40B4-BE49-F238E27FC236}">
                  <a16:creationId xmlns:a16="http://schemas.microsoft.com/office/drawing/2014/main" id="{4C83D17F-5740-1051-AF1F-7CF9E17FE43E}"/>
                </a:ext>
              </a:extLst>
            </p:cNvPr>
            <p:cNvSpPr txBox="1"/>
            <p:nvPr/>
          </p:nvSpPr>
          <p:spPr>
            <a:xfrm>
              <a:off x="4864218" y="1470554"/>
              <a:ext cx="1867500" cy="273600"/>
            </a:xfrm>
            <a:prstGeom prst="rect">
              <a:avLst/>
            </a:prstGeom>
            <a:grpFill/>
            <a:ln>
              <a:noFill/>
            </a:ln>
          </p:spPr>
          <p:txBody>
            <a:bodyPr spcFirstLastPara="1" wrap="square" lIns="289875" tIns="96625" rIns="289875" bIns="96625" anchor="ctr" anchorCtr="0">
              <a:noAutofit/>
            </a:bodyPr>
            <a:lstStyle/>
            <a:p>
              <a:pPr marL="0" lvl="0" indent="0" algn="r"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GURLAKSHPREET KAUR</a:t>
              </a:r>
              <a:endParaRPr sz="845">
                <a:solidFill>
                  <a:srgbClr val="282929"/>
                </a:solidFill>
                <a:latin typeface="Roboto Condensed"/>
                <a:ea typeface="Roboto Condensed"/>
                <a:cs typeface="Roboto Condensed"/>
                <a:sym typeface="Roboto Condensed"/>
              </a:endParaRPr>
            </a:p>
          </p:txBody>
        </p:sp>
        <p:sp>
          <p:nvSpPr>
            <p:cNvPr id="324" name="Google Shape;324;p22">
              <a:extLst>
                <a:ext uri="{FF2B5EF4-FFF2-40B4-BE49-F238E27FC236}">
                  <a16:creationId xmlns:a16="http://schemas.microsoft.com/office/drawing/2014/main" id="{65C51D0C-0493-6616-E694-1EAE7A1BE9C0}"/>
                </a:ext>
              </a:extLst>
            </p:cNvPr>
            <p:cNvSpPr/>
            <p:nvPr/>
          </p:nvSpPr>
          <p:spPr>
            <a:xfrm>
              <a:off x="5607637" y="2402884"/>
              <a:ext cx="956400" cy="956400"/>
            </a:xfrm>
            <a:prstGeom prst="ellipse">
              <a:avLst/>
            </a:prstGeom>
            <a:grpFill/>
            <a:ln w="20125" cap="flat" cmpd="sng">
              <a:solidFill>
                <a:srgbClr val="282929"/>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 sz="5073">
                  <a:solidFill>
                    <a:srgbClr val="282929"/>
                  </a:solidFill>
                  <a:latin typeface="Roboto Condensed"/>
                  <a:ea typeface="Roboto Condensed"/>
                  <a:cs typeface="Roboto Condensed"/>
                  <a:sym typeface="Roboto Condensed"/>
                </a:rPr>
                <a:t>02</a:t>
              </a:r>
              <a:endParaRPr sz="5073">
                <a:solidFill>
                  <a:srgbClr val="282929"/>
                </a:solidFill>
                <a:latin typeface="Roboto Condensed"/>
                <a:ea typeface="Roboto Condensed"/>
                <a:cs typeface="Roboto Condensed"/>
                <a:sym typeface="Roboto Condensed"/>
              </a:endParaRPr>
            </a:p>
          </p:txBody>
        </p:sp>
      </p:grpSp>
      <p:sp>
        <p:nvSpPr>
          <p:cNvPr id="325" name="Google Shape;325;p22">
            <a:extLst>
              <a:ext uri="{FF2B5EF4-FFF2-40B4-BE49-F238E27FC236}">
                <a16:creationId xmlns:a16="http://schemas.microsoft.com/office/drawing/2014/main" id="{827F5041-EEB1-59E3-C1E3-762CD92BF066}"/>
              </a:ext>
            </a:extLst>
          </p:cNvPr>
          <p:cNvSpPr txBox="1"/>
          <p:nvPr/>
        </p:nvSpPr>
        <p:spPr>
          <a:xfrm>
            <a:off x="98100" y="2991000"/>
            <a:ext cx="4375800" cy="194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lt2"/>
                </a:solidFill>
                <a:latin typeface="Noto Serif Gujarati"/>
                <a:ea typeface="Noto Serif Gujarati"/>
                <a:cs typeface="Noto Serif Gujarati"/>
                <a:sym typeface="Noto Serif Gujarati"/>
              </a:rPr>
              <a:t>A workflow management system automates tasks, streamlines processes, and improves efficiency. It enables task assignment, tracking, and collaboration, ensuring transparency and accountability. With real-time updates, reporting, and integration capabilities, it reduces errors, saves time, and enhances productivity while standardizing workflows and supporting better decision-making across teams and departments.</a:t>
            </a:r>
            <a:endParaRPr sz="1300">
              <a:solidFill>
                <a:schemeClr val="lt2"/>
              </a:solidFill>
              <a:latin typeface="Noto Serif Gujarati"/>
              <a:ea typeface="Noto Serif Gujarati"/>
              <a:cs typeface="Noto Serif Gujarati"/>
              <a:sym typeface="Noto Serif Gujarati"/>
            </a:endParaRPr>
          </a:p>
        </p:txBody>
      </p:sp>
      <p:cxnSp>
        <p:nvCxnSpPr>
          <p:cNvPr id="326" name="Google Shape;326;p22">
            <a:extLst>
              <a:ext uri="{FF2B5EF4-FFF2-40B4-BE49-F238E27FC236}">
                <a16:creationId xmlns:a16="http://schemas.microsoft.com/office/drawing/2014/main" id="{D7E9E885-1CEA-538E-C0E9-479ADE2ED33B}"/>
              </a:ext>
            </a:extLst>
          </p:cNvPr>
          <p:cNvCxnSpPr/>
          <p:nvPr/>
        </p:nvCxnSpPr>
        <p:spPr>
          <a:xfrm>
            <a:off x="4672650" y="130500"/>
            <a:ext cx="0" cy="4882500"/>
          </a:xfrm>
          <a:prstGeom prst="straightConnector1">
            <a:avLst/>
          </a:prstGeom>
          <a:noFill/>
          <a:ln w="9525" cap="flat" cmpd="sng">
            <a:solidFill>
              <a:schemeClr val="dk2"/>
            </a:solidFill>
            <a:prstDash val="solid"/>
            <a:round/>
            <a:headEnd type="none" w="med" len="med"/>
            <a:tailEnd type="none" w="med" len="med"/>
          </a:ln>
        </p:spPr>
      </p:cxnSp>
      <p:sp>
        <p:nvSpPr>
          <p:cNvPr id="10" name="Rectangle 9">
            <a:extLst>
              <a:ext uri="{FF2B5EF4-FFF2-40B4-BE49-F238E27FC236}">
                <a16:creationId xmlns:a16="http://schemas.microsoft.com/office/drawing/2014/main" id="{E9C5B9E1-5D83-FE50-C5E7-1E3D459518BF}"/>
              </a:ext>
            </a:extLst>
          </p:cNvPr>
          <p:cNvSpPr/>
          <p:nvPr/>
        </p:nvSpPr>
        <p:spPr>
          <a:xfrm>
            <a:off x="5954450" y="1058943"/>
            <a:ext cx="2325547" cy="351407"/>
          </a:xfrm>
          <a:prstGeom prst="rect">
            <a:avLst/>
          </a:prstGeom>
          <a:solidFill>
            <a:srgbClr val="6FAF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7" name="Google Shape;327;p22">
            <a:extLst>
              <a:ext uri="{FF2B5EF4-FFF2-40B4-BE49-F238E27FC236}">
                <a16:creationId xmlns:a16="http://schemas.microsoft.com/office/drawing/2014/main" id="{DC61D83F-6043-D9B6-8D0F-E6E128DDE02D}"/>
              </a:ext>
            </a:extLst>
          </p:cNvPr>
          <p:cNvSpPr/>
          <p:nvPr/>
        </p:nvSpPr>
        <p:spPr>
          <a:xfrm rot="3599210">
            <a:off x="7898993" y="13501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2129871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300"/>
                                  </p:iterate>
                                  <p:childTnLst>
                                    <p:set>
                                      <p:cBhvr>
                                        <p:cTn id="6" dur="1" fill="hold">
                                          <p:stCondLst>
                                            <p:cond delay="0"/>
                                          </p:stCondLst>
                                        </p:cTn>
                                        <p:tgtEl>
                                          <p:spTgt spid="291">
                                            <p:txEl>
                                              <p:pRg st="0" end="0"/>
                                            </p:txEl>
                                          </p:spTgt>
                                        </p:tgtEl>
                                        <p:attrNameLst>
                                          <p:attrName>style.visibility</p:attrName>
                                        </p:attrNameLst>
                                      </p:cBhvr>
                                      <p:to>
                                        <p:strVal val="visible"/>
                                      </p:to>
                                    </p:set>
                                  </p:childTnLst>
                                </p:cTn>
                              </p:par>
                            </p:childTnLst>
                          </p:cTn>
                        </p:par>
                        <p:par>
                          <p:cTn id="7" fill="hold">
                            <p:stCondLst>
                              <p:cond delay="1201"/>
                            </p:stCondLst>
                            <p:childTnLst>
                              <p:par>
                                <p:cTn id="8" presetID="42" presetClass="entr" presetSubtype="0" fill="hold" grpId="0" nodeType="afterEffect">
                                  <p:stCondLst>
                                    <p:cond delay="0"/>
                                  </p:stCondLst>
                                  <p:childTnLst>
                                    <p:set>
                                      <p:cBhvr>
                                        <p:cTn id="9" dur="1" fill="hold">
                                          <p:stCondLst>
                                            <p:cond delay="0"/>
                                          </p:stCondLst>
                                        </p:cTn>
                                        <p:tgtEl>
                                          <p:spTgt spid="294"/>
                                        </p:tgtEl>
                                        <p:attrNameLst>
                                          <p:attrName>style.visibility</p:attrName>
                                        </p:attrNameLst>
                                      </p:cBhvr>
                                      <p:to>
                                        <p:strVal val="visible"/>
                                      </p:to>
                                    </p:set>
                                    <p:animEffect transition="in" filter="fade">
                                      <p:cBhvr>
                                        <p:cTn id="10" dur="400"/>
                                        <p:tgtEl>
                                          <p:spTgt spid="294"/>
                                        </p:tgtEl>
                                      </p:cBhvr>
                                    </p:animEffect>
                                    <p:anim calcmode="lin" valueType="num">
                                      <p:cBhvr>
                                        <p:cTn id="11" dur="400" fill="hold"/>
                                        <p:tgtEl>
                                          <p:spTgt spid="294"/>
                                        </p:tgtEl>
                                        <p:attrNameLst>
                                          <p:attrName>ppt_x</p:attrName>
                                        </p:attrNameLst>
                                      </p:cBhvr>
                                      <p:tavLst>
                                        <p:tav tm="0">
                                          <p:val>
                                            <p:strVal val="#ppt_x"/>
                                          </p:val>
                                        </p:tav>
                                        <p:tav tm="100000">
                                          <p:val>
                                            <p:strVal val="#ppt_x"/>
                                          </p:val>
                                        </p:tav>
                                      </p:tavLst>
                                    </p:anim>
                                    <p:anim calcmode="lin" valueType="num">
                                      <p:cBhvr>
                                        <p:cTn id="12" dur="400" fill="hold"/>
                                        <p:tgtEl>
                                          <p:spTgt spid="294"/>
                                        </p:tgtEl>
                                        <p:attrNameLst>
                                          <p:attrName>ppt_y</p:attrName>
                                        </p:attrNameLst>
                                      </p:cBhvr>
                                      <p:tavLst>
                                        <p:tav tm="0">
                                          <p:val>
                                            <p:strVal val="#ppt_y+.1"/>
                                          </p:val>
                                        </p:tav>
                                        <p:tav tm="100000">
                                          <p:val>
                                            <p:strVal val="#ppt_y"/>
                                          </p:val>
                                        </p:tav>
                                      </p:tavLst>
                                    </p:anim>
                                  </p:childTnLst>
                                </p:cTn>
                              </p:par>
                            </p:childTnLst>
                          </p:cTn>
                        </p:par>
                        <p:par>
                          <p:cTn id="13" fill="hold">
                            <p:stCondLst>
                              <p:cond delay="1601"/>
                            </p:stCondLst>
                            <p:childTnLst>
                              <p:par>
                                <p:cTn id="14" presetID="42" presetClass="entr" presetSubtype="0" fill="hold" nodeType="afterEffect">
                                  <p:stCondLst>
                                    <p:cond delay="0"/>
                                  </p:stCondLst>
                                  <p:childTnLst>
                                    <p:set>
                                      <p:cBhvr>
                                        <p:cTn id="15" dur="1" fill="hold">
                                          <p:stCondLst>
                                            <p:cond delay="0"/>
                                          </p:stCondLst>
                                        </p:cTn>
                                        <p:tgtEl>
                                          <p:spTgt spid="294">
                                            <p:txEl>
                                              <p:pRg st="0" end="0"/>
                                            </p:txEl>
                                          </p:spTgt>
                                        </p:tgtEl>
                                        <p:attrNameLst>
                                          <p:attrName>style.visibility</p:attrName>
                                        </p:attrNameLst>
                                      </p:cBhvr>
                                      <p:to>
                                        <p:strVal val="visible"/>
                                      </p:to>
                                    </p:set>
                                    <p:animEffect transition="in" filter="fade">
                                      <p:cBhvr>
                                        <p:cTn id="16" dur="250"/>
                                        <p:tgtEl>
                                          <p:spTgt spid="294">
                                            <p:txEl>
                                              <p:pRg st="0" end="0"/>
                                            </p:txEl>
                                          </p:spTgt>
                                        </p:tgtEl>
                                      </p:cBhvr>
                                    </p:animEffect>
                                    <p:anim calcmode="lin" valueType="num">
                                      <p:cBhvr>
                                        <p:cTn id="17" dur="250" fill="hold"/>
                                        <p:tgtEl>
                                          <p:spTgt spid="294">
                                            <p:txEl>
                                              <p:pRg st="0" end="0"/>
                                            </p:txEl>
                                          </p:spTgt>
                                        </p:tgtEl>
                                        <p:attrNameLst>
                                          <p:attrName>ppt_x</p:attrName>
                                        </p:attrNameLst>
                                      </p:cBhvr>
                                      <p:tavLst>
                                        <p:tav tm="0">
                                          <p:val>
                                            <p:strVal val="#ppt_x"/>
                                          </p:val>
                                        </p:tav>
                                        <p:tav tm="100000">
                                          <p:val>
                                            <p:strVal val="#ppt_x"/>
                                          </p:val>
                                        </p:tav>
                                      </p:tavLst>
                                    </p:anim>
                                    <p:anim calcmode="lin" valueType="num">
                                      <p:cBhvr>
                                        <p:cTn id="18" dur="250" fill="hold"/>
                                        <p:tgtEl>
                                          <p:spTgt spid="294">
                                            <p:txEl>
                                              <p:pRg st="0" end="0"/>
                                            </p:txEl>
                                          </p:spTgt>
                                        </p:tgtEl>
                                        <p:attrNameLst>
                                          <p:attrName>ppt_y</p:attrName>
                                        </p:attrNameLst>
                                      </p:cBhvr>
                                      <p:tavLst>
                                        <p:tav tm="0">
                                          <p:val>
                                            <p:strVal val="#ppt_y+.1"/>
                                          </p:val>
                                        </p:tav>
                                        <p:tav tm="100000">
                                          <p:val>
                                            <p:strVal val="#ppt_y"/>
                                          </p:val>
                                        </p:tav>
                                      </p:tavLst>
                                    </p:anim>
                                  </p:childTnLst>
                                </p:cTn>
                              </p:par>
                            </p:childTnLst>
                          </p:cTn>
                        </p:par>
                        <p:par>
                          <p:cTn id="19" fill="hold">
                            <p:stCondLst>
                              <p:cond delay="1851"/>
                            </p:stCondLst>
                            <p:childTnLst>
                              <p:par>
                                <p:cTn id="20" presetID="42" presetClass="entr" presetSubtype="0" fill="hold" nodeType="afterEffect">
                                  <p:stCondLst>
                                    <p:cond delay="0"/>
                                  </p:stCondLst>
                                  <p:childTnLst>
                                    <p:set>
                                      <p:cBhvr>
                                        <p:cTn id="21" dur="1" fill="hold">
                                          <p:stCondLst>
                                            <p:cond delay="0"/>
                                          </p:stCondLst>
                                        </p:cTn>
                                        <p:tgtEl>
                                          <p:spTgt spid="294">
                                            <p:txEl>
                                              <p:pRg st="1" end="1"/>
                                            </p:txEl>
                                          </p:spTgt>
                                        </p:tgtEl>
                                        <p:attrNameLst>
                                          <p:attrName>style.visibility</p:attrName>
                                        </p:attrNameLst>
                                      </p:cBhvr>
                                      <p:to>
                                        <p:strVal val="visible"/>
                                      </p:to>
                                    </p:set>
                                    <p:animEffect transition="in" filter="fade">
                                      <p:cBhvr>
                                        <p:cTn id="22" dur="250"/>
                                        <p:tgtEl>
                                          <p:spTgt spid="294">
                                            <p:txEl>
                                              <p:pRg st="1" end="1"/>
                                            </p:txEl>
                                          </p:spTgt>
                                        </p:tgtEl>
                                      </p:cBhvr>
                                    </p:animEffect>
                                    <p:anim calcmode="lin" valueType="num">
                                      <p:cBhvr>
                                        <p:cTn id="23" dur="250" fill="hold"/>
                                        <p:tgtEl>
                                          <p:spTgt spid="294">
                                            <p:txEl>
                                              <p:pRg st="1" end="1"/>
                                            </p:txEl>
                                          </p:spTgt>
                                        </p:tgtEl>
                                        <p:attrNameLst>
                                          <p:attrName>ppt_x</p:attrName>
                                        </p:attrNameLst>
                                      </p:cBhvr>
                                      <p:tavLst>
                                        <p:tav tm="0">
                                          <p:val>
                                            <p:strVal val="#ppt_x"/>
                                          </p:val>
                                        </p:tav>
                                        <p:tav tm="100000">
                                          <p:val>
                                            <p:strVal val="#ppt_x"/>
                                          </p:val>
                                        </p:tav>
                                      </p:tavLst>
                                    </p:anim>
                                    <p:anim calcmode="lin" valueType="num">
                                      <p:cBhvr>
                                        <p:cTn id="24" dur="250" fill="hold"/>
                                        <p:tgtEl>
                                          <p:spTgt spid="294">
                                            <p:txEl>
                                              <p:pRg st="1" end="1"/>
                                            </p:txEl>
                                          </p:spTgt>
                                        </p:tgtEl>
                                        <p:attrNameLst>
                                          <p:attrName>ppt_y</p:attrName>
                                        </p:attrNameLst>
                                      </p:cBhvr>
                                      <p:tavLst>
                                        <p:tav tm="0">
                                          <p:val>
                                            <p:strVal val="#ppt_y+.1"/>
                                          </p:val>
                                        </p:tav>
                                        <p:tav tm="100000">
                                          <p:val>
                                            <p:strVal val="#ppt_y"/>
                                          </p:val>
                                        </p:tav>
                                      </p:tavLst>
                                    </p:anim>
                                  </p:childTnLst>
                                </p:cTn>
                              </p:par>
                            </p:childTnLst>
                          </p:cTn>
                        </p:par>
                        <p:par>
                          <p:cTn id="25" fill="hold">
                            <p:stCondLst>
                              <p:cond delay="2101"/>
                            </p:stCondLst>
                            <p:childTnLst>
                              <p:par>
                                <p:cTn id="26" presetID="42" presetClass="entr" presetSubtype="0" fill="hold" nodeType="afterEffect">
                                  <p:stCondLst>
                                    <p:cond delay="0"/>
                                  </p:stCondLst>
                                  <p:childTnLst>
                                    <p:set>
                                      <p:cBhvr>
                                        <p:cTn id="27" dur="1" fill="hold">
                                          <p:stCondLst>
                                            <p:cond delay="0"/>
                                          </p:stCondLst>
                                        </p:cTn>
                                        <p:tgtEl>
                                          <p:spTgt spid="294">
                                            <p:txEl>
                                              <p:pRg st="2" end="2"/>
                                            </p:txEl>
                                          </p:spTgt>
                                        </p:tgtEl>
                                        <p:attrNameLst>
                                          <p:attrName>style.visibility</p:attrName>
                                        </p:attrNameLst>
                                      </p:cBhvr>
                                      <p:to>
                                        <p:strVal val="visible"/>
                                      </p:to>
                                    </p:set>
                                    <p:animEffect transition="in" filter="fade">
                                      <p:cBhvr>
                                        <p:cTn id="28" dur="250"/>
                                        <p:tgtEl>
                                          <p:spTgt spid="294">
                                            <p:txEl>
                                              <p:pRg st="2" end="2"/>
                                            </p:txEl>
                                          </p:spTgt>
                                        </p:tgtEl>
                                      </p:cBhvr>
                                    </p:animEffect>
                                    <p:anim calcmode="lin" valueType="num">
                                      <p:cBhvr>
                                        <p:cTn id="29" dur="250" fill="hold"/>
                                        <p:tgtEl>
                                          <p:spTgt spid="294">
                                            <p:txEl>
                                              <p:pRg st="2" end="2"/>
                                            </p:txEl>
                                          </p:spTgt>
                                        </p:tgtEl>
                                        <p:attrNameLst>
                                          <p:attrName>ppt_x</p:attrName>
                                        </p:attrNameLst>
                                      </p:cBhvr>
                                      <p:tavLst>
                                        <p:tav tm="0">
                                          <p:val>
                                            <p:strVal val="#ppt_x"/>
                                          </p:val>
                                        </p:tav>
                                        <p:tav tm="100000">
                                          <p:val>
                                            <p:strVal val="#ppt_x"/>
                                          </p:val>
                                        </p:tav>
                                      </p:tavLst>
                                    </p:anim>
                                    <p:anim calcmode="lin" valueType="num">
                                      <p:cBhvr>
                                        <p:cTn id="30" dur="250" fill="hold"/>
                                        <p:tgtEl>
                                          <p:spTgt spid="29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right)">
                                      <p:cBhvr>
                                        <p:cTn id="35" dur="500"/>
                                        <p:tgtEl>
                                          <p:spTgt spid="10"/>
                                        </p:tgtEl>
                                      </p:cBhvr>
                                    </p:animEffect>
                                  </p:childTnLst>
                                </p:cTn>
                              </p:par>
                              <p:par>
                                <p:cTn id="36" presetID="42" presetClass="exit" presetSubtype="0" fill="hold" nodeType="withEffect">
                                  <p:stCondLst>
                                    <p:cond delay="0"/>
                                  </p:stCondLst>
                                  <p:childTnLst>
                                    <p:animEffect transition="out" filter="fade">
                                      <p:cBhvr>
                                        <p:cTn id="37" dur="250"/>
                                        <p:tgtEl>
                                          <p:spTgt spid="294">
                                            <p:txEl>
                                              <p:pRg st="0" end="0"/>
                                            </p:txEl>
                                          </p:spTgt>
                                        </p:tgtEl>
                                      </p:cBhvr>
                                    </p:animEffect>
                                    <p:anim calcmode="lin" valueType="num">
                                      <p:cBhvr>
                                        <p:cTn id="38" dur="250"/>
                                        <p:tgtEl>
                                          <p:spTgt spid="294">
                                            <p:txEl>
                                              <p:pRg st="0" end="0"/>
                                            </p:txEl>
                                          </p:spTgt>
                                        </p:tgtEl>
                                        <p:attrNameLst>
                                          <p:attrName>ppt_x</p:attrName>
                                        </p:attrNameLst>
                                      </p:cBhvr>
                                      <p:tavLst>
                                        <p:tav tm="0">
                                          <p:val>
                                            <p:strVal val="ppt_x"/>
                                          </p:val>
                                        </p:tav>
                                        <p:tav tm="100000">
                                          <p:val>
                                            <p:strVal val="ppt_x"/>
                                          </p:val>
                                        </p:tav>
                                      </p:tavLst>
                                    </p:anim>
                                    <p:anim calcmode="lin" valueType="num">
                                      <p:cBhvr>
                                        <p:cTn id="39" dur="250"/>
                                        <p:tgtEl>
                                          <p:spTgt spid="294">
                                            <p:txEl>
                                              <p:pRg st="0" end="0"/>
                                            </p:txEl>
                                          </p:spTgt>
                                        </p:tgtEl>
                                        <p:attrNameLst>
                                          <p:attrName>ppt_y</p:attrName>
                                        </p:attrNameLst>
                                      </p:cBhvr>
                                      <p:tavLst>
                                        <p:tav tm="0">
                                          <p:val>
                                            <p:strVal val="ppt_y"/>
                                          </p:val>
                                        </p:tav>
                                        <p:tav tm="100000">
                                          <p:val>
                                            <p:strVal val="ppt_y+.1"/>
                                          </p:val>
                                        </p:tav>
                                      </p:tavLst>
                                    </p:anim>
                                    <p:set>
                                      <p:cBhvr>
                                        <p:cTn id="40" dur="1" fill="hold">
                                          <p:stCondLst>
                                            <p:cond delay="249"/>
                                          </p:stCondLst>
                                        </p:cTn>
                                        <p:tgtEl>
                                          <p:spTgt spid="294">
                                            <p:txEl>
                                              <p:pRg st="0" end="0"/>
                                            </p:txEl>
                                          </p:spTgt>
                                        </p:tgtEl>
                                        <p:attrNameLst>
                                          <p:attrName>style.visibility</p:attrName>
                                        </p:attrNameLst>
                                      </p:cBhvr>
                                      <p:to>
                                        <p:strVal val="hidden"/>
                                      </p:to>
                                    </p:set>
                                  </p:childTnLst>
                                </p:cTn>
                              </p:par>
                              <p:par>
                                <p:cTn id="41" presetID="42" presetClass="exit" presetSubtype="0" fill="hold" nodeType="withEffect">
                                  <p:stCondLst>
                                    <p:cond delay="0"/>
                                  </p:stCondLst>
                                  <p:childTnLst>
                                    <p:animEffect transition="out" filter="fade">
                                      <p:cBhvr>
                                        <p:cTn id="42" dur="250"/>
                                        <p:tgtEl>
                                          <p:spTgt spid="294">
                                            <p:txEl>
                                              <p:pRg st="1" end="1"/>
                                            </p:txEl>
                                          </p:spTgt>
                                        </p:tgtEl>
                                      </p:cBhvr>
                                    </p:animEffect>
                                    <p:anim calcmode="lin" valueType="num">
                                      <p:cBhvr>
                                        <p:cTn id="43" dur="250"/>
                                        <p:tgtEl>
                                          <p:spTgt spid="294">
                                            <p:txEl>
                                              <p:pRg st="1" end="1"/>
                                            </p:txEl>
                                          </p:spTgt>
                                        </p:tgtEl>
                                        <p:attrNameLst>
                                          <p:attrName>ppt_x</p:attrName>
                                        </p:attrNameLst>
                                      </p:cBhvr>
                                      <p:tavLst>
                                        <p:tav tm="0">
                                          <p:val>
                                            <p:strVal val="ppt_x"/>
                                          </p:val>
                                        </p:tav>
                                        <p:tav tm="100000">
                                          <p:val>
                                            <p:strVal val="ppt_x"/>
                                          </p:val>
                                        </p:tav>
                                      </p:tavLst>
                                    </p:anim>
                                    <p:anim calcmode="lin" valueType="num">
                                      <p:cBhvr>
                                        <p:cTn id="44" dur="250"/>
                                        <p:tgtEl>
                                          <p:spTgt spid="294">
                                            <p:txEl>
                                              <p:pRg st="1" end="1"/>
                                            </p:txEl>
                                          </p:spTgt>
                                        </p:tgtEl>
                                        <p:attrNameLst>
                                          <p:attrName>ppt_y</p:attrName>
                                        </p:attrNameLst>
                                      </p:cBhvr>
                                      <p:tavLst>
                                        <p:tav tm="0">
                                          <p:val>
                                            <p:strVal val="ppt_y"/>
                                          </p:val>
                                        </p:tav>
                                        <p:tav tm="100000">
                                          <p:val>
                                            <p:strVal val="ppt_y+.1"/>
                                          </p:val>
                                        </p:tav>
                                      </p:tavLst>
                                    </p:anim>
                                    <p:set>
                                      <p:cBhvr>
                                        <p:cTn id="45" dur="1" fill="hold">
                                          <p:stCondLst>
                                            <p:cond delay="249"/>
                                          </p:stCondLst>
                                        </p:cTn>
                                        <p:tgtEl>
                                          <p:spTgt spid="294">
                                            <p:txEl>
                                              <p:pRg st="1" end="1"/>
                                            </p:txEl>
                                          </p:spTgt>
                                        </p:tgtEl>
                                        <p:attrNameLst>
                                          <p:attrName>style.visibility</p:attrName>
                                        </p:attrNameLst>
                                      </p:cBhvr>
                                      <p:to>
                                        <p:strVal val="hidden"/>
                                      </p:to>
                                    </p:set>
                                  </p:childTnLst>
                                </p:cTn>
                              </p:par>
                              <p:par>
                                <p:cTn id="46" presetID="42" presetClass="exit" presetSubtype="0" fill="hold" nodeType="withEffect">
                                  <p:stCondLst>
                                    <p:cond delay="0"/>
                                  </p:stCondLst>
                                  <p:childTnLst>
                                    <p:animEffect transition="out" filter="fade">
                                      <p:cBhvr>
                                        <p:cTn id="47" dur="250"/>
                                        <p:tgtEl>
                                          <p:spTgt spid="294">
                                            <p:txEl>
                                              <p:pRg st="2" end="2"/>
                                            </p:txEl>
                                          </p:spTgt>
                                        </p:tgtEl>
                                      </p:cBhvr>
                                    </p:animEffect>
                                    <p:anim calcmode="lin" valueType="num">
                                      <p:cBhvr>
                                        <p:cTn id="48" dur="250"/>
                                        <p:tgtEl>
                                          <p:spTgt spid="294">
                                            <p:txEl>
                                              <p:pRg st="2" end="2"/>
                                            </p:txEl>
                                          </p:spTgt>
                                        </p:tgtEl>
                                        <p:attrNameLst>
                                          <p:attrName>ppt_x</p:attrName>
                                        </p:attrNameLst>
                                      </p:cBhvr>
                                      <p:tavLst>
                                        <p:tav tm="0">
                                          <p:val>
                                            <p:strVal val="ppt_x"/>
                                          </p:val>
                                        </p:tav>
                                        <p:tav tm="100000">
                                          <p:val>
                                            <p:strVal val="ppt_x"/>
                                          </p:val>
                                        </p:tav>
                                      </p:tavLst>
                                    </p:anim>
                                    <p:anim calcmode="lin" valueType="num">
                                      <p:cBhvr>
                                        <p:cTn id="49" dur="250"/>
                                        <p:tgtEl>
                                          <p:spTgt spid="294">
                                            <p:txEl>
                                              <p:pRg st="2" end="2"/>
                                            </p:txEl>
                                          </p:spTgt>
                                        </p:tgtEl>
                                        <p:attrNameLst>
                                          <p:attrName>ppt_y</p:attrName>
                                        </p:attrNameLst>
                                      </p:cBhvr>
                                      <p:tavLst>
                                        <p:tav tm="0">
                                          <p:val>
                                            <p:strVal val="ppt_y"/>
                                          </p:val>
                                        </p:tav>
                                        <p:tav tm="100000">
                                          <p:val>
                                            <p:strVal val="ppt_y+.1"/>
                                          </p:val>
                                        </p:tav>
                                      </p:tavLst>
                                    </p:anim>
                                    <p:set>
                                      <p:cBhvr>
                                        <p:cTn id="50" dur="1" fill="hold">
                                          <p:stCondLst>
                                            <p:cond delay="249"/>
                                          </p:stCondLst>
                                        </p:cTn>
                                        <p:tgtEl>
                                          <p:spTgt spid="294">
                                            <p:txEl>
                                              <p:pRg st="2" end="2"/>
                                            </p:txEl>
                                          </p:spTgt>
                                        </p:tgtEl>
                                        <p:attrNameLst>
                                          <p:attrName>style.visibility</p:attrName>
                                        </p:attrNameLst>
                                      </p:cBhvr>
                                      <p:to>
                                        <p:strVal val="hidden"/>
                                      </p:to>
                                    </p:set>
                                  </p:childTnLst>
                                </p:cTn>
                              </p:par>
                              <p:par>
                                <p:cTn id="51" presetID="1" presetClass="exit" presetSubtype="0" fill="hold" grpId="1" nodeType="withEffect">
                                  <p:stCondLst>
                                    <p:cond delay="0"/>
                                  </p:stCondLst>
                                  <p:iterate type="lt">
                                    <p:tmAbs val="0"/>
                                  </p:iterate>
                                  <p:childTnLst>
                                    <p:set>
                                      <p:cBhvr>
                                        <p:cTn id="52" dur="1" fill="hold">
                                          <p:stCondLst>
                                            <p:cond delay="0"/>
                                          </p:stCondLst>
                                        </p:cTn>
                                        <p:tgtEl>
                                          <p:spTgt spid="291">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 grpId="0" build="allAtOnce"/>
      <p:bldP spid="291" grpId="1" build="allAtOnce"/>
      <p:bldP spid="294" grpId="0"/>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6">
          <a:extLst>
            <a:ext uri="{FF2B5EF4-FFF2-40B4-BE49-F238E27FC236}">
              <a16:creationId xmlns:a16="http://schemas.microsoft.com/office/drawing/2014/main" id="{8D838876-1A84-2A29-03DD-2FB972C4AAC4}"/>
            </a:ext>
          </a:extLst>
        </p:cNvPr>
        <p:cNvGrpSpPr/>
        <p:nvPr/>
      </p:nvGrpSpPr>
      <p:grpSpPr>
        <a:xfrm>
          <a:off x="0" y="0"/>
          <a:ext cx="0" cy="0"/>
          <a:chOff x="0" y="0"/>
          <a:chExt cx="0" cy="0"/>
        </a:xfrm>
      </p:grpSpPr>
      <p:sp>
        <p:nvSpPr>
          <p:cNvPr id="288" name="Google Shape;288;p22">
            <a:extLst>
              <a:ext uri="{FF2B5EF4-FFF2-40B4-BE49-F238E27FC236}">
                <a16:creationId xmlns:a16="http://schemas.microsoft.com/office/drawing/2014/main" id="{A96EF178-407C-2E7A-7F9C-9294ACBB82E5}"/>
              </a:ext>
            </a:extLst>
          </p:cNvPr>
          <p:cNvSpPr/>
          <p:nvPr/>
        </p:nvSpPr>
        <p:spPr>
          <a:xfrm>
            <a:off x="5141032" y="917247"/>
            <a:ext cx="3292498" cy="3466450"/>
          </a:xfrm>
          <a:prstGeom prst="roundRect">
            <a:avLst>
              <a:gd name="adj" fmla="val 7295"/>
            </a:avLst>
          </a:prstGeom>
          <a:gradFill>
            <a:gsLst>
              <a:gs pos="0">
                <a:srgbClr val="4AB6A1"/>
              </a:gs>
              <a:gs pos="50000">
                <a:srgbClr val="6E9CE7"/>
              </a:gs>
              <a:gs pos="100000">
                <a:srgbClr val="6ED9E7"/>
              </a:gs>
            </a:gsLst>
            <a:lin ang="0" scaled="0"/>
          </a:gradFill>
          <a:ln w="23500" cap="flat" cmpd="sng">
            <a:solidFill>
              <a:srgbClr val="242424"/>
            </a:solidFill>
            <a:prstDash val="solid"/>
            <a:round/>
            <a:headEnd type="none" w="sm" len="sm"/>
            <a:tailEnd type="none" w="sm" len="sm"/>
          </a:ln>
        </p:spPr>
        <p:txBody>
          <a:bodyPr spcFirstLastPara="1" wrap="square" lIns="112800" tIns="112800" rIns="112800" bIns="112800" anchor="ctr" anchorCtr="0">
            <a:noAutofit/>
          </a:bodyPr>
          <a:lstStyle/>
          <a:p>
            <a:pPr marL="0" lvl="0" indent="0" algn="ctr" rtl="0">
              <a:spcBef>
                <a:spcPts val="0"/>
              </a:spcBef>
              <a:spcAft>
                <a:spcPts val="0"/>
              </a:spcAft>
              <a:buNone/>
            </a:pPr>
            <a:endParaRPr sz="1727">
              <a:latin typeface="Albert Sans"/>
              <a:ea typeface="Albert Sans"/>
              <a:cs typeface="Albert Sans"/>
              <a:sym typeface="Albert Sans"/>
            </a:endParaRPr>
          </a:p>
        </p:txBody>
      </p:sp>
      <p:sp>
        <p:nvSpPr>
          <p:cNvPr id="289" name="Google Shape;289;p22">
            <a:extLst>
              <a:ext uri="{FF2B5EF4-FFF2-40B4-BE49-F238E27FC236}">
                <a16:creationId xmlns:a16="http://schemas.microsoft.com/office/drawing/2014/main" id="{A1B6A136-8A05-AB81-AC18-A81098F5F6E4}"/>
              </a:ext>
            </a:extLst>
          </p:cNvPr>
          <p:cNvSpPr/>
          <p:nvPr/>
        </p:nvSpPr>
        <p:spPr>
          <a:xfrm>
            <a:off x="5287919" y="759805"/>
            <a:ext cx="3292498" cy="3466450"/>
          </a:xfrm>
          <a:prstGeom prst="roundRect">
            <a:avLst>
              <a:gd name="adj" fmla="val 7084"/>
            </a:avLst>
          </a:prstGeom>
          <a:solidFill>
            <a:srgbClr val="F6F8FA"/>
          </a:solidFill>
          <a:ln w="23500" cap="flat" cmpd="sng">
            <a:solidFill>
              <a:srgbClr val="242424"/>
            </a:solidFill>
            <a:prstDash val="solid"/>
            <a:round/>
            <a:headEnd type="none" w="sm" len="sm"/>
            <a:tailEnd type="none" w="sm" len="sm"/>
          </a:ln>
        </p:spPr>
        <p:txBody>
          <a:bodyPr spcFirstLastPara="1" wrap="square" lIns="112800" tIns="112800" rIns="112800" bIns="112800" anchor="ctr" anchorCtr="0">
            <a:noAutofit/>
          </a:bodyPr>
          <a:lstStyle/>
          <a:p>
            <a:pPr marL="0" lvl="0" indent="0" algn="ctr" rtl="0">
              <a:spcBef>
                <a:spcPts val="0"/>
              </a:spcBef>
              <a:spcAft>
                <a:spcPts val="0"/>
              </a:spcAft>
              <a:buNone/>
            </a:pPr>
            <a:endParaRPr sz="1727">
              <a:latin typeface="Albert Sans"/>
              <a:ea typeface="Albert Sans"/>
              <a:cs typeface="Albert Sans"/>
              <a:sym typeface="Albert Sans"/>
            </a:endParaRPr>
          </a:p>
        </p:txBody>
      </p:sp>
      <p:sp>
        <p:nvSpPr>
          <p:cNvPr id="290" name="Google Shape;290;p22">
            <a:extLst>
              <a:ext uri="{FF2B5EF4-FFF2-40B4-BE49-F238E27FC236}">
                <a16:creationId xmlns:a16="http://schemas.microsoft.com/office/drawing/2014/main" id="{5E327B29-97AC-8110-097B-0873AF8AF984}"/>
              </a:ext>
            </a:extLst>
          </p:cNvPr>
          <p:cNvSpPr/>
          <p:nvPr/>
        </p:nvSpPr>
        <p:spPr>
          <a:xfrm>
            <a:off x="5443735" y="917247"/>
            <a:ext cx="2980866" cy="614753"/>
          </a:xfrm>
          <a:prstGeom prst="roundRect">
            <a:avLst>
              <a:gd name="adj" fmla="val 50000"/>
            </a:avLst>
          </a:prstGeom>
          <a:solidFill>
            <a:srgbClr val="6FAFE7"/>
          </a:solidFill>
          <a:ln w="23500" cap="flat" cmpd="sng">
            <a:solidFill>
              <a:srgbClr val="242424"/>
            </a:solidFill>
            <a:prstDash val="solid"/>
            <a:round/>
            <a:headEnd type="none" w="sm" len="sm"/>
            <a:tailEnd type="none" w="sm" len="sm"/>
          </a:ln>
        </p:spPr>
        <p:txBody>
          <a:bodyPr spcFirstLastPara="1" wrap="square" lIns="112800" tIns="112800" rIns="112800" bIns="112800" anchor="ctr" anchorCtr="0">
            <a:noAutofit/>
          </a:bodyPr>
          <a:lstStyle/>
          <a:p>
            <a:pPr marL="0" lvl="0" indent="0" algn="ctr" rtl="0">
              <a:spcBef>
                <a:spcPts val="0"/>
              </a:spcBef>
              <a:spcAft>
                <a:spcPts val="0"/>
              </a:spcAft>
              <a:buNone/>
            </a:pPr>
            <a:endParaRPr sz="1727">
              <a:latin typeface="Albert Sans"/>
              <a:ea typeface="Albert Sans"/>
              <a:cs typeface="Albert Sans"/>
              <a:sym typeface="Albert Sans"/>
            </a:endParaRPr>
          </a:p>
        </p:txBody>
      </p:sp>
      <p:sp>
        <p:nvSpPr>
          <p:cNvPr id="291" name="Google Shape;291;p22">
            <a:extLst>
              <a:ext uri="{FF2B5EF4-FFF2-40B4-BE49-F238E27FC236}">
                <a16:creationId xmlns:a16="http://schemas.microsoft.com/office/drawing/2014/main" id="{07A4F8FE-F680-335D-2D50-EBC946624C88}"/>
              </a:ext>
            </a:extLst>
          </p:cNvPr>
          <p:cNvSpPr txBox="1"/>
          <p:nvPr/>
        </p:nvSpPr>
        <p:spPr>
          <a:xfrm>
            <a:off x="5997159" y="1090467"/>
            <a:ext cx="2192161" cy="268330"/>
          </a:xfrm>
          <a:prstGeom prst="rect">
            <a:avLst/>
          </a:prstGeom>
          <a:noFill/>
          <a:ln>
            <a:noFill/>
          </a:ln>
        </p:spPr>
        <p:txBody>
          <a:bodyPr spcFirstLastPara="1" wrap="square" lIns="0" tIns="0" rIns="0" bIns="0" anchor="ctr" anchorCtr="0">
            <a:noAutofit/>
          </a:bodyPr>
          <a:lstStyle/>
          <a:p>
            <a:pPr marL="0" lvl="0" indent="0" algn="l" rtl="0">
              <a:lnSpc>
                <a:spcPct val="80000"/>
              </a:lnSpc>
              <a:spcBef>
                <a:spcPts val="0"/>
              </a:spcBef>
              <a:spcAft>
                <a:spcPts val="0"/>
              </a:spcAft>
              <a:buSzPts val="1255"/>
              <a:buNone/>
            </a:pPr>
            <a:r>
              <a:rPr lang="en" sz="2054" dirty="0">
                <a:solidFill>
                  <a:srgbClr val="242424"/>
                </a:solidFill>
                <a:latin typeface="Dela Gothic One"/>
                <a:ea typeface="Dela Gothic One"/>
                <a:cs typeface="Albert Sans Light"/>
                <a:sym typeface="Dela Gothic One"/>
              </a:rPr>
              <a:t>Company</a:t>
            </a:r>
            <a:endParaRPr sz="2054" dirty="0">
              <a:solidFill>
                <a:srgbClr val="242424"/>
              </a:solidFill>
              <a:latin typeface="Albert Sans Light"/>
              <a:ea typeface="Albert Sans Light"/>
              <a:cs typeface="Albert Sans Light"/>
              <a:sym typeface="Albert Sans Light"/>
            </a:endParaRPr>
          </a:p>
        </p:txBody>
      </p:sp>
      <p:sp>
        <p:nvSpPr>
          <p:cNvPr id="292" name="Google Shape;292;p22">
            <a:extLst>
              <a:ext uri="{FF2B5EF4-FFF2-40B4-BE49-F238E27FC236}">
                <a16:creationId xmlns:a16="http://schemas.microsoft.com/office/drawing/2014/main" id="{6493023C-3888-E588-E97D-758BEC4697C9}"/>
              </a:ext>
            </a:extLst>
          </p:cNvPr>
          <p:cNvSpPr/>
          <p:nvPr/>
        </p:nvSpPr>
        <p:spPr>
          <a:xfrm>
            <a:off x="5620611" y="1106038"/>
            <a:ext cx="178023" cy="178023"/>
          </a:xfrm>
          <a:prstGeom prst="ellipse">
            <a:avLst/>
          </a:prstGeom>
          <a:noFill/>
          <a:ln w="23500" cap="flat" cmpd="sng">
            <a:solidFill>
              <a:srgbClr val="242424"/>
            </a:solidFill>
            <a:prstDash val="solid"/>
            <a:round/>
            <a:headEnd type="none" w="sm" len="sm"/>
            <a:tailEnd type="none" w="sm" len="sm"/>
          </a:ln>
        </p:spPr>
        <p:txBody>
          <a:bodyPr spcFirstLastPara="1" wrap="square" lIns="112800" tIns="112800" rIns="112800" bIns="112800" anchor="ctr" anchorCtr="0">
            <a:noAutofit/>
          </a:bodyPr>
          <a:lstStyle/>
          <a:p>
            <a:pPr marL="0" lvl="0" indent="0" algn="ctr" rtl="0">
              <a:spcBef>
                <a:spcPts val="0"/>
              </a:spcBef>
              <a:spcAft>
                <a:spcPts val="0"/>
              </a:spcAft>
              <a:buNone/>
            </a:pPr>
            <a:endParaRPr sz="1727">
              <a:latin typeface="Albert Sans"/>
              <a:ea typeface="Albert Sans"/>
              <a:cs typeface="Albert Sans"/>
              <a:sym typeface="Albert Sans"/>
            </a:endParaRPr>
          </a:p>
        </p:txBody>
      </p:sp>
      <p:cxnSp>
        <p:nvCxnSpPr>
          <p:cNvPr id="293" name="Google Shape;293;p22">
            <a:extLst>
              <a:ext uri="{FF2B5EF4-FFF2-40B4-BE49-F238E27FC236}">
                <a16:creationId xmlns:a16="http://schemas.microsoft.com/office/drawing/2014/main" id="{CFAE8A75-EDEA-7B77-4D59-2C256CD0659B}"/>
              </a:ext>
            </a:extLst>
          </p:cNvPr>
          <p:cNvCxnSpPr>
            <a:stCxn id="292" idx="5"/>
          </p:cNvCxnSpPr>
          <p:nvPr/>
        </p:nvCxnSpPr>
        <p:spPr>
          <a:xfrm>
            <a:off x="5772563" y="1257990"/>
            <a:ext cx="52186" cy="52186"/>
          </a:xfrm>
          <a:prstGeom prst="straightConnector1">
            <a:avLst/>
          </a:prstGeom>
          <a:noFill/>
          <a:ln w="23500" cap="flat" cmpd="sng">
            <a:solidFill>
              <a:srgbClr val="242424"/>
            </a:solidFill>
            <a:prstDash val="solid"/>
            <a:round/>
            <a:headEnd type="none" w="med" len="med"/>
            <a:tailEnd type="none" w="med" len="med"/>
          </a:ln>
        </p:spPr>
      </p:cxnSp>
      <p:sp>
        <p:nvSpPr>
          <p:cNvPr id="294" name="Google Shape;294;p22">
            <a:extLst>
              <a:ext uri="{FF2B5EF4-FFF2-40B4-BE49-F238E27FC236}">
                <a16:creationId xmlns:a16="http://schemas.microsoft.com/office/drawing/2014/main" id="{C379FC6A-A691-ABB8-E4A0-C4E4D254455D}"/>
              </a:ext>
            </a:extLst>
          </p:cNvPr>
          <p:cNvSpPr txBox="1"/>
          <p:nvPr/>
        </p:nvSpPr>
        <p:spPr>
          <a:xfrm>
            <a:off x="5679139" y="1573548"/>
            <a:ext cx="2510086" cy="2521033"/>
          </a:xfrm>
          <a:prstGeom prst="rect">
            <a:avLst/>
          </a:prstGeom>
          <a:noFill/>
          <a:ln>
            <a:noFill/>
          </a:ln>
        </p:spPr>
        <p:txBody>
          <a:bodyPr spcFirstLastPara="1" wrap="square" lIns="0" tIns="0" rIns="0" bIns="0" anchor="t" anchorCtr="0">
            <a:noAutofit/>
          </a:bodyPr>
          <a:lstStyle/>
          <a:p>
            <a:pPr marL="352525" lvl="0" indent="-336858">
              <a:lnSpc>
                <a:spcPct val="140000"/>
              </a:lnSpc>
              <a:buClr>
                <a:srgbClr val="242424"/>
              </a:buClr>
              <a:buSzPts val="1974"/>
              <a:buFont typeface="Albert Sans"/>
              <a:buChar char="●"/>
            </a:pPr>
            <a:r>
              <a:rPr lang="en-GB" sz="1974" dirty="0">
                <a:solidFill>
                  <a:srgbClr val="242424"/>
                </a:solidFill>
                <a:latin typeface="Albert Sans"/>
                <a:ea typeface="Albert Sans"/>
                <a:cs typeface="Albert Sans"/>
                <a:sym typeface="Albert Sans"/>
              </a:rPr>
              <a:t>Event coordination</a:t>
            </a:r>
          </a:p>
          <a:p>
            <a:pPr marL="352525" lvl="0" indent="-336858">
              <a:lnSpc>
                <a:spcPct val="140000"/>
              </a:lnSpc>
              <a:buClr>
                <a:srgbClr val="242424"/>
              </a:buClr>
              <a:buSzPts val="1974"/>
              <a:buFont typeface="Albert Sans"/>
              <a:buChar char="●"/>
            </a:pPr>
            <a:r>
              <a:rPr lang="en-GB" sz="1974" dirty="0">
                <a:solidFill>
                  <a:srgbClr val="242424"/>
                </a:solidFill>
                <a:latin typeface="Albert Sans"/>
                <a:ea typeface="Albert Sans"/>
                <a:cs typeface="Albert Sans"/>
                <a:sym typeface="Albert Sans"/>
              </a:rPr>
              <a:t>Leaves coordination</a:t>
            </a:r>
          </a:p>
          <a:p>
            <a:pPr marL="352525" lvl="0" indent="-336858">
              <a:lnSpc>
                <a:spcPct val="140000"/>
              </a:lnSpc>
              <a:buClr>
                <a:srgbClr val="242424"/>
              </a:buClr>
              <a:buSzPts val="1974"/>
              <a:buFont typeface="Albert Sans"/>
              <a:buChar char="●"/>
            </a:pPr>
            <a:r>
              <a:rPr lang="en-GB" sz="1974" dirty="0">
                <a:solidFill>
                  <a:srgbClr val="242424"/>
                </a:solidFill>
                <a:latin typeface="Albert Sans"/>
                <a:ea typeface="Albert Sans"/>
                <a:cs typeface="Albert Sans"/>
                <a:sym typeface="Albert Sans"/>
              </a:rPr>
              <a:t>Neater communication</a:t>
            </a:r>
          </a:p>
        </p:txBody>
      </p:sp>
      <p:sp>
        <p:nvSpPr>
          <p:cNvPr id="295" name="Google Shape;295;p22">
            <a:extLst>
              <a:ext uri="{FF2B5EF4-FFF2-40B4-BE49-F238E27FC236}">
                <a16:creationId xmlns:a16="http://schemas.microsoft.com/office/drawing/2014/main" id="{1551B945-A900-2331-178B-D6A8C7B0189A}"/>
              </a:ext>
            </a:extLst>
          </p:cNvPr>
          <p:cNvSpPr/>
          <p:nvPr/>
        </p:nvSpPr>
        <p:spPr>
          <a:xfrm>
            <a:off x="665325" y="946825"/>
            <a:ext cx="1212900" cy="4605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296" name="Google Shape;296;p22">
            <a:extLst>
              <a:ext uri="{FF2B5EF4-FFF2-40B4-BE49-F238E27FC236}">
                <a16:creationId xmlns:a16="http://schemas.microsoft.com/office/drawing/2014/main" id="{88825F34-802C-563B-B389-788C3BC6A59C}"/>
              </a:ext>
            </a:extLst>
          </p:cNvPr>
          <p:cNvGrpSpPr/>
          <p:nvPr/>
        </p:nvGrpSpPr>
        <p:grpSpPr>
          <a:xfrm>
            <a:off x="-6" y="2"/>
            <a:ext cx="4572034" cy="2898865"/>
            <a:chOff x="2408475" y="1200156"/>
            <a:chExt cx="4326300" cy="2743059"/>
          </a:xfrm>
          <a:solidFill>
            <a:srgbClr val="EBE6D6"/>
          </a:solidFill>
        </p:grpSpPr>
        <p:sp>
          <p:nvSpPr>
            <p:cNvPr id="297" name="Google Shape;297;p22">
              <a:extLst>
                <a:ext uri="{FF2B5EF4-FFF2-40B4-BE49-F238E27FC236}">
                  <a16:creationId xmlns:a16="http://schemas.microsoft.com/office/drawing/2014/main" id="{F630DD26-4D39-C3C3-699D-F561F96C4EB6}"/>
                </a:ext>
              </a:extLst>
            </p:cNvPr>
            <p:cNvSpPr/>
            <p:nvPr/>
          </p:nvSpPr>
          <p:spPr>
            <a:xfrm>
              <a:off x="2411987" y="1200156"/>
              <a:ext cx="4319400" cy="2635200"/>
            </a:xfrm>
            <a:prstGeom prst="rect">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98" name="Google Shape;298;p22">
              <a:extLst>
                <a:ext uri="{FF2B5EF4-FFF2-40B4-BE49-F238E27FC236}">
                  <a16:creationId xmlns:a16="http://schemas.microsoft.com/office/drawing/2014/main" id="{CAA574E8-DDE9-EDAA-7C92-3E4B86D1E5B6}"/>
                </a:ext>
              </a:extLst>
            </p:cNvPr>
            <p:cNvSpPr/>
            <p:nvPr/>
          </p:nvSpPr>
          <p:spPr>
            <a:xfrm>
              <a:off x="241198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299" name="Google Shape;299;p22">
              <a:extLst>
                <a:ext uri="{FF2B5EF4-FFF2-40B4-BE49-F238E27FC236}">
                  <a16:creationId xmlns:a16="http://schemas.microsoft.com/office/drawing/2014/main" id="{FED343E2-1E05-9B32-301B-D72293BC87CA}"/>
                </a:ext>
              </a:extLst>
            </p:cNvPr>
            <p:cNvSpPr/>
            <p:nvPr/>
          </p:nvSpPr>
          <p:spPr>
            <a:xfrm>
              <a:off x="2627956"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0" name="Google Shape;300;p22">
              <a:extLst>
                <a:ext uri="{FF2B5EF4-FFF2-40B4-BE49-F238E27FC236}">
                  <a16:creationId xmlns:a16="http://schemas.microsoft.com/office/drawing/2014/main" id="{59C8DDE1-88E6-DCFF-2061-3BC054F5812D}"/>
                </a:ext>
              </a:extLst>
            </p:cNvPr>
            <p:cNvSpPr/>
            <p:nvPr/>
          </p:nvSpPr>
          <p:spPr>
            <a:xfrm>
              <a:off x="2843925"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1" name="Google Shape;301;p22">
              <a:extLst>
                <a:ext uri="{FF2B5EF4-FFF2-40B4-BE49-F238E27FC236}">
                  <a16:creationId xmlns:a16="http://schemas.microsoft.com/office/drawing/2014/main" id="{64C671F5-6A00-DFD5-DA87-29F9C4CD4C86}"/>
                </a:ext>
              </a:extLst>
            </p:cNvPr>
            <p:cNvSpPr/>
            <p:nvPr/>
          </p:nvSpPr>
          <p:spPr>
            <a:xfrm>
              <a:off x="3059894"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2" name="Google Shape;302;p22">
              <a:extLst>
                <a:ext uri="{FF2B5EF4-FFF2-40B4-BE49-F238E27FC236}">
                  <a16:creationId xmlns:a16="http://schemas.microsoft.com/office/drawing/2014/main" id="{E912F96E-C40A-7020-CC19-52A6CE65E31F}"/>
                </a:ext>
              </a:extLst>
            </p:cNvPr>
            <p:cNvSpPr/>
            <p:nvPr/>
          </p:nvSpPr>
          <p:spPr>
            <a:xfrm>
              <a:off x="3275863"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3" name="Google Shape;303;p22">
              <a:extLst>
                <a:ext uri="{FF2B5EF4-FFF2-40B4-BE49-F238E27FC236}">
                  <a16:creationId xmlns:a16="http://schemas.microsoft.com/office/drawing/2014/main" id="{79430A41-ED9B-ABF5-E361-C9E9C9630BBA}"/>
                </a:ext>
              </a:extLst>
            </p:cNvPr>
            <p:cNvSpPr/>
            <p:nvPr/>
          </p:nvSpPr>
          <p:spPr>
            <a:xfrm>
              <a:off x="3491832"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4" name="Google Shape;304;p22">
              <a:extLst>
                <a:ext uri="{FF2B5EF4-FFF2-40B4-BE49-F238E27FC236}">
                  <a16:creationId xmlns:a16="http://schemas.microsoft.com/office/drawing/2014/main" id="{626E9770-FEF8-C9BF-0397-F71EF664B2BC}"/>
                </a:ext>
              </a:extLst>
            </p:cNvPr>
            <p:cNvSpPr/>
            <p:nvPr/>
          </p:nvSpPr>
          <p:spPr>
            <a:xfrm>
              <a:off x="3707801"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5" name="Google Shape;305;p22">
              <a:extLst>
                <a:ext uri="{FF2B5EF4-FFF2-40B4-BE49-F238E27FC236}">
                  <a16:creationId xmlns:a16="http://schemas.microsoft.com/office/drawing/2014/main" id="{37119D4A-3A04-53E9-7EDD-F8A5B84089C9}"/>
                </a:ext>
              </a:extLst>
            </p:cNvPr>
            <p:cNvSpPr/>
            <p:nvPr/>
          </p:nvSpPr>
          <p:spPr>
            <a:xfrm>
              <a:off x="3923770"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6" name="Google Shape;306;p22">
              <a:extLst>
                <a:ext uri="{FF2B5EF4-FFF2-40B4-BE49-F238E27FC236}">
                  <a16:creationId xmlns:a16="http://schemas.microsoft.com/office/drawing/2014/main" id="{027117F6-EB4E-A6CD-918A-C4512DB0516C}"/>
                </a:ext>
              </a:extLst>
            </p:cNvPr>
            <p:cNvSpPr/>
            <p:nvPr/>
          </p:nvSpPr>
          <p:spPr>
            <a:xfrm>
              <a:off x="4139739"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7" name="Google Shape;307;p22">
              <a:extLst>
                <a:ext uri="{FF2B5EF4-FFF2-40B4-BE49-F238E27FC236}">
                  <a16:creationId xmlns:a16="http://schemas.microsoft.com/office/drawing/2014/main" id="{DE6C30B2-C292-390A-5BE3-884F1D8510BE}"/>
                </a:ext>
              </a:extLst>
            </p:cNvPr>
            <p:cNvSpPr/>
            <p:nvPr/>
          </p:nvSpPr>
          <p:spPr>
            <a:xfrm>
              <a:off x="4355708"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8" name="Google Shape;308;p22">
              <a:extLst>
                <a:ext uri="{FF2B5EF4-FFF2-40B4-BE49-F238E27FC236}">
                  <a16:creationId xmlns:a16="http://schemas.microsoft.com/office/drawing/2014/main" id="{9F249CAD-F6ED-F82D-6D32-2AE616EA1623}"/>
                </a:ext>
              </a:extLst>
            </p:cNvPr>
            <p:cNvSpPr/>
            <p:nvPr/>
          </p:nvSpPr>
          <p:spPr>
            <a:xfrm>
              <a:off x="457167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09" name="Google Shape;309;p22">
              <a:extLst>
                <a:ext uri="{FF2B5EF4-FFF2-40B4-BE49-F238E27FC236}">
                  <a16:creationId xmlns:a16="http://schemas.microsoft.com/office/drawing/2014/main" id="{DF83D789-5991-B56D-C8FB-BBDFE5E28571}"/>
                </a:ext>
              </a:extLst>
            </p:cNvPr>
            <p:cNvSpPr/>
            <p:nvPr/>
          </p:nvSpPr>
          <p:spPr>
            <a:xfrm>
              <a:off x="4787645"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0" name="Google Shape;310;p22">
              <a:extLst>
                <a:ext uri="{FF2B5EF4-FFF2-40B4-BE49-F238E27FC236}">
                  <a16:creationId xmlns:a16="http://schemas.microsoft.com/office/drawing/2014/main" id="{557745F8-712D-C6D7-F478-83D06AC18AFE}"/>
                </a:ext>
              </a:extLst>
            </p:cNvPr>
            <p:cNvSpPr/>
            <p:nvPr/>
          </p:nvSpPr>
          <p:spPr>
            <a:xfrm>
              <a:off x="5003614"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1" name="Google Shape;311;p22">
              <a:extLst>
                <a:ext uri="{FF2B5EF4-FFF2-40B4-BE49-F238E27FC236}">
                  <a16:creationId xmlns:a16="http://schemas.microsoft.com/office/drawing/2014/main" id="{519BA431-D258-A349-179A-399002861699}"/>
                </a:ext>
              </a:extLst>
            </p:cNvPr>
            <p:cNvSpPr/>
            <p:nvPr/>
          </p:nvSpPr>
          <p:spPr>
            <a:xfrm>
              <a:off x="5219583"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2" name="Google Shape;312;p22">
              <a:extLst>
                <a:ext uri="{FF2B5EF4-FFF2-40B4-BE49-F238E27FC236}">
                  <a16:creationId xmlns:a16="http://schemas.microsoft.com/office/drawing/2014/main" id="{E27E87FB-319F-ED2F-0C83-C4D25A7DB406}"/>
                </a:ext>
              </a:extLst>
            </p:cNvPr>
            <p:cNvSpPr/>
            <p:nvPr/>
          </p:nvSpPr>
          <p:spPr>
            <a:xfrm>
              <a:off x="5435552"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3" name="Google Shape;313;p22">
              <a:extLst>
                <a:ext uri="{FF2B5EF4-FFF2-40B4-BE49-F238E27FC236}">
                  <a16:creationId xmlns:a16="http://schemas.microsoft.com/office/drawing/2014/main" id="{6A24FAF8-2426-C134-B9BE-B921A94A1FC6}"/>
                </a:ext>
              </a:extLst>
            </p:cNvPr>
            <p:cNvSpPr/>
            <p:nvPr/>
          </p:nvSpPr>
          <p:spPr>
            <a:xfrm>
              <a:off x="5651521"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4" name="Google Shape;314;p22">
              <a:extLst>
                <a:ext uri="{FF2B5EF4-FFF2-40B4-BE49-F238E27FC236}">
                  <a16:creationId xmlns:a16="http://schemas.microsoft.com/office/drawing/2014/main" id="{E02289F0-4A89-A8DE-6864-AA4B7179B2A9}"/>
                </a:ext>
              </a:extLst>
            </p:cNvPr>
            <p:cNvSpPr/>
            <p:nvPr/>
          </p:nvSpPr>
          <p:spPr>
            <a:xfrm>
              <a:off x="5867490"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5" name="Google Shape;315;p22">
              <a:extLst>
                <a:ext uri="{FF2B5EF4-FFF2-40B4-BE49-F238E27FC236}">
                  <a16:creationId xmlns:a16="http://schemas.microsoft.com/office/drawing/2014/main" id="{350E6540-0B40-AA1D-0DD2-EDFA92AFA5D4}"/>
                </a:ext>
              </a:extLst>
            </p:cNvPr>
            <p:cNvSpPr/>
            <p:nvPr/>
          </p:nvSpPr>
          <p:spPr>
            <a:xfrm>
              <a:off x="6083459"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6" name="Google Shape;316;p22">
              <a:extLst>
                <a:ext uri="{FF2B5EF4-FFF2-40B4-BE49-F238E27FC236}">
                  <a16:creationId xmlns:a16="http://schemas.microsoft.com/office/drawing/2014/main" id="{29A8A13A-8862-4E62-83EA-175C810C99E5}"/>
                </a:ext>
              </a:extLst>
            </p:cNvPr>
            <p:cNvSpPr/>
            <p:nvPr/>
          </p:nvSpPr>
          <p:spPr>
            <a:xfrm>
              <a:off x="6299428"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7" name="Google Shape;317;p22">
              <a:extLst>
                <a:ext uri="{FF2B5EF4-FFF2-40B4-BE49-F238E27FC236}">
                  <a16:creationId xmlns:a16="http://schemas.microsoft.com/office/drawing/2014/main" id="{5AA961BF-1D54-4E13-3B0B-2BD4E55E0018}"/>
                </a:ext>
              </a:extLst>
            </p:cNvPr>
            <p:cNvSpPr/>
            <p:nvPr/>
          </p:nvSpPr>
          <p:spPr>
            <a:xfrm>
              <a:off x="651539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318" name="Google Shape;318;p22">
              <a:extLst>
                <a:ext uri="{FF2B5EF4-FFF2-40B4-BE49-F238E27FC236}">
                  <a16:creationId xmlns:a16="http://schemas.microsoft.com/office/drawing/2014/main" id="{A05C55D2-F111-E944-2501-D5E360E68008}"/>
                </a:ext>
              </a:extLst>
            </p:cNvPr>
            <p:cNvSpPr txBox="1"/>
            <p:nvPr/>
          </p:nvSpPr>
          <p:spPr>
            <a:xfrm>
              <a:off x="2411984" y="2018754"/>
              <a:ext cx="3195600" cy="1736700"/>
            </a:xfrm>
            <a:prstGeom prst="rect">
              <a:avLst/>
            </a:prstGeom>
            <a:grpFill/>
            <a:ln>
              <a:noFill/>
            </a:ln>
          </p:spPr>
          <p:txBody>
            <a:bodyPr spcFirstLastPara="1" wrap="square" lIns="289875" tIns="96625" rIns="289875" bIns="96625" anchor="ctr" anchorCtr="0">
              <a:noAutofit/>
            </a:bodyPr>
            <a:lstStyle/>
            <a:p>
              <a:pPr marL="0" lvl="0" indent="0" algn="l" rtl="0">
                <a:lnSpc>
                  <a:spcPct val="90000"/>
                </a:lnSpc>
                <a:spcBef>
                  <a:spcPts val="0"/>
                </a:spcBef>
                <a:spcAft>
                  <a:spcPts val="0"/>
                </a:spcAft>
                <a:buNone/>
              </a:pPr>
              <a:r>
                <a:rPr lang="en" sz="4000" dirty="0">
                  <a:solidFill>
                    <a:srgbClr val="282929"/>
                  </a:solidFill>
                  <a:latin typeface="Noto Serif Gujarati"/>
                  <a:ea typeface="Noto Serif Gujarati"/>
                  <a:cs typeface="Noto Serif Gujarati"/>
                  <a:sym typeface="Noto Serif Gujarati"/>
                </a:rPr>
                <a:t>FEATURES</a:t>
              </a:r>
              <a:endParaRPr sz="4000" dirty="0">
                <a:solidFill>
                  <a:srgbClr val="282929"/>
                </a:solidFill>
                <a:latin typeface="Noto Serif Gujarati"/>
                <a:ea typeface="Noto Serif Gujarati"/>
                <a:cs typeface="Noto Serif Gujarati"/>
                <a:sym typeface="Noto Serif Gujarati"/>
              </a:endParaRPr>
            </a:p>
          </p:txBody>
        </p:sp>
        <p:cxnSp>
          <p:nvCxnSpPr>
            <p:cNvPr id="319" name="Google Shape;319;p22">
              <a:extLst>
                <a:ext uri="{FF2B5EF4-FFF2-40B4-BE49-F238E27FC236}">
                  <a16:creationId xmlns:a16="http://schemas.microsoft.com/office/drawing/2014/main" id="{183629F0-2035-74B5-C17A-E7925439700C}"/>
                </a:ext>
              </a:extLst>
            </p:cNvPr>
            <p:cNvCxnSpPr/>
            <p:nvPr/>
          </p:nvCxnSpPr>
          <p:spPr>
            <a:xfrm>
              <a:off x="2408475" y="2018754"/>
              <a:ext cx="4326300" cy="0"/>
            </a:xfrm>
            <a:prstGeom prst="straightConnector1">
              <a:avLst/>
            </a:prstGeom>
            <a:grpFill/>
            <a:ln w="20125" cap="flat" cmpd="sng">
              <a:solidFill>
                <a:srgbClr val="282929"/>
              </a:solidFill>
              <a:prstDash val="solid"/>
              <a:round/>
              <a:headEnd type="none" w="med" len="med"/>
              <a:tailEnd type="none" w="med" len="med"/>
            </a:ln>
          </p:spPr>
        </p:cxnSp>
        <p:cxnSp>
          <p:nvCxnSpPr>
            <p:cNvPr id="320" name="Google Shape;320;p22">
              <a:extLst>
                <a:ext uri="{FF2B5EF4-FFF2-40B4-BE49-F238E27FC236}">
                  <a16:creationId xmlns:a16="http://schemas.microsoft.com/office/drawing/2014/main" id="{2F377724-8F36-AD80-F60D-F389ADEF5A33}"/>
                </a:ext>
              </a:extLst>
            </p:cNvPr>
            <p:cNvCxnSpPr/>
            <p:nvPr/>
          </p:nvCxnSpPr>
          <p:spPr>
            <a:xfrm>
              <a:off x="2408475" y="1744654"/>
              <a:ext cx="4326300" cy="0"/>
            </a:xfrm>
            <a:prstGeom prst="straightConnector1">
              <a:avLst/>
            </a:prstGeom>
            <a:grpFill/>
            <a:ln w="20125" cap="flat" cmpd="sng">
              <a:solidFill>
                <a:srgbClr val="282929"/>
              </a:solidFill>
              <a:prstDash val="solid"/>
              <a:round/>
              <a:headEnd type="none" w="med" len="med"/>
              <a:tailEnd type="none" w="med" len="med"/>
            </a:ln>
          </p:spPr>
        </p:cxnSp>
        <p:cxnSp>
          <p:nvCxnSpPr>
            <p:cNvPr id="321" name="Google Shape;321;p22">
              <a:extLst>
                <a:ext uri="{FF2B5EF4-FFF2-40B4-BE49-F238E27FC236}">
                  <a16:creationId xmlns:a16="http://schemas.microsoft.com/office/drawing/2014/main" id="{32FF9243-792A-94D3-9F6B-F2FAC5ECB11A}"/>
                </a:ext>
              </a:extLst>
            </p:cNvPr>
            <p:cNvCxnSpPr/>
            <p:nvPr/>
          </p:nvCxnSpPr>
          <p:spPr>
            <a:xfrm>
              <a:off x="2408475" y="1470554"/>
              <a:ext cx="4326300" cy="0"/>
            </a:xfrm>
            <a:prstGeom prst="straightConnector1">
              <a:avLst/>
            </a:prstGeom>
            <a:grpFill/>
            <a:ln w="20125" cap="flat" cmpd="sng">
              <a:solidFill>
                <a:srgbClr val="282929"/>
              </a:solidFill>
              <a:prstDash val="solid"/>
              <a:round/>
              <a:headEnd type="none" w="med" len="med"/>
              <a:tailEnd type="none" w="med" len="med"/>
            </a:ln>
          </p:spPr>
        </p:cxnSp>
        <p:sp>
          <p:nvSpPr>
            <p:cNvPr id="322" name="Google Shape;322;p22">
              <a:extLst>
                <a:ext uri="{FF2B5EF4-FFF2-40B4-BE49-F238E27FC236}">
                  <a16:creationId xmlns:a16="http://schemas.microsoft.com/office/drawing/2014/main" id="{8AC2168F-FC4D-BEEB-2D1C-EDBA0FE0AC78}"/>
                </a:ext>
              </a:extLst>
            </p:cNvPr>
            <p:cNvSpPr txBox="1"/>
            <p:nvPr/>
          </p:nvSpPr>
          <p:spPr>
            <a:xfrm>
              <a:off x="2408475" y="1470554"/>
              <a:ext cx="2177400" cy="273600"/>
            </a:xfrm>
            <a:prstGeom prst="rect">
              <a:avLst/>
            </a:prstGeom>
            <a:grpFill/>
            <a:ln>
              <a:noFill/>
            </a:ln>
          </p:spPr>
          <p:txBody>
            <a:bodyPr spcFirstLastPara="1" wrap="square" lIns="289875" tIns="96625" rIns="289875" bIns="96625" anchor="ctr" anchorCtr="0">
              <a:noAutofit/>
            </a:bodyPr>
            <a:lstStyle/>
            <a:p>
              <a:pPr marL="0" lvl="0" indent="0" algn="l"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WORKFLOW  MANAGEMENT SYSTEM</a:t>
              </a:r>
              <a:endParaRPr sz="845">
                <a:solidFill>
                  <a:srgbClr val="282929"/>
                </a:solidFill>
                <a:latin typeface="Roboto Condensed"/>
                <a:ea typeface="Roboto Condensed"/>
                <a:cs typeface="Roboto Condensed"/>
                <a:sym typeface="Roboto Condensed"/>
              </a:endParaRPr>
            </a:p>
          </p:txBody>
        </p:sp>
        <p:sp>
          <p:nvSpPr>
            <p:cNvPr id="323" name="Google Shape;323;p22">
              <a:extLst>
                <a:ext uri="{FF2B5EF4-FFF2-40B4-BE49-F238E27FC236}">
                  <a16:creationId xmlns:a16="http://schemas.microsoft.com/office/drawing/2014/main" id="{71635A83-60B2-DF7A-A795-91CB0E173BBB}"/>
                </a:ext>
              </a:extLst>
            </p:cNvPr>
            <p:cNvSpPr txBox="1"/>
            <p:nvPr/>
          </p:nvSpPr>
          <p:spPr>
            <a:xfrm>
              <a:off x="4864218" y="1470554"/>
              <a:ext cx="1867500" cy="273600"/>
            </a:xfrm>
            <a:prstGeom prst="rect">
              <a:avLst/>
            </a:prstGeom>
            <a:grpFill/>
            <a:ln>
              <a:noFill/>
            </a:ln>
          </p:spPr>
          <p:txBody>
            <a:bodyPr spcFirstLastPara="1" wrap="square" lIns="289875" tIns="96625" rIns="289875" bIns="96625" anchor="ctr" anchorCtr="0">
              <a:noAutofit/>
            </a:bodyPr>
            <a:lstStyle/>
            <a:p>
              <a:pPr marL="0" lvl="0" indent="0" algn="r"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GURLAKSHPREET KAUR</a:t>
              </a:r>
              <a:endParaRPr sz="845">
                <a:solidFill>
                  <a:srgbClr val="282929"/>
                </a:solidFill>
                <a:latin typeface="Roboto Condensed"/>
                <a:ea typeface="Roboto Condensed"/>
                <a:cs typeface="Roboto Condensed"/>
                <a:sym typeface="Roboto Condensed"/>
              </a:endParaRPr>
            </a:p>
          </p:txBody>
        </p:sp>
        <p:sp>
          <p:nvSpPr>
            <p:cNvPr id="324" name="Google Shape;324;p22">
              <a:extLst>
                <a:ext uri="{FF2B5EF4-FFF2-40B4-BE49-F238E27FC236}">
                  <a16:creationId xmlns:a16="http://schemas.microsoft.com/office/drawing/2014/main" id="{C3B11CD7-0579-BADB-E962-9E289FB6BE60}"/>
                </a:ext>
              </a:extLst>
            </p:cNvPr>
            <p:cNvSpPr/>
            <p:nvPr/>
          </p:nvSpPr>
          <p:spPr>
            <a:xfrm>
              <a:off x="5607637" y="2402884"/>
              <a:ext cx="956400" cy="956400"/>
            </a:xfrm>
            <a:prstGeom prst="ellipse">
              <a:avLst/>
            </a:prstGeom>
            <a:grpFill/>
            <a:ln w="20125" cap="flat" cmpd="sng">
              <a:solidFill>
                <a:srgbClr val="282929"/>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 sz="5073">
                  <a:solidFill>
                    <a:srgbClr val="282929"/>
                  </a:solidFill>
                  <a:latin typeface="Roboto Condensed"/>
                  <a:ea typeface="Roboto Condensed"/>
                  <a:cs typeface="Roboto Condensed"/>
                  <a:sym typeface="Roboto Condensed"/>
                </a:rPr>
                <a:t>02</a:t>
              </a:r>
              <a:endParaRPr sz="5073">
                <a:solidFill>
                  <a:srgbClr val="282929"/>
                </a:solidFill>
                <a:latin typeface="Roboto Condensed"/>
                <a:ea typeface="Roboto Condensed"/>
                <a:cs typeface="Roboto Condensed"/>
                <a:sym typeface="Roboto Condensed"/>
              </a:endParaRPr>
            </a:p>
          </p:txBody>
        </p:sp>
      </p:grpSp>
      <p:sp>
        <p:nvSpPr>
          <p:cNvPr id="325" name="Google Shape;325;p22">
            <a:extLst>
              <a:ext uri="{FF2B5EF4-FFF2-40B4-BE49-F238E27FC236}">
                <a16:creationId xmlns:a16="http://schemas.microsoft.com/office/drawing/2014/main" id="{975D69F4-59E1-9E82-76FC-24C1A08F957E}"/>
              </a:ext>
            </a:extLst>
          </p:cNvPr>
          <p:cNvSpPr txBox="1"/>
          <p:nvPr/>
        </p:nvSpPr>
        <p:spPr>
          <a:xfrm>
            <a:off x="98100" y="2991000"/>
            <a:ext cx="4375800" cy="194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lt2"/>
                </a:solidFill>
                <a:latin typeface="Noto Serif Gujarati"/>
                <a:ea typeface="Noto Serif Gujarati"/>
                <a:cs typeface="Noto Serif Gujarati"/>
                <a:sym typeface="Noto Serif Gujarati"/>
              </a:rPr>
              <a:t>A workflow management system automates tasks, streamlines processes, and improves efficiency. It enables task assignment, tracking, and collaboration, ensuring transparency and accountability. With real-time updates, reporting, and integration capabilities, it reduces errors, saves time, and enhances productivity while standardizing workflows and supporting better decision-making across teams and departments.</a:t>
            </a:r>
            <a:endParaRPr sz="1300">
              <a:solidFill>
                <a:schemeClr val="lt2"/>
              </a:solidFill>
              <a:latin typeface="Noto Serif Gujarati"/>
              <a:ea typeface="Noto Serif Gujarati"/>
              <a:cs typeface="Noto Serif Gujarati"/>
              <a:sym typeface="Noto Serif Gujarati"/>
            </a:endParaRPr>
          </a:p>
        </p:txBody>
      </p:sp>
      <p:cxnSp>
        <p:nvCxnSpPr>
          <p:cNvPr id="326" name="Google Shape;326;p22">
            <a:extLst>
              <a:ext uri="{FF2B5EF4-FFF2-40B4-BE49-F238E27FC236}">
                <a16:creationId xmlns:a16="http://schemas.microsoft.com/office/drawing/2014/main" id="{FADC366A-6B62-BB43-8588-102A8CF07F8B}"/>
              </a:ext>
            </a:extLst>
          </p:cNvPr>
          <p:cNvCxnSpPr/>
          <p:nvPr/>
        </p:nvCxnSpPr>
        <p:spPr>
          <a:xfrm>
            <a:off x="4672650" y="130500"/>
            <a:ext cx="0" cy="4882500"/>
          </a:xfrm>
          <a:prstGeom prst="straightConnector1">
            <a:avLst/>
          </a:prstGeom>
          <a:noFill/>
          <a:ln w="9525" cap="flat" cmpd="sng">
            <a:solidFill>
              <a:schemeClr val="dk2"/>
            </a:solidFill>
            <a:prstDash val="solid"/>
            <a:round/>
            <a:headEnd type="none" w="med" len="med"/>
            <a:tailEnd type="none" w="med" len="med"/>
          </a:ln>
        </p:spPr>
      </p:cxnSp>
      <p:sp>
        <p:nvSpPr>
          <p:cNvPr id="10" name="Rectangle 9">
            <a:extLst>
              <a:ext uri="{FF2B5EF4-FFF2-40B4-BE49-F238E27FC236}">
                <a16:creationId xmlns:a16="http://schemas.microsoft.com/office/drawing/2014/main" id="{5173C134-4A29-2948-6C28-6BC3658AA50C}"/>
              </a:ext>
            </a:extLst>
          </p:cNvPr>
          <p:cNvSpPr/>
          <p:nvPr/>
        </p:nvSpPr>
        <p:spPr>
          <a:xfrm>
            <a:off x="5971636" y="1048919"/>
            <a:ext cx="2325547" cy="351407"/>
          </a:xfrm>
          <a:prstGeom prst="rect">
            <a:avLst/>
          </a:prstGeom>
          <a:solidFill>
            <a:srgbClr val="6FAF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7" name="Google Shape;327;p22">
            <a:extLst>
              <a:ext uri="{FF2B5EF4-FFF2-40B4-BE49-F238E27FC236}">
                <a16:creationId xmlns:a16="http://schemas.microsoft.com/office/drawing/2014/main" id="{E1B9B72A-167C-A6F9-EA72-9C9D976F64E9}"/>
              </a:ext>
            </a:extLst>
          </p:cNvPr>
          <p:cNvSpPr/>
          <p:nvPr/>
        </p:nvSpPr>
        <p:spPr>
          <a:xfrm rot="3599210">
            <a:off x="7898993" y="13501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17520701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300"/>
                                  </p:iterate>
                                  <p:childTnLst>
                                    <p:set>
                                      <p:cBhvr>
                                        <p:cTn id="6" dur="1" fill="hold">
                                          <p:stCondLst>
                                            <p:cond delay="0"/>
                                          </p:stCondLst>
                                        </p:cTn>
                                        <p:tgtEl>
                                          <p:spTgt spid="291">
                                            <p:txEl>
                                              <p:pRg st="0" end="0"/>
                                            </p:txEl>
                                          </p:spTgt>
                                        </p:tgtEl>
                                        <p:attrNameLst>
                                          <p:attrName>style.visibility</p:attrName>
                                        </p:attrNameLst>
                                      </p:cBhvr>
                                      <p:to>
                                        <p:strVal val="visible"/>
                                      </p:to>
                                    </p:set>
                                  </p:childTnLst>
                                </p:cTn>
                              </p:par>
                            </p:childTnLst>
                          </p:cTn>
                        </p:par>
                        <p:par>
                          <p:cTn id="7" fill="hold">
                            <p:stCondLst>
                              <p:cond delay="1801"/>
                            </p:stCondLst>
                            <p:childTnLst>
                              <p:par>
                                <p:cTn id="8" presetID="42" presetClass="entr" presetSubtype="0" fill="hold" grpId="0" nodeType="afterEffect">
                                  <p:stCondLst>
                                    <p:cond delay="0"/>
                                  </p:stCondLst>
                                  <p:childTnLst>
                                    <p:set>
                                      <p:cBhvr>
                                        <p:cTn id="9" dur="1" fill="hold">
                                          <p:stCondLst>
                                            <p:cond delay="0"/>
                                          </p:stCondLst>
                                        </p:cTn>
                                        <p:tgtEl>
                                          <p:spTgt spid="294"/>
                                        </p:tgtEl>
                                        <p:attrNameLst>
                                          <p:attrName>style.visibility</p:attrName>
                                        </p:attrNameLst>
                                      </p:cBhvr>
                                      <p:to>
                                        <p:strVal val="visible"/>
                                      </p:to>
                                    </p:set>
                                    <p:animEffect transition="in" filter="fade">
                                      <p:cBhvr>
                                        <p:cTn id="10" dur="400"/>
                                        <p:tgtEl>
                                          <p:spTgt spid="294"/>
                                        </p:tgtEl>
                                      </p:cBhvr>
                                    </p:animEffect>
                                    <p:anim calcmode="lin" valueType="num">
                                      <p:cBhvr>
                                        <p:cTn id="11" dur="400" fill="hold"/>
                                        <p:tgtEl>
                                          <p:spTgt spid="294"/>
                                        </p:tgtEl>
                                        <p:attrNameLst>
                                          <p:attrName>ppt_x</p:attrName>
                                        </p:attrNameLst>
                                      </p:cBhvr>
                                      <p:tavLst>
                                        <p:tav tm="0">
                                          <p:val>
                                            <p:strVal val="#ppt_x"/>
                                          </p:val>
                                        </p:tav>
                                        <p:tav tm="100000">
                                          <p:val>
                                            <p:strVal val="#ppt_x"/>
                                          </p:val>
                                        </p:tav>
                                      </p:tavLst>
                                    </p:anim>
                                    <p:anim calcmode="lin" valueType="num">
                                      <p:cBhvr>
                                        <p:cTn id="12" dur="400" fill="hold"/>
                                        <p:tgtEl>
                                          <p:spTgt spid="294"/>
                                        </p:tgtEl>
                                        <p:attrNameLst>
                                          <p:attrName>ppt_y</p:attrName>
                                        </p:attrNameLst>
                                      </p:cBhvr>
                                      <p:tavLst>
                                        <p:tav tm="0">
                                          <p:val>
                                            <p:strVal val="#ppt_y+.1"/>
                                          </p:val>
                                        </p:tav>
                                        <p:tav tm="100000">
                                          <p:val>
                                            <p:strVal val="#ppt_y"/>
                                          </p:val>
                                        </p:tav>
                                      </p:tavLst>
                                    </p:anim>
                                  </p:childTnLst>
                                </p:cTn>
                              </p:par>
                            </p:childTnLst>
                          </p:cTn>
                        </p:par>
                        <p:par>
                          <p:cTn id="13" fill="hold">
                            <p:stCondLst>
                              <p:cond delay="2201"/>
                            </p:stCondLst>
                            <p:childTnLst>
                              <p:par>
                                <p:cTn id="14" presetID="42" presetClass="entr" presetSubtype="0" fill="hold" nodeType="afterEffect">
                                  <p:stCondLst>
                                    <p:cond delay="0"/>
                                  </p:stCondLst>
                                  <p:childTnLst>
                                    <p:set>
                                      <p:cBhvr>
                                        <p:cTn id="15" dur="1" fill="hold">
                                          <p:stCondLst>
                                            <p:cond delay="0"/>
                                          </p:stCondLst>
                                        </p:cTn>
                                        <p:tgtEl>
                                          <p:spTgt spid="294">
                                            <p:txEl>
                                              <p:pRg st="0" end="0"/>
                                            </p:txEl>
                                          </p:spTgt>
                                        </p:tgtEl>
                                        <p:attrNameLst>
                                          <p:attrName>style.visibility</p:attrName>
                                        </p:attrNameLst>
                                      </p:cBhvr>
                                      <p:to>
                                        <p:strVal val="visible"/>
                                      </p:to>
                                    </p:set>
                                    <p:animEffect transition="in" filter="fade">
                                      <p:cBhvr>
                                        <p:cTn id="16" dur="250"/>
                                        <p:tgtEl>
                                          <p:spTgt spid="294">
                                            <p:txEl>
                                              <p:pRg st="0" end="0"/>
                                            </p:txEl>
                                          </p:spTgt>
                                        </p:tgtEl>
                                      </p:cBhvr>
                                    </p:animEffect>
                                    <p:anim calcmode="lin" valueType="num">
                                      <p:cBhvr>
                                        <p:cTn id="17" dur="250" fill="hold"/>
                                        <p:tgtEl>
                                          <p:spTgt spid="294">
                                            <p:txEl>
                                              <p:pRg st="0" end="0"/>
                                            </p:txEl>
                                          </p:spTgt>
                                        </p:tgtEl>
                                        <p:attrNameLst>
                                          <p:attrName>ppt_x</p:attrName>
                                        </p:attrNameLst>
                                      </p:cBhvr>
                                      <p:tavLst>
                                        <p:tav tm="0">
                                          <p:val>
                                            <p:strVal val="#ppt_x"/>
                                          </p:val>
                                        </p:tav>
                                        <p:tav tm="100000">
                                          <p:val>
                                            <p:strVal val="#ppt_x"/>
                                          </p:val>
                                        </p:tav>
                                      </p:tavLst>
                                    </p:anim>
                                    <p:anim calcmode="lin" valueType="num">
                                      <p:cBhvr>
                                        <p:cTn id="18" dur="250" fill="hold"/>
                                        <p:tgtEl>
                                          <p:spTgt spid="294">
                                            <p:txEl>
                                              <p:pRg st="0" end="0"/>
                                            </p:txEl>
                                          </p:spTgt>
                                        </p:tgtEl>
                                        <p:attrNameLst>
                                          <p:attrName>ppt_y</p:attrName>
                                        </p:attrNameLst>
                                      </p:cBhvr>
                                      <p:tavLst>
                                        <p:tav tm="0">
                                          <p:val>
                                            <p:strVal val="#ppt_y+.1"/>
                                          </p:val>
                                        </p:tav>
                                        <p:tav tm="100000">
                                          <p:val>
                                            <p:strVal val="#ppt_y"/>
                                          </p:val>
                                        </p:tav>
                                      </p:tavLst>
                                    </p:anim>
                                  </p:childTnLst>
                                </p:cTn>
                              </p:par>
                            </p:childTnLst>
                          </p:cTn>
                        </p:par>
                        <p:par>
                          <p:cTn id="19" fill="hold">
                            <p:stCondLst>
                              <p:cond delay="2451"/>
                            </p:stCondLst>
                            <p:childTnLst>
                              <p:par>
                                <p:cTn id="20" presetID="42" presetClass="entr" presetSubtype="0" fill="hold" nodeType="afterEffect">
                                  <p:stCondLst>
                                    <p:cond delay="0"/>
                                  </p:stCondLst>
                                  <p:childTnLst>
                                    <p:set>
                                      <p:cBhvr>
                                        <p:cTn id="21" dur="1" fill="hold">
                                          <p:stCondLst>
                                            <p:cond delay="0"/>
                                          </p:stCondLst>
                                        </p:cTn>
                                        <p:tgtEl>
                                          <p:spTgt spid="294">
                                            <p:txEl>
                                              <p:pRg st="1" end="1"/>
                                            </p:txEl>
                                          </p:spTgt>
                                        </p:tgtEl>
                                        <p:attrNameLst>
                                          <p:attrName>style.visibility</p:attrName>
                                        </p:attrNameLst>
                                      </p:cBhvr>
                                      <p:to>
                                        <p:strVal val="visible"/>
                                      </p:to>
                                    </p:set>
                                    <p:animEffect transition="in" filter="fade">
                                      <p:cBhvr>
                                        <p:cTn id="22" dur="250"/>
                                        <p:tgtEl>
                                          <p:spTgt spid="294">
                                            <p:txEl>
                                              <p:pRg st="1" end="1"/>
                                            </p:txEl>
                                          </p:spTgt>
                                        </p:tgtEl>
                                      </p:cBhvr>
                                    </p:animEffect>
                                    <p:anim calcmode="lin" valueType="num">
                                      <p:cBhvr>
                                        <p:cTn id="23" dur="250" fill="hold"/>
                                        <p:tgtEl>
                                          <p:spTgt spid="294">
                                            <p:txEl>
                                              <p:pRg st="1" end="1"/>
                                            </p:txEl>
                                          </p:spTgt>
                                        </p:tgtEl>
                                        <p:attrNameLst>
                                          <p:attrName>ppt_x</p:attrName>
                                        </p:attrNameLst>
                                      </p:cBhvr>
                                      <p:tavLst>
                                        <p:tav tm="0">
                                          <p:val>
                                            <p:strVal val="#ppt_x"/>
                                          </p:val>
                                        </p:tav>
                                        <p:tav tm="100000">
                                          <p:val>
                                            <p:strVal val="#ppt_x"/>
                                          </p:val>
                                        </p:tav>
                                      </p:tavLst>
                                    </p:anim>
                                    <p:anim calcmode="lin" valueType="num">
                                      <p:cBhvr>
                                        <p:cTn id="24" dur="250" fill="hold"/>
                                        <p:tgtEl>
                                          <p:spTgt spid="294">
                                            <p:txEl>
                                              <p:pRg st="1" end="1"/>
                                            </p:txEl>
                                          </p:spTgt>
                                        </p:tgtEl>
                                        <p:attrNameLst>
                                          <p:attrName>ppt_y</p:attrName>
                                        </p:attrNameLst>
                                      </p:cBhvr>
                                      <p:tavLst>
                                        <p:tav tm="0">
                                          <p:val>
                                            <p:strVal val="#ppt_y+.1"/>
                                          </p:val>
                                        </p:tav>
                                        <p:tav tm="100000">
                                          <p:val>
                                            <p:strVal val="#ppt_y"/>
                                          </p:val>
                                        </p:tav>
                                      </p:tavLst>
                                    </p:anim>
                                  </p:childTnLst>
                                </p:cTn>
                              </p:par>
                            </p:childTnLst>
                          </p:cTn>
                        </p:par>
                        <p:par>
                          <p:cTn id="25" fill="hold">
                            <p:stCondLst>
                              <p:cond delay="2701"/>
                            </p:stCondLst>
                            <p:childTnLst>
                              <p:par>
                                <p:cTn id="26" presetID="42" presetClass="entr" presetSubtype="0" fill="hold" nodeType="afterEffect">
                                  <p:stCondLst>
                                    <p:cond delay="0"/>
                                  </p:stCondLst>
                                  <p:childTnLst>
                                    <p:set>
                                      <p:cBhvr>
                                        <p:cTn id="27" dur="1" fill="hold">
                                          <p:stCondLst>
                                            <p:cond delay="0"/>
                                          </p:stCondLst>
                                        </p:cTn>
                                        <p:tgtEl>
                                          <p:spTgt spid="294">
                                            <p:txEl>
                                              <p:pRg st="2" end="2"/>
                                            </p:txEl>
                                          </p:spTgt>
                                        </p:tgtEl>
                                        <p:attrNameLst>
                                          <p:attrName>style.visibility</p:attrName>
                                        </p:attrNameLst>
                                      </p:cBhvr>
                                      <p:to>
                                        <p:strVal val="visible"/>
                                      </p:to>
                                    </p:set>
                                    <p:animEffect transition="in" filter="fade">
                                      <p:cBhvr>
                                        <p:cTn id="28" dur="250"/>
                                        <p:tgtEl>
                                          <p:spTgt spid="294">
                                            <p:txEl>
                                              <p:pRg st="2" end="2"/>
                                            </p:txEl>
                                          </p:spTgt>
                                        </p:tgtEl>
                                      </p:cBhvr>
                                    </p:animEffect>
                                    <p:anim calcmode="lin" valueType="num">
                                      <p:cBhvr>
                                        <p:cTn id="29" dur="250" fill="hold"/>
                                        <p:tgtEl>
                                          <p:spTgt spid="294">
                                            <p:txEl>
                                              <p:pRg st="2" end="2"/>
                                            </p:txEl>
                                          </p:spTgt>
                                        </p:tgtEl>
                                        <p:attrNameLst>
                                          <p:attrName>ppt_x</p:attrName>
                                        </p:attrNameLst>
                                      </p:cBhvr>
                                      <p:tavLst>
                                        <p:tav tm="0">
                                          <p:val>
                                            <p:strVal val="#ppt_x"/>
                                          </p:val>
                                        </p:tav>
                                        <p:tav tm="100000">
                                          <p:val>
                                            <p:strVal val="#ppt_x"/>
                                          </p:val>
                                        </p:tav>
                                      </p:tavLst>
                                    </p:anim>
                                    <p:anim calcmode="lin" valueType="num">
                                      <p:cBhvr>
                                        <p:cTn id="30" dur="250" fill="hold"/>
                                        <p:tgtEl>
                                          <p:spTgt spid="29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right)">
                                      <p:cBhvr>
                                        <p:cTn id="35" dur="500"/>
                                        <p:tgtEl>
                                          <p:spTgt spid="10"/>
                                        </p:tgtEl>
                                      </p:cBhvr>
                                    </p:animEffect>
                                  </p:childTnLst>
                                </p:cTn>
                              </p:par>
                              <p:par>
                                <p:cTn id="36" presetID="42" presetClass="exit" presetSubtype="0" fill="hold" nodeType="withEffect">
                                  <p:stCondLst>
                                    <p:cond delay="0"/>
                                  </p:stCondLst>
                                  <p:childTnLst>
                                    <p:animEffect transition="out" filter="fade">
                                      <p:cBhvr>
                                        <p:cTn id="37" dur="250"/>
                                        <p:tgtEl>
                                          <p:spTgt spid="294">
                                            <p:txEl>
                                              <p:pRg st="0" end="0"/>
                                            </p:txEl>
                                          </p:spTgt>
                                        </p:tgtEl>
                                      </p:cBhvr>
                                    </p:animEffect>
                                    <p:anim calcmode="lin" valueType="num">
                                      <p:cBhvr>
                                        <p:cTn id="38" dur="250"/>
                                        <p:tgtEl>
                                          <p:spTgt spid="294">
                                            <p:txEl>
                                              <p:pRg st="0" end="0"/>
                                            </p:txEl>
                                          </p:spTgt>
                                        </p:tgtEl>
                                        <p:attrNameLst>
                                          <p:attrName>ppt_x</p:attrName>
                                        </p:attrNameLst>
                                      </p:cBhvr>
                                      <p:tavLst>
                                        <p:tav tm="0">
                                          <p:val>
                                            <p:strVal val="ppt_x"/>
                                          </p:val>
                                        </p:tav>
                                        <p:tav tm="100000">
                                          <p:val>
                                            <p:strVal val="ppt_x"/>
                                          </p:val>
                                        </p:tav>
                                      </p:tavLst>
                                    </p:anim>
                                    <p:anim calcmode="lin" valueType="num">
                                      <p:cBhvr>
                                        <p:cTn id="39" dur="250"/>
                                        <p:tgtEl>
                                          <p:spTgt spid="294">
                                            <p:txEl>
                                              <p:pRg st="0" end="0"/>
                                            </p:txEl>
                                          </p:spTgt>
                                        </p:tgtEl>
                                        <p:attrNameLst>
                                          <p:attrName>ppt_y</p:attrName>
                                        </p:attrNameLst>
                                      </p:cBhvr>
                                      <p:tavLst>
                                        <p:tav tm="0">
                                          <p:val>
                                            <p:strVal val="ppt_y"/>
                                          </p:val>
                                        </p:tav>
                                        <p:tav tm="100000">
                                          <p:val>
                                            <p:strVal val="ppt_y+.1"/>
                                          </p:val>
                                        </p:tav>
                                      </p:tavLst>
                                    </p:anim>
                                    <p:set>
                                      <p:cBhvr>
                                        <p:cTn id="40" dur="1" fill="hold">
                                          <p:stCondLst>
                                            <p:cond delay="249"/>
                                          </p:stCondLst>
                                        </p:cTn>
                                        <p:tgtEl>
                                          <p:spTgt spid="294">
                                            <p:txEl>
                                              <p:pRg st="0" end="0"/>
                                            </p:txEl>
                                          </p:spTgt>
                                        </p:tgtEl>
                                        <p:attrNameLst>
                                          <p:attrName>style.visibility</p:attrName>
                                        </p:attrNameLst>
                                      </p:cBhvr>
                                      <p:to>
                                        <p:strVal val="hidden"/>
                                      </p:to>
                                    </p:set>
                                  </p:childTnLst>
                                </p:cTn>
                              </p:par>
                              <p:par>
                                <p:cTn id="41" presetID="42" presetClass="exit" presetSubtype="0" fill="hold" nodeType="withEffect">
                                  <p:stCondLst>
                                    <p:cond delay="0"/>
                                  </p:stCondLst>
                                  <p:childTnLst>
                                    <p:animEffect transition="out" filter="fade">
                                      <p:cBhvr>
                                        <p:cTn id="42" dur="250"/>
                                        <p:tgtEl>
                                          <p:spTgt spid="294">
                                            <p:txEl>
                                              <p:pRg st="1" end="1"/>
                                            </p:txEl>
                                          </p:spTgt>
                                        </p:tgtEl>
                                      </p:cBhvr>
                                    </p:animEffect>
                                    <p:anim calcmode="lin" valueType="num">
                                      <p:cBhvr>
                                        <p:cTn id="43" dur="250"/>
                                        <p:tgtEl>
                                          <p:spTgt spid="294">
                                            <p:txEl>
                                              <p:pRg st="1" end="1"/>
                                            </p:txEl>
                                          </p:spTgt>
                                        </p:tgtEl>
                                        <p:attrNameLst>
                                          <p:attrName>ppt_x</p:attrName>
                                        </p:attrNameLst>
                                      </p:cBhvr>
                                      <p:tavLst>
                                        <p:tav tm="0">
                                          <p:val>
                                            <p:strVal val="ppt_x"/>
                                          </p:val>
                                        </p:tav>
                                        <p:tav tm="100000">
                                          <p:val>
                                            <p:strVal val="ppt_x"/>
                                          </p:val>
                                        </p:tav>
                                      </p:tavLst>
                                    </p:anim>
                                    <p:anim calcmode="lin" valueType="num">
                                      <p:cBhvr>
                                        <p:cTn id="44" dur="250"/>
                                        <p:tgtEl>
                                          <p:spTgt spid="294">
                                            <p:txEl>
                                              <p:pRg st="1" end="1"/>
                                            </p:txEl>
                                          </p:spTgt>
                                        </p:tgtEl>
                                        <p:attrNameLst>
                                          <p:attrName>ppt_y</p:attrName>
                                        </p:attrNameLst>
                                      </p:cBhvr>
                                      <p:tavLst>
                                        <p:tav tm="0">
                                          <p:val>
                                            <p:strVal val="ppt_y"/>
                                          </p:val>
                                        </p:tav>
                                        <p:tav tm="100000">
                                          <p:val>
                                            <p:strVal val="ppt_y+.1"/>
                                          </p:val>
                                        </p:tav>
                                      </p:tavLst>
                                    </p:anim>
                                    <p:set>
                                      <p:cBhvr>
                                        <p:cTn id="45" dur="1" fill="hold">
                                          <p:stCondLst>
                                            <p:cond delay="249"/>
                                          </p:stCondLst>
                                        </p:cTn>
                                        <p:tgtEl>
                                          <p:spTgt spid="294">
                                            <p:txEl>
                                              <p:pRg st="1" end="1"/>
                                            </p:txEl>
                                          </p:spTgt>
                                        </p:tgtEl>
                                        <p:attrNameLst>
                                          <p:attrName>style.visibility</p:attrName>
                                        </p:attrNameLst>
                                      </p:cBhvr>
                                      <p:to>
                                        <p:strVal val="hidden"/>
                                      </p:to>
                                    </p:set>
                                  </p:childTnLst>
                                </p:cTn>
                              </p:par>
                              <p:par>
                                <p:cTn id="46" presetID="42" presetClass="exit" presetSubtype="0" fill="hold" nodeType="withEffect">
                                  <p:stCondLst>
                                    <p:cond delay="0"/>
                                  </p:stCondLst>
                                  <p:childTnLst>
                                    <p:animEffect transition="out" filter="fade">
                                      <p:cBhvr>
                                        <p:cTn id="47" dur="250"/>
                                        <p:tgtEl>
                                          <p:spTgt spid="294">
                                            <p:txEl>
                                              <p:pRg st="2" end="2"/>
                                            </p:txEl>
                                          </p:spTgt>
                                        </p:tgtEl>
                                      </p:cBhvr>
                                    </p:animEffect>
                                    <p:anim calcmode="lin" valueType="num">
                                      <p:cBhvr>
                                        <p:cTn id="48" dur="250"/>
                                        <p:tgtEl>
                                          <p:spTgt spid="294">
                                            <p:txEl>
                                              <p:pRg st="2" end="2"/>
                                            </p:txEl>
                                          </p:spTgt>
                                        </p:tgtEl>
                                        <p:attrNameLst>
                                          <p:attrName>ppt_x</p:attrName>
                                        </p:attrNameLst>
                                      </p:cBhvr>
                                      <p:tavLst>
                                        <p:tav tm="0">
                                          <p:val>
                                            <p:strVal val="ppt_x"/>
                                          </p:val>
                                        </p:tav>
                                        <p:tav tm="100000">
                                          <p:val>
                                            <p:strVal val="ppt_x"/>
                                          </p:val>
                                        </p:tav>
                                      </p:tavLst>
                                    </p:anim>
                                    <p:anim calcmode="lin" valueType="num">
                                      <p:cBhvr>
                                        <p:cTn id="49" dur="250"/>
                                        <p:tgtEl>
                                          <p:spTgt spid="294">
                                            <p:txEl>
                                              <p:pRg st="2" end="2"/>
                                            </p:txEl>
                                          </p:spTgt>
                                        </p:tgtEl>
                                        <p:attrNameLst>
                                          <p:attrName>ppt_y</p:attrName>
                                        </p:attrNameLst>
                                      </p:cBhvr>
                                      <p:tavLst>
                                        <p:tav tm="0">
                                          <p:val>
                                            <p:strVal val="ppt_y"/>
                                          </p:val>
                                        </p:tav>
                                        <p:tav tm="100000">
                                          <p:val>
                                            <p:strVal val="ppt_y+.1"/>
                                          </p:val>
                                        </p:tav>
                                      </p:tavLst>
                                    </p:anim>
                                    <p:set>
                                      <p:cBhvr>
                                        <p:cTn id="50" dur="1" fill="hold">
                                          <p:stCondLst>
                                            <p:cond delay="249"/>
                                          </p:stCondLst>
                                        </p:cTn>
                                        <p:tgtEl>
                                          <p:spTgt spid="294">
                                            <p:txEl>
                                              <p:pRg st="2" end="2"/>
                                            </p:txEl>
                                          </p:spTgt>
                                        </p:tgtEl>
                                        <p:attrNameLst>
                                          <p:attrName>style.visibility</p:attrName>
                                        </p:attrNameLst>
                                      </p:cBhvr>
                                      <p:to>
                                        <p:strVal val="hidden"/>
                                      </p:to>
                                    </p:set>
                                  </p:childTnLst>
                                </p:cTn>
                              </p:par>
                              <p:par>
                                <p:cTn id="51" presetID="1" presetClass="exit" presetSubtype="0" fill="hold" grpId="1" nodeType="withEffect">
                                  <p:stCondLst>
                                    <p:cond delay="0"/>
                                  </p:stCondLst>
                                  <p:iterate type="lt">
                                    <p:tmAbs val="0"/>
                                  </p:iterate>
                                  <p:childTnLst>
                                    <p:set>
                                      <p:cBhvr>
                                        <p:cTn id="52" dur="1" fill="hold">
                                          <p:stCondLst>
                                            <p:cond delay="0"/>
                                          </p:stCondLst>
                                        </p:cTn>
                                        <p:tgtEl>
                                          <p:spTgt spid="291">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 grpId="0" build="allAtOnce"/>
      <p:bldP spid="291" grpId="1" build="allAtOnce"/>
      <p:bldP spid="294" grpId="0"/>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BC3F"/>
        </a:solidFill>
        <a:effectLst/>
      </p:bgPr>
    </p:bg>
    <p:spTree>
      <p:nvGrpSpPr>
        <p:cNvPr id="1" name="Shape 474"/>
        <p:cNvGrpSpPr/>
        <p:nvPr/>
      </p:nvGrpSpPr>
      <p:grpSpPr>
        <a:xfrm>
          <a:off x="0" y="0"/>
          <a:ext cx="0" cy="0"/>
          <a:chOff x="0" y="0"/>
          <a:chExt cx="0" cy="0"/>
        </a:xfrm>
      </p:grpSpPr>
      <p:sp>
        <p:nvSpPr>
          <p:cNvPr id="475" name="Google Shape;475;p26"/>
          <p:cNvSpPr/>
          <p:nvPr/>
        </p:nvSpPr>
        <p:spPr>
          <a:xfrm>
            <a:off x="665325" y="946825"/>
            <a:ext cx="1212900" cy="460500"/>
          </a:xfrm>
          <a:prstGeom prst="rect">
            <a:avLst/>
          </a:prstGeom>
          <a:solidFill>
            <a:srgbClr val="EFBC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476" name="Google Shape;476;p26"/>
          <p:cNvGrpSpPr/>
          <p:nvPr/>
        </p:nvGrpSpPr>
        <p:grpSpPr>
          <a:xfrm>
            <a:off x="-19" y="2"/>
            <a:ext cx="4572034" cy="2898865"/>
            <a:chOff x="2408475" y="1200156"/>
            <a:chExt cx="4326300" cy="2743059"/>
          </a:xfrm>
          <a:solidFill>
            <a:schemeClr val="bg1"/>
          </a:solidFill>
        </p:grpSpPr>
        <p:sp>
          <p:nvSpPr>
            <p:cNvPr id="477" name="Google Shape;477;p26"/>
            <p:cNvSpPr/>
            <p:nvPr/>
          </p:nvSpPr>
          <p:spPr>
            <a:xfrm>
              <a:off x="2411987" y="1200156"/>
              <a:ext cx="4319400" cy="2635200"/>
            </a:xfrm>
            <a:prstGeom prst="rect">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78" name="Google Shape;478;p26"/>
            <p:cNvSpPr/>
            <p:nvPr/>
          </p:nvSpPr>
          <p:spPr>
            <a:xfrm>
              <a:off x="241198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79" name="Google Shape;479;p26"/>
            <p:cNvSpPr/>
            <p:nvPr/>
          </p:nvSpPr>
          <p:spPr>
            <a:xfrm>
              <a:off x="2627956"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80" name="Google Shape;480;p26"/>
            <p:cNvSpPr/>
            <p:nvPr/>
          </p:nvSpPr>
          <p:spPr>
            <a:xfrm>
              <a:off x="2843925"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81" name="Google Shape;481;p26"/>
            <p:cNvSpPr/>
            <p:nvPr/>
          </p:nvSpPr>
          <p:spPr>
            <a:xfrm>
              <a:off x="3059894"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82" name="Google Shape;482;p26"/>
            <p:cNvSpPr/>
            <p:nvPr/>
          </p:nvSpPr>
          <p:spPr>
            <a:xfrm>
              <a:off x="3275863"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83" name="Google Shape;483;p26"/>
            <p:cNvSpPr/>
            <p:nvPr/>
          </p:nvSpPr>
          <p:spPr>
            <a:xfrm>
              <a:off x="3491832"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84" name="Google Shape;484;p26"/>
            <p:cNvSpPr/>
            <p:nvPr/>
          </p:nvSpPr>
          <p:spPr>
            <a:xfrm>
              <a:off x="3707801"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85" name="Google Shape;485;p26"/>
            <p:cNvSpPr/>
            <p:nvPr/>
          </p:nvSpPr>
          <p:spPr>
            <a:xfrm>
              <a:off x="3923770"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86" name="Google Shape;486;p26"/>
            <p:cNvSpPr/>
            <p:nvPr/>
          </p:nvSpPr>
          <p:spPr>
            <a:xfrm>
              <a:off x="4139739"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87" name="Google Shape;487;p26"/>
            <p:cNvSpPr/>
            <p:nvPr/>
          </p:nvSpPr>
          <p:spPr>
            <a:xfrm>
              <a:off x="4355708"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88" name="Google Shape;488;p26"/>
            <p:cNvSpPr/>
            <p:nvPr/>
          </p:nvSpPr>
          <p:spPr>
            <a:xfrm>
              <a:off x="457167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89" name="Google Shape;489;p26"/>
            <p:cNvSpPr/>
            <p:nvPr/>
          </p:nvSpPr>
          <p:spPr>
            <a:xfrm>
              <a:off x="4787645"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90" name="Google Shape;490;p26"/>
            <p:cNvSpPr/>
            <p:nvPr/>
          </p:nvSpPr>
          <p:spPr>
            <a:xfrm>
              <a:off x="5003614"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91" name="Google Shape;491;p26"/>
            <p:cNvSpPr/>
            <p:nvPr/>
          </p:nvSpPr>
          <p:spPr>
            <a:xfrm>
              <a:off x="5219583"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92" name="Google Shape;492;p26"/>
            <p:cNvSpPr/>
            <p:nvPr/>
          </p:nvSpPr>
          <p:spPr>
            <a:xfrm>
              <a:off x="5435552"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93" name="Google Shape;493;p26"/>
            <p:cNvSpPr/>
            <p:nvPr/>
          </p:nvSpPr>
          <p:spPr>
            <a:xfrm>
              <a:off x="5651521"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94" name="Google Shape;494;p26"/>
            <p:cNvSpPr/>
            <p:nvPr/>
          </p:nvSpPr>
          <p:spPr>
            <a:xfrm>
              <a:off x="5867490"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95" name="Google Shape;495;p26"/>
            <p:cNvSpPr/>
            <p:nvPr/>
          </p:nvSpPr>
          <p:spPr>
            <a:xfrm>
              <a:off x="6083459"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96" name="Google Shape;496;p26"/>
            <p:cNvSpPr/>
            <p:nvPr/>
          </p:nvSpPr>
          <p:spPr>
            <a:xfrm>
              <a:off x="6299428"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97" name="Google Shape;497;p26"/>
            <p:cNvSpPr/>
            <p:nvPr/>
          </p:nvSpPr>
          <p:spPr>
            <a:xfrm>
              <a:off x="651539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498" name="Google Shape;498;p26"/>
            <p:cNvSpPr txBox="1"/>
            <p:nvPr/>
          </p:nvSpPr>
          <p:spPr>
            <a:xfrm>
              <a:off x="2411982" y="2018758"/>
              <a:ext cx="3333900" cy="1736700"/>
            </a:xfrm>
            <a:prstGeom prst="rect">
              <a:avLst/>
            </a:prstGeom>
            <a:grpFill/>
            <a:ln>
              <a:noFill/>
            </a:ln>
          </p:spPr>
          <p:txBody>
            <a:bodyPr spcFirstLastPara="1" wrap="square" lIns="289875" tIns="96625" rIns="289875" bIns="96625" anchor="ctr" anchorCtr="0">
              <a:noAutofit/>
            </a:bodyPr>
            <a:lstStyle/>
            <a:p>
              <a:pPr marL="0" lvl="0" indent="0" algn="l" rtl="0">
                <a:lnSpc>
                  <a:spcPct val="90000"/>
                </a:lnSpc>
                <a:spcBef>
                  <a:spcPts val="0"/>
                </a:spcBef>
                <a:spcAft>
                  <a:spcPts val="0"/>
                </a:spcAft>
                <a:buNone/>
              </a:pPr>
              <a:r>
                <a:rPr lang="en" sz="4361" dirty="0">
                  <a:solidFill>
                    <a:srgbClr val="282929"/>
                  </a:solidFill>
                  <a:latin typeface="Noto Serif Gujarati"/>
                  <a:ea typeface="Noto Serif Gujarati"/>
                  <a:cs typeface="Noto Serif Gujarati"/>
                  <a:sym typeface="Noto Serif Gujarati"/>
                </a:rPr>
                <a:t>DATABASE TABLES</a:t>
              </a:r>
              <a:endParaRPr sz="4361" dirty="0">
                <a:solidFill>
                  <a:srgbClr val="282929"/>
                </a:solidFill>
                <a:latin typeface="Noto Serif Gujarati"/>
                <a:ea typeface="Noto Serif Gujarati"/>
                <a:cs typeface="Noto Serif Gujarati"/>
                <a:sym typeface="Noto Serif Gujarati"/>
              </a:endParaRPr>
            </a:p>
          </p:txBody>
        </p:sp>
        <p:cxnSp>
          <p:nvCxnSpPr>
            <p:cNvPr id="499" name="Google Shape;499;p26"/>
            <p:cNvCxnSpPr/>
            <p:nvPr/>
          </p:nvCxnSpPr>
          <p:spPr>
            <a:xfrm>
              <a:off x="2408475" y="2018754"/>
              <a:ext cx="4326300" cy="0"/>
            </a:xfrm>
            <a:prstGeom prst="straightConnector1">
              <a:avLst/>
            </a:prstGeom>
            <a:grpFill/>
            <a:ln w="20125" cap="flat" cmpd="sng">
              <a:solidFill>
                <a:srgbClr val="282929"/>
              </a:solidFill>
              <a:prstDash val="solid"/>
              <a:round/>
              <a:headEnd type="none" w="med" len="med"/>
              <a:tailEnd type="none" w="med" len="med"/>
            </a:ln>
          </p:spPr>
        </p:cxnSp>
        <p:cxnSp>
          <p:nvCxnSpPr>
            <p:cNvPr id="500" name="Google Shape;500;p26"/>
            <p:cNvCxnSpPr/>
            <p:nvPr/>
          </p:nvCxnSpPr>
          <p:spPr>
            <a:xfrm>
              <a:off x="2408475" y="1744654"/>
              <a:ext cx="4326300" cy="0"/>
            </a:xfrm>
            <a:prstGeom prst="straightConnector1">
              <a:avLst/>
            </a:prstGeom>
            <a:grpFill/>
            <a:ln w="20125" cap="flat" cmpd="sng">
              <a:solidFill>
                <a:srgbClr val="282929"/>
              </a:solidFill>
              <a:prstDash val="solid"/>
              <a:round/>
              <a:headEnd type="none" w="med" len="med"/>
              <a:tailEnd type="none" w="med" len="med"/>
            </a:ln>
          </p:spPr>
        </p:cxnSp>
        <p:cxnSp>
          <p:nvCxnSpPr>
            <p:cNvPr id="501" name="Google Shape;501;p26"/>
            <p:cNvCxnSpPr/>
            <p:nvPr/>
          </p:nvCxnSpPr>
          <p:spPr>
            <a:xfrm>
              <a:off x="2408475" y="1470554"/>
              <a:ext cx="4326300" cy="0"/>
            </a:xfrm>
            <a:prstGeom prst="straightConnector1">
              <a:avLst/>
            </a:prstGeom>
            <a:grpFill/>
            <a:ln w="20125" cap="flat" cmpd="sng">
              <a:solidFill>
                <a:srgbClr val="282929"/>
              </a:solidFill>
              <a:prstDash val="solid"/>
              <a:round/>
              <a:headEnd type="none" w="med" len="med"/>
              <a:tailEnd type="none" w="med" len="med"/>
            </a:ln>
          </p:spPr>
        </p:cxnSp>
        <p:sp>
          <p:nvSpPr>
            <p:cNvPr id="502" name="Google Shape;502;p26"/>
            <p:cNvSpPr txBox="1"/>
            <p:nvPr/>
          </p:nvSpPr>
          <p:spPr>
            <a:xfrm>
              <a:off x="2408475" y="1470554"/>
              <a:ext cx="2177400" cy="273600"/>
            </a:xfrm>
            <a:prstGeom prst="rect">
              <a:avLst/>
            </a:prstGeom>
            <a:grpFill/>
            <a:ln>
              <a:noFill/>
            </a:ln>
          </p:spPr>
          <p:txBody>
            <a:bodyPr spcFirstLastPara="1" wrap="square" lIns="289875" tIns="96625" rIns="289875" bIns="96625" anchor="ctr" anchorCtr="0">
              <a:noAutofit/>
            </a:bodyPr>
            <a:lstStyle/>
            <a:p>
              <a:pPr marL="0" lvl="0" indent="0" algn="l"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WORKFLOW  MANAGEMENT SYSTEM</a:t>
              </a:r>
              <a:endParaRPr sz="845">
                <a:solidFill>
                  <a:srgbClr val="282929"/>
                </a:solidFill>
                <a:latin typeface="Roboto Condensed"/>
                <a:ea typeface="Roboto Condensed"/>
                <a:cs typeface="Roboto Condensed"/>
                <a:sym typeface="Roboto Condensed"/>
              </a:endParaRPr>
            </a:p>
          </p:txBody>
        </p:sp>
        <p:sp>
          <p:nvSpPr>
            <p:cNvPr id="503" name="Google Shape;503;p26"/>
            <p:cNvSpPr txBox="1"/>
            <p:nvPr/>
          </p:nvSpPr>
          <p:spPr>
            <a:xfrm>
              <a:off x="4864218" y="1470554"/>
              <a:ext cx="1867500" cy="273600"/>
            </a:xfrm>
            <a:prstGeom prst="rect">
              <a:avLst/>
            </a:prstGeom>
            <a:grpFill/>
            <a:ln>
              <a:noFill/>
            </a:ln>
          </p:spPr>
          <p:txBody>
            <a:bodyPr spcFirstLastPara="1" wrap="square" lIns="289875" tIns="96625" rIns="289875" bIns="96625" anchor="ctr" anchorCtr="0">
              <a:noAutofit/>
            </a:bodyPr>
            <a:lstStyle/>
            <a:p>
              <a:pPr marL="0" lvl="0" indent="0" algn="r"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GURLAKSHPREET KAUR</a:t>
              </a:r>
              <a:endParaRPr sz="845">
                <a:solidFill>
                  <a:srgbClr val="282929"/>
                </a:solidFill>
                <a:latin typeface="Roboto Condensed"/>
                <a:ea typeface="Roboto Condensed"/>
                <a:cs typeface="Roboto Condensed"/>
                <a:sym typeface="Roboto Condensed"/>
              </a:endParaRPr>
            </a:p>
          </p:txBody>
        </p:sp>
        <p:sp>
          <p:nvSpPr>
            <p:cNvPr id="504" name="Google Shape;504;p26"/>
            <p:cNvSpPr/>
            <p:nvPr/>
          </p:nvSpPr>
          <p:spPr>
            <a:xfrm>
              <a:off x="5607637" y="2402884"/>
              <a:ext cx="956400" cy="956400"/>
            </a:xfrm>
            <a:prstGeom prst="ellipse">
              <a:avLst/>
            </a:prstGeom>
            <a:grpFill/>
            <a:ln w="20125" cap="flat" cmpd="sng">
              <a:solidFill>
                <a:srgbClr val="282929"/>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 sz="5073">
                  <a:solidFill>
                    <a:srgbClr val="282929"/>
                  </a:solidFill>
                  <a:latin typeface="Roboto Condensed"/>
                  <a:ea typeface="Roboto Condensed"/>
                  <a:cs typeface="Roboto Condensed"/>
                  <a:sym typeface="Roboto Condensed"/>
                </a:rPr>
                <a:t>03</a:t>
              </a:r>
              <a:endParaRPr sz="5073">
                <a:solidFill>
                  <a:srgbClr val="282929"/>
                </a:solidFill>
                <a:latin typeface="Roboto Condensed"/>
                <a:ea typeface="Roboto Condensed"/>
                <a:cs typeface="Roboto Condensed"/>
                <a:sym typeface="Roboto Condensed"/>
              </a:endParaRPr>
            </a:p>
          </p:txBody>
        </p:sp>
      </p:grpSp>
      <p:sp>
        <p:nvSpPr>
          <p:cNvPr id="505" name="Google Shape;505;p26"/>
          <p:cNvSpPr txBox="1"/>
          <p:nvPr/>
        </p:nvSpPr>
        <p:spPr>
          <a:xfrm>
            <a:off x="98100" y="2991000"/>
            <a:ext cx="4375800" cy="194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Noto Serif Gujarati"/>
                <a:ea typeface="Noto Serif Gujarati"/>
                <a:cs typeface="Noto Serif Gujarati"/>
                <a:sym typeface="Noto Serif Gujarati"/>
              </a:rPr>
              <a:t>The database includes employee and client tables storing personal details, roles, and contact information. Employees are linked to ongoing projects, while clients track total and active projects and engagement duration. Together, these tables organize workforce and client data, supporting efficient workflow management, project tracking, communication, and structured storage for the system.</a:t>
            </a:r>
            <a:endParaRPr sz="1300" dirty="0">
              <a:solidFill>
                <a:schemeClr val="accent1"/>
              </a:solidFill>
              <a:latin typeface="Noto Serif Gujarati"/>
              <a:ea typeface="Noto Serif Gujarati"/>
              <a:cs typeface="Noto Serif Gujarati"/>
              <a:sym typeface="Noto Serif Gujarati"/>
            </a:endParaRPr>
          </a:p>
        </p:txBody>
      </p:sp>
      <p:cxnSp>
        <p:nvCxnSpPr>
          <p:cNvPr id="506" name="Google Shape;506;p26"/>
          <p:cNvCxnSpPr/>
          <p:nvPr/>
        </p:nvCxnSpPr>
        <p:spPr>
          <a:xfrm>
            <a:off x="4672650" y="130500"/>
            <a:ext cx="0" cy="4882500"/>
          </a:xfrm>
          <a:prstGeom prst="straightConnector1">
            <a:avLst/>
          </a:prstGeom>
          <a:noFill/>
          <a:ln w="9525" cap="flat" cmpd="sng">
            <a:solidFill>
              <a:schemeClr val="dk2"/>
            </a:solidFill>
            <a:prstDash val="solid"/>
            <a:round/>
            <a:headEnd type="none" w="med" len="med"/>
            <a:tailEnd type="none" w="med" len="med"/>
          </a:ln>
        </p:spPr>
      </p:cxnSp>
      <p:grpSp>
        <p:nvGrpSpPr>
          <p:cNvPr id="507" name="Google Shape;507;p26"/>
          <p:cNvGrpSpPr/>
          <p:nvPr/>
        </p:nvGrpSpPr>
        <p:grpSpPr>
          <a:xfrm>
            <a:off x="4956110" y="1190395"/>
            <a:ext cx="3969485" cy="2762700"/>
            <a:chOff x="4813297" y="426970"/>
            <a:chExt cx="3969485" cy="2762700"/>
          </a:xfrm>
        </p:grpSpPr>
        <p:sp>
          <p:nvSpPr>
            <p:cNvPr id="508" name="Google Shape;508;p26"/>
            <p:cNvSpPr txBox="1"/>
            <p:nvPr/>
          </p:nvSpPr>
          <p:spPr>
            <a:xfrm>
              <a:off x="4813297" y="2557523"/>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8</a:t>
              </a:r>
              <a:endParaRPr sz="1100">
                <a:latin typeface="Work Sans"/>
                <a:ea typeface="Work Sans"/>
                <a:cs typeface="Work Sans"/>
                <a:sym typeface="Work Sans"/>
              </a:endParaRPr>
            </a:p>
          </p:txBody>
        </p:sp>
        <p:sp>
          <p:nvSpPr>
            <p:cNvPr id="509" name="Google Shape;509;p26"/>
            <p:cNvSpPr txBox="1"/>
            <p:nvPr/>
          </p:nvSpPr>
          <p:spPr>
            <a:xfrm>
              <a:off x="5271582" y="426970"/>
              <a:ext cx="3511200" cy="27627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EMPLOYEES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DEPARTMENTS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CALENDAR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NOTICES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PROJECTS TABLE</a:t>
              </a:r>
            </a:p>
            <a:p>
              <a:pPr marL="0" lvl="0" indent="0" algn="l" rtl="0">
                <a:lnSpc>
                  <a:spcPct val="90000"/>
                </a:lnSpc>
                <a:spcBef>
                  <a:spcPts val="0"/>
                </a:spcBef>
                <a:spcAft>
                  <a:spcPts val="0"/>
                </a:spcAft>
                <a:buSzPts val="514"/>
                <a:buNone/>
              </a:pPr>
              <a:r>
                <a:rPr lang="en-US" sz="2158" dirty="0">
                  <a:solidFill>
                    <a:srgbClr val="006183"/>
                  </a:solidFill>
                  <a:latin typeface="Work Sans Medium"/>
                  <a:ea typeface="Work Sans Medium"/>
                  <a:cs typeface="Work Sans Medium"/>
                  <a:sym typeface="Work Sans Medium"/>
                </a:rPr>
                <a:t>TASKS TABLE</a:t>
              </a:r>
            </a:p>
            <a:p>
              <a:pPr marL="0" lvl="0" indent="0" algn="l" rtl="0">
                <a:lnSpc>
                  <a:spcPct val="90000"/>
                </a:lnSpc>
                <a:spcBef>
                  <a:spcPts val="0"/>
                </a:spcBef>
                <a:spcAft>
                  <a:spcPts val="0"/>
                </a:spcAft>
                <a:buSzPts val="514"/>
                <a:buNone/>
              </a:pPr>
              <a:r>
                <a:rPr lang="en-US" sz="2158" dirty="0">
                  <a:solidFill>
                    <a:srgbClr val="006183"/>
                  </a:solidFill>
                  <a:latin typeface="Work Sans Medium"/>
                  <a:ea typeface="Work Sans Medium"/>
                  <a:cs typeface="Work Sans Medium"/>
                  <a:sym typeface="Work Sans Medium"/>
                </a:rPr>
                <a:t>LOGS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LEAVES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CLIENTS TABLE</a:t>
              </a:r>
              <a:endParaRPr sz="2158" dirty="0">
                <a:solidFill>
                  <a:srgbClr val="006183"/>
                </a:solidFill>
                <a:latin typeface="Work Sans Medium"/>
                <a:ea typeface="Work Sans Medium"/>
                <a:cs typeface="Work Sans Medium"/>
                <a:sym typeface="Work Sans Medium"/>
              </a:endParaRPr>
            </a:p>
          </p:txBody>
        </p:sp>
        <p:sp>
          <p:nvSpPr>
            <p:cNvPr id="510" name="Google Shape;510;p26"/>
            <p:cNvSpPr txBox="1"/>
            <p:nvPr/>
          </p:nvSpPr>
          <p:spPr>
            <a:xfrm>
              <a:off x="4813299" y="481258"/>
              <a:ext cx="340436" cy="17071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sz="1140">
                  <a:latin typeface="Familjen Grotesk"/>
                  <a:ea typeface="Familjen Grotesk"/>
                  <a:cs typeface="Familjen Grotesk"/>
                  <a:sym typeface="Familjen Grotesk"/>
                </a:rPr>
                <a:t>1</a:t>
              </a:r>
              <a:endParaRPr sz="1140">
                <a:latin typeface="Work Sans"/>
                <a:ea typeface="Work Sans"/>
                <a:cs typeface="Work Sans"/>
                <a:sym typeface="Work Sans"/>
              </a:endParaRPr>
            </a:p>
          </p:txBody>
        </p:sp>
        <p:sp>
          <p:nvSpPr>
            <p:cNvPr id="511" name="Google Shape;511;p26"/>
            <p:cNvSpPr txBox="1"/>
            <p:nvPr/>
          </p:nvSpPr>
          <p:spPr>
            <a:xfrm>
              <a:off x="4813300" y="768607"/>
              <a:ext cx="340436" cy="170713"/>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2</a:t>
              </a:r>
              <a:endParaRPr sz="1100">
                <a:latin typeface="Work Sans"/>
                <a:ea typeface="Work Sans"/>
                <a:cs typeface="Work Sans"/>
                <a:sym typeface="Work Sans"/>
              </a:endParaRPr>
            </a:p>
          </p:txBody>
        </p:sp>
        <p:sp>
          <p:nvSpPr>
            <p:cNvPr id="512" name="Google Shape;512;p26"/>
            <p:cNvSpPr txBox="1"/>
            <p:nvPr/>
          </p:nvSpPr>
          <p:spPr>
            <a:xfrm>
              <a:off x="4813297" y="1055956"/>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3</a:t>
              </a:r>
              <a:endParaRPr sz="1100">
                <a:latin typeface="Work Sans"/>
                <a:ea typeface="Work Sans"/>
                <a:cs typeface="Work Sans"/>
                <a:sym typeface="Work Sans"/>
              </a:endParaRPr>
            </a:p>
          </p:txBody>
        </p:sp>
        <p:sp>
          <p:nvSpPr>
            <p:cNvPr id="513" name="Google Shape;513;p26"/>
            <p:cNvSpPr txBox="1"/>
            <p:nvPr/>
          </p:nvSpPr>
          <p:spPr>
            <a:xfrm>
              <a:off x="4813297" y="1353037"/>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4</a:t>
              </a:r>
              <a:endParaRPr sz="1100">
                <a:latin typeface="Work Sans"/>
                <a:ea typeface="Work Sans"/>
                <a:cs typeface="Work Sans"/>
                <a:sym typeface="Work Sans"/>
              </a:endParaRPr>
            </a:p>
          </p:txBody>
        </p:sp>
        <p:sp>
          <p:nvSpPr>
            <p:cNvPr id="514" name="Google Shape;514;p26"/>
            <p:cNvSpPr txBox="1"/>
            <p:nvPr/>
          </p:nvSpPr>
          <p:spPr>
            <a:xfrm>
              <a:off x="4813297" y="1650117"/>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5</a:t>
              </a:r>
              <a:endParaRPr sz="1100">
                <a:latin typeface="Work Sans"/>
                <a:ea typeface="Work Sans"/>
                <a:cs typeface="Work Sans"/>
                <a:sym typeface="Work Sans"/>
              </a:endParaRPr>
            </a:p>
          </p:txBody>
        </p:sp>
        <p:sp>
          <p:nvSpPr>
            <p:cNvPr id="515" name="Google Shape;515;p26"/>
            <p:cNvSpPr txBox="1"/>
            <p:nvPr/>
          </p:nvSpPr>
          <p:spPr>
            <a:xfrm>
              <a:off x="4813297" y="1947198"/>
              <a:ext cx="340436" cy="188526"/>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6</a:t>
              </a:r>
              <a:endParaRPr sz="1100">
                <a:latin typeface="Work Sans"/>
                <a:ea typeface="Work Sans"/>
                <a:cs typeface="Work Sans"/>
                <a:sym typeface="Work Sans"/>
              </a:endParaRPr>
            </a:p>
          </p:txBody>
        </p:sp>
        <p:sp>
          <p:nvSpPr>
            <p:cNvPr id="516" name="Google Shape;516;p26"/>
            <p:cNvSpPr txBox="1"/>
            <p:nvPr/>
          </p:nvSpPr>
          <p:spPr>
            <a:xfrm>
              <a:off x="4813297" y="2252361"/>
              <a:ext cx="340436" cy="188526"/>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7</a:t>
              </a:r>
              <a:endParaRPr sz="1100">
                <a:latin typeface="Work Sans"/>
                <a:ea typeface="Work Sans"/>
                <a:cs typeface="Work Sans"/>
                <a:sym typeface="Work Sans"/>
              </a:endParaRPr>
            </a:p>
          </p:txBody>
        </p:sp>
        <p:sp>
          <p:nvSpPr>
            <p:cNvPr id="517" name="Google Shape;517;p26"/>
            <p:cNvSpPr txBox="1"/>
            <p:nvPr/>
          </p:nvSpPr>
          <p:spPr>
            <a:xfrm>
              <a:off x="4813297" y="2849123"/>
              <a:ext cx="340500" cy="1803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9</a:t>
              </a:r>
              <a:endParaRPr sz="1100">
                <a:latin typeface="Work Sans"/>
                <a:ea typeface="Work Sans"/>
                <a:cs typeface="Work Sans"/>
                <a:sym typeface="Work Sans"/>
              </a:endParaRPr>
            </a:p>
          </p:txBody>
        </p:sp>
      </p:grpSp>
      <p:grpSp>
        <p:nvGrpSpPr>
          <p:cNvPr id="465" name="Group 464">
            <a:extLst>
              <a:ext uri="{FF2B5EF4-FFF2-40B4-BE49-F238E27FC236}">
                <a16:creationId xmlns:a16="http://schemas.microsoft.com/office/drawing/2014/main" id="{9FBCC836-3A03-C71E-699F-31FC60A76E13}"/>
              </a:ext>
            </a:extLst>
          </p:cNvPr>
          <p:cNvGrpSpPr/>
          <p:nvPr/>
        </p:nvGrpSpPr>
        <p:grpSpPr>
          <a:xfrm>
            <a:off x="255894" y="5307226"/>
            <a:ext cx="2143200" cy="3551648"/>
            <a:chOff x="314028" y="234662"/>
            <a:chExt cx="2143200" cy="3551648"/>
          </a:xfrm>
        </p:grpSpPr>
        <p:grpSp>
          <p:nvGrpSpPr>
            <p:cNvPr id="466" name="Google Shape;136;p17">
              <a:extLst>
                <a:ext uri="{FF2B5EF4-FFF2-40B4-BE49-F238E27FC236}">
                  <a16:creationId xmlns:a16="http://schemas.microsoft.com/office/drawing/2014/main" id="{9C6ACC5B-2A35-514A-0AFE-6C5BC472D88A}"/>
                </a:ext>
              </a:extLst>
            </p:cNvPr>
            <p:cNvGrpSpPr/>
            <p:nvPr/>
          </p:nvGrpSpPr>
          <p:grpSpPr>
            <a:xfrm>
              <a:off x="314028" y="1212136"/>
              <a:ext cx="2143200" cy="2574174"/>
              <a:chOff x="2428800" y="228600"/>
              <a:chExt cx="4286400" cy="4686300"/>
            </a:xfrm>
          </p:grpSpPr>
          <p:sp>
            <p:nvSpPr>
              <p:cNvPr id="527" name="Google Shape;137;p17">
                <a:extLst>
                  <a:ext uri="{FF2B5EF4-FFF2-40B4-BE49-F238E27FC236}">
                    <a16:creationId xmlns:a16="http://schemas.microsoft.com/office/drawing/2014/main" id="{DD492E1A-2D8F-3E35-44C2-05DE66A9E445}"/>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28" name="Google Shape;139;p17">
                <a:extLst>
                  <a:ext uri="{FF2B5EF4-FFF2-40B4-BE49-F238E27FC236}">
                    <a16:creationId xmlns:a16="http://schemas.microsoft.com/office/drawing/2014/main" id="{606C3DFB-0D89-4C11-0FDD-123DA737BF89}"/>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EmployeeID</a:t>
                </a:r>
                <a:r>
                  <a:rPr lang="en-US" sz="1100" dirty="0">
                    <a:latin typeface="Plus Jakarta Sans"/>
                    <a:ea typeface="Plus Jakarta Sans"/>
                    <a:cs typeface="Plus Jakarta Sans"/>
                    <a:sym typeface="Plus Jakarta Sans"/>
                  </a:rPr>
                  <a:t>	</a:t>
                </a:r>
                <a:endParaRPr sz="1100" dirty="0">
                  <a:latin typeface="Plus Jakarta Sans"/>
                  <a:ea typeface="Plus Jakarta Sans"/>
                  <a:cs typeface="Plus Jakarta Sans"/>
                  <a:sym typeface="Plus Jakarta Sans"/>
                </a:endParaRPr>
              </a:p>
            </p:txBody>
          </p:sp>
          <p:sp>
            <p:nvSpPr>
              <p:cNvPr id="529" name="Google Shape;140;p17">
                <a:extLst>
                  <a:ext uri="{FF2B5EF4-FFF2-40B4-BE49-F238E27FC236}">
                    <a16:creationId xmlns:a16="http://schemas.microsoft.com/office/drawing/2014/main" id="{934EDBAA-195B-147B-F4B7-4C9A60A6A0AD}"/>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530" name="Google Shape;141;p17">
                <a:extLst>
                  <a:ext uri="{FF2B5EF4-FFF2-40B4-BE49-F238E27FC236}">
                    <a16:creationId xmlns:a16="http://schemas.microsoft.com/office/drawing/2014/main" id="{5486EF87-F8B5-572D-DA16-95B8ED2C629A}"/>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EMPLOYEES TABLE</a:t>
                </a:r>
                <a:endParaRPr sz="1200" b="1" dirty="0">
                  <a:latin typeface="Plus Jakarta Sans"/>
                  <a:ea typeface="Plus Jakarta Sans"/>
                  <a:cs typeface="Plus Jakarta Sans"/>
                  <a:sym typeface="Plus Jakarta Sans"/>
                </a:endParaRPr>
              </a:p>
            </p:txBody>
          </p:sp>
          <p:sp>
            <p:nvSpPr>
              <p:cNvPr id="531" name="Google Shape;142;p17">
                <a:extLst>
                  <a:ext uri="{FF2B5EF4-FFF2-40B4-BE49-F238E27FC236}">
                    <a16:creationId xmlns:a16="http://schemas.microsoft.com/office/drawing/2014/main" id="{501DAC06-939E-8455-DF7D-21C3D0AE9B53}"/>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Password</a:t>
                </a:r>
                <a:endParaRPr sz="1100" dirty="0">
                  <a:latin typeface="Plus Jakarta Sans"/>
                  <a:ea typeface="Plus Jakarta Sans"/>
                  <a:cs typeface="Plus Jakarta Sans"/>
                  <a:sym typeface="Plus Jakarta Sans"/>
                </a:endParaRPr>
              </a:p>
            </p:txBody>
          </p:sp>
          <p:sp>
            <p:nvSpPr>
              <p:cNvPr id="532" name="Google Shape;144;p17">
                <a:extLst>
                  <a:ext uri="{FF2B5EF4-FFF2-40B4-BE49-F238E27FC236}">
                    <a16:creationId xmlns:a16="http://schemas.microsoft.com/office/drawing/2014/main" id="{B9B2E655-4B4C-53A6-FED4-C68AC3F4BC6D}"/>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EmployeeName</a:t>
                </a:r>
                <a:endParaRPr sz="1100" dirty="0">
                  <a:latin typeface="Plus Jakarta Sans"/>
                  <a:ea typeface="Plus Jakarta Sans"/>
                  <a:cs typeface="Plus Jakarta Sans"/>
                  <a:sym typeface="Plus Jakarta Sans"/>
                </a:endParaRPr>
              </a:p>
            </p:txBody>
          </p:sp>
          <p:sp>
            <p:nvSpPr>
              <p:cNvPr id="533" name="Google Shape;146;p17">
                <a:extLst>
                  <a:ext uri="{FF2B5EF4-FFF2-40B4-BE49-F238E27FC236}">
                    <a16:creationId xmlns:a16="http://schemas.microsoft.com/office/drawing/2014/main" id="{1602007E-1337-53A6-7B26-AF86E4F9902F}"/>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EmailID</a:t>
                </a:r>
                <a:endParaRPr sz="1100" dirty="0">
                  <a:latin typeface="Plus Jakarta Sans"/>
                  <a:ea typeface="Plus Jakarta Sans"/>
                  <a:cs typeface="Plus Jakarta Sans"/>
                  <a:sym typeface="Plus Jakarta Sans"/>
                </a:endParaRPr>
              </a:p>
            </p:txBody>
          </p:sp>
          <p:sp>
            <p:nvSpPr>
              <p:cNvPr id="534" name="Google Shape;148;p17">
                <a:extLst>
                  <a:ext uri="{FF2B5EF4-FFF2-40B4-BE49-F238E27FC236}">
                    <a16:creationId xmlns:a16="http://schemas.microsoft.com/office/drawing/2014/main" id="{BD8401B3-E883-AF24-F50A-8E89E30EDE76}"/>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DateOfJoining</a:t>
                </a:r>
                <a:endParaRPr sz="1100" dirty="0">
                  <a:latin typeface="Plus Jakarta Sans"/>
                  <a:ea typeface="Plus Jakarta Sans"/>
                  <a:cs typeface="Plus Jakarta Sans"/>
                  <a:sym typeface="Plus Jakarta Sans"/>
                </a:endParaRPr>
              </a:p>
            </p:txBody>
          </p:sp>
          <p:sp>
            <p:nvSpPr>
              <p:cNvPr id="535" name="Google Shape;150;p17">
                <a:extLst>
                  <a:ext uri="{FF2B5EF4-FFF2-40B4-BE49-F238E27FC236}">
                    <a16:creationId xmlns:a16="http://schemas.microsoft.com/office/drawing/2014/main" id="{97C07678-A3CA-9B0A-7057-437F4A75385D}"/>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OngoingProjectsList</a:t>
                </a:r>
                <a:endParaRPr sz="1100" dirty="0">
                  <a:latin typeface="Plus Jakarta Sans"/>
                  <a:ea typeface="Plus Jakarta Sans"/>
                  <a:cs typeface="Plus Jakarta Sans"/>
                  <a:sym typeface="Plus Jakarta Sans"/>
                </a:endParaRPr>
              </a:p>
            </p:txBody>
          </p:sp>
          <p:cxnSp>
            <p:nvCxnSpPr>
              <p:cNvPr id="536" name="Google Shape;151;p17">
                <a:extLst>
                  <a:ext uri="{FF2B5EF4-FFF2-40B4-BE49-F238E27FC236}">
                    <a16:creationId xmlns:a16="http://schemas.microsoft.com/office/drawing/2014/main" id="{3D6A0E57-3C62-C3EA-759D-E7D22A2F3CEB}"/>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37" name="Google Shape;152;p17">
                <a:extLst>
                  <a:ext uri="{FF2B5EF4-FFF2-40B4-BE49-F238E27FC236}">
                    <a16:creationId xmlns:a16="http://schemas.microsoft.com/office/drawing/2014/main" id="{0E3C806B-DE27-E528-D0BC-C5A57B8C4A11}"/>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38" name="Google Shape;153;p17">
                <a:extLst>
                  <a:ext uri="{FF2B5EF4-FFF2-40B4-BE49-F238E27FC236}">
                    <a16:creationId xmlns:a16="http://schemas.microsoft.com/office/drawing/2014/main" id="{4BCCCFBE-95A0-CF36-7FAB-84A24018A4BA}"/>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39" name="Google Shape;154;p17">
                <a:extLst>
                  <a:ext uri="{FF2B5EF4-FFF2-40B4-BE49-F238E27FC236}">
                    <a16:creationId xmlns:a16="http://schemas.microsoft.com/office/drawing/2014/main" id="{C402CAD2-A23F-C722-E24C-6516AA93B769}"/>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540" name="Google Shape;155;p17">
                <a:extLst>
                  <a:ext uri="{FF2B5EF4-FFF2-40B4-BE49-F238E27FC236}">
                    <a16:creationId xmlns:a16="http://schemas.microsoft.com/office/drawing/2014/main" id="{6491BDF8-981E-233A-5D06-4F235AF10636}"/>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41" name="Google Shape;156;p17">
                <a:extLst>
                  <a:ext uri="{FF2B5EF4-FFF2-40B4-BE49-F238E27FC236}">
                    <a16:creationId xmlns:a16="http://schemas.microsoft.com/office/drawing/2014/main" id="{47E8DFEB-6F41-B642-9EFC-9ACEB43315E5}"/>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42" name="Google Shape;157;p17">
                <a:extLst>
                  <a:ext uri="{FF2B5EF4-FFF2-40B4-BE49-F238E27FC236}">
                    <a16:creationId xmlns:a16="http://schemas.microsoft.com/office/drawing/2014/main" id="{6112F8EC-EE1F-244D-6E36-04FB06BAEB3D}"/>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467" name="Google Shape;136;p17">
              <a:extLst>
                <a:ext uri="{FF2B5EF4-FFF2-40B4-BE49-F238E27FC236}">
                  <a16:creationId xmlns:a16="http://schemas.microsoft.com/office/drawing/2014/main" id="{B2BCB02D-BD1A-F41C-B530-08B8E8D2B6FA}"/>
                </a:ext>
              </a:extLst>
            </p:cNvPr>
            <p:cNvGrpSpPr/>
            <p:nvPr/>
          </p:nvGrpSpPr>
          <p:grpSpPr>
            <a:xfrm>
              <a:off x="314028" y="234662"/>
              <a:ext cx="2143200" cy="2574174"/>
              <a:chOff x="2428800" y="228600"/>
              <a:chExt cx="4286400" cy="4686300"/>
            </a:xfrm>
          </p:grpSpPr>
          <p:sp>
            <p:nvSpPr>
              <p:cNvPr id="468" name="Google Shape;137;p17">
                <a:extLst>
                  <a:ext uri="{FF2B5EF4-FFF2-40B4-BE49-F238E27FC236}">
                    <a16:creationId xmlns:a16="http://schemas.microsoft.com/office/drawing/2014/main" id="{435293D3-56C4-E0BE-12E6-B3C9E23785B2}"/>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469" name="Google Shape;139;p17">
                <a:extLst>
                  <a:ext uri="{FF2B5EF4-FFF2-40B4-BE49-F238E27FC236}">
                    <a16:creationId xmlns:a16="http://schemas.microsoft.com/office/drawing/2014/main" id="{8EF478E9-6B8E-5331-71F4-88799ADF887B}"/>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EmployeeID</a:t>
                </a:r>
                <a:r>
                  <a:rPr lang="en-US" sz="1100" dirty="0">
                    <a:latin typeface="Plus Jakarta Sans"/>
                    <a:ea typeface="Plus Jakarta Sans"/>
                    <a:cs typeface="Plus Jakarta Sans"/>
                    <a:sym typeface="Plus Jakarta Sans"/>
                  </a:rPr>
                  <a:t>	</a:t>
                </a:r>
                <a:endParaRPr sz="1100" dirty="0">
                  <a:latin typeface="Plus Jakarta Sans"/>
                  <a:ea typeface="Plus Jakarta Sans"/>
                  <a:cs typeface="Plus Jakarta Sans"/>
                  <a:sym typeface="Plus Jakarta Sans"/>
                </a:endParaRPr>
              </a:p>
            </p:txBody>
          </p:sp>
          <p:sp>
            <p:nvSpPr>
              <p:cNvPr id="470" name="Google Shape;140;p17">
                <a:extLst>
                  <a:ext uri="{FF2B5EF4-FFF2-40B4-BE49-F238E27FC236}">
                    <a16:creationId xmlns:a16="http://schemas.microsoft.com/office/drawing/2014/main" id="{6525895D-9956-A567-9537-38BC3ECD5609}"/>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471" name="Google Shape;141;p17">
                <a:extLst>
                  <a:ext uri="{FF2B5EF4-FFF2-40B4-BE49-F238E27FC236}">
                    <a16:creationId xmlns:a16="http://schemas.microsoft.com/office/drawing/2014/main" id="{AD3CCF9C-DD0B-3C58-1525-C9C54F2B774D}"/>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EMPLOYEES TABLE</a:t>
                </a:r>
                <a:endParaRPr sz="1200" b="1" dirty="0">
                  <a:latin typeface="Plus Jakarta Sans"/>
                  <a:ea typeface="Plus Jakarta Sans"/>
                  <a:cs typeface="Plus Jakarta Sans"/>
                  <a:sym typeface="Plus Jakarta Sans"/>
                </a:endParaRPr>
              </a:p>
            </p:txBody>
          </p:sp>
          <p:sp>
            <p:nvSpPr>
              <p:cNvPr id="472" name="Google Shape;142;p17">
                <a:extLst>
                  <a:ext uri="{FF2B5EF4-FFF2-40B4-BE49-F238E27FC236}">
                    <a16:creationId xmlns:a16="http://schemas.microsoft.com/office/drawing/2014/main" id="{2546CC3B-9D4F-79BC-E902-308F6FA5BE2F}"/>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Password</a:t>
                </a:r>
                <a:endParaRPr sz="1100" dirty="0">
                  <a:latin typeface="Plus Jakarta Sans"/>
                  <a:ea typeface="Plus Jakarta Sans"/>
                  <a:cs typeface="Plus Jakarta Sans"/>
                  <a:sym typeface="Plus Jakarta Sans"/>
                </a:endParaRPr>
              </a:p>
            </p:txBody>
          </p:sp>
          <p:sp>
            <p:nvSpPr>
              <p:cNvPr id="473" name="Google Shape;144;p17">
                <a:extLst>
                  <a:ext uri="{FF2B5EF4-FFF2-40B4-BE49-F238E27FC236}">
                    <a16:creationId xmlns:a16="http://schemas.microsoft.com/office/drawing/2014/main" id="{F00B0F12-EB71-628E-4C35-B03966111AC3}"/>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EmployeeName</a:t>
                </a:r>
                <a:endParaRPr sz="1100" dirty="0">
                  <a:latin typeface="Plus Jakarta Sans"/>
                  <a:ea typeface="Plus Jakarta Sans"/>
                  <a:cs typeface="Plus Jakarta Sans"/>
                  <a:sym typeface="Plus Jakarta Sans"/>
                </a:endParaRPr>
              </a:p>
            </p:txBody>
          </p:sp>
          <p:sp>
            <p:nvSpPr>
              <p:cNvPr id="474" name="Google Shape;146;p17">
                <a:extLst>
                  <a:ext uri="{FF2B5EF4-FFF2-40B4-BE49-F238E27FC236}">
                    <a16:creationId xmlns:a16="http://schemas.microsoft.com/office/drawing/2014/main" id="{F76CD2C8-B103-4B47-57AC-26D9C5BDDE60}"/>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DerpartmentID</a:t>
                </a:r>
                <a:endParaRPr sz="1100" dirty="0">
                  <a:latin typeface="Plus Jakarta Sans"/>
                  <a:ea typeface="Plus Jakarta Sans"/>
                  <a:cs typeface="Plus Jakarta Sans"/>
                  <a:sym typeface="Plus Jakarta Sans"/>
                </a:endParaRPr>
              </a:p>
            </p:txBody>
          </p:sp>
          <p:sp>
            <p:nvSpPr>
              <p:cNvPr id="518" name="Google Shape;148;p17">
                <a:extLst>
                  <a:ext uri="{FF2B5EF4-FFF2-40B4-BE49-F238E27FC236}">
                    <a16:creationId xmlns:a16="http://schemas.microsoft.com/office/drawing/2014/main" id="{704DC12D-8F30-37DE-58C7-46BE33F766DE}"/>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Designation</a:t>
                </a:r>
                <a:endParaRPr sz="1100" dirty="0">
                  <a:latin typeface="Plus Jakarta Sans"/>
                  <a:ea typeface="Plus Jakarta Sans"/>
                  <a:cs typeface="Plus Jakarta Sans"/>
                  <a:sym typeface="Plus Jakarta Sans"/>
                </a:endParaRPr>
              </a:p>
            </p:txBody>
          </p:sp>
          <p:sp>
            <p:nvSpPr>
              <p:cNvPr id="519" name="Google Shape;150;p17">
                <a:extLst>
                  <a:ext uri="{FF2B5EF4-FFF2-40B4-BE49-F238E27FC236}">
                    <a16:creationId xmlns:a16="http://schemas.microsoft.com/office/drawing/2014/main" id="{672A42EA-B56C-9F04-3083-58BE3202F6FC}"/>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PhoneNumber</a:t>
                </a:r>
                <a:endParaRPr sz="1100" dirty="0">
                  <a:latin typeface="Plus Jakarta Sans"/>
                  <a:ea typeface="Plus Jakarta Sans"/>
                  <a:cs typeface="Plus Jakarta Sans"/>
                  <a:sym typeface="Plus Jakarta Sans"/>
                </a:endParaRPr>
              </a:p>
            </p:txBody>
          </p:sp>
          <p:cxnSp>
            <p:nvCxnSpPr>
              <p:cNvPr id="520" name="Google Shape;151;p17">
                <a:extLst>
                  <a:ext uri="{FF2B5EF4-FFF2-40B4-BE49-F238E27FC236}">
                    <a16:creationId xmlns:a16="http://schemas.microsoft.com/office/drawing/2014/main" id="{DB997D01-1E80-7212-14FD-420EF4FAB0E8}"/>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21" name="Google Shape;152;p17">
                <a:extLst>
                  <a:ext uri="{FF2B5EF4-FFF2-40B4-BE49-F238E27FC236}">
                    <a16:creationId xmlns:a16="http://schemas.microsoft.com/office/drawing/2014/main" id="{17B8A287-3943-F9E0-C3FE-396536F60EB3}"/>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22" name="Google Shape;153;p17">
                <a:extLst>
                  <a:ext uri="{FF2B5EF4-FFF2-40B4-BE49-F238E27FC236}">
                    <a16:creationId xmlns:a16="http://schemas.microsoft.com/office/drawing/2014/main" id="{BBFB9E3D-B9B9-0B00-C60F-BF3FFDD4D6F5}"/>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23" name="Google Shape;154;p17">
                <a:extLst>
                  <a:ext uri="{FF2B5EF4-FFF2-40B4-BE49-F238E27FC236}">
                    <a16:creationId xmlns:a16="http://schemas.microsoft.com/office/drawing/2014/main" id="{C8CF8975-FFCC-F0B6-C080-E301D9369998}"/>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524" name="Google Shape;155;p17">
                <a:extLst>
                  <a:ext uri="{FF2B5EF4-FFF2-40B4-BE49-F238E27FC236}">
                    <a16:creationId xmlns:a16="http://schemas.microsoft.com/office/drawing/2014/main" id="{771E0BE9-CA51-D3ED-4FAA-798540CFD32D}"/>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25" name="Google Shape;156;p17">
                <a:extLst>
                  <a:ext uri="{FF2B5EF4-FFF2-40B4-BE49-F238E27FC236}">
                    <a16:creationId xmlns:a16="http://schemas.microsoft.com/office/drawing/2014/main" id="{3B6BCC64-F503-85B8-800A-E96A7312BFDA}"/>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26" name="Google Shape;157;p17">
                <a:extLst>
                  <a:ext uri="{FF2B5EF4-FFF2-40B4-BE49-F238E27FC236}">
                    <a16:creationId xmlns:a16="http://schemas.microsoft.com/office/drawing/2014/main" id="{DD54A4A4-3A56-1BD7-1B98-48567A10BD6C}"/>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grpSp>
        <p:nvGrpSpPr>
          <p:cNvPr id="543" name="Group 542">
            <a:extLst>
              <a:ext uri="{FF2B5EF4-FFF2-40B4-BE49-F238E27FC236}">
                <a16:creationId xmlns:a16="http://schemas.microsoft.com/office/drawing/2014/main" id="{41779D07-E231-7A95-E7D3-6A2023137E70}"/>
              </a:ext>
            </a:extLst>
          </p:cNvPr>
          <p:cNvGrpSpPr/>
          <p:nvPr/>
        </p:nvGrpSpPr>
        <p:grpSpPr>
          <a:xfrm>
            <a:off x="4680430" y="5332468"/>
            <a:ext cx="2143200" cy="2216596"/>
            <a:chOff x="4579581" y="259904"/>
            <a:chExt cx="2143200" cy="2216596"/>
          </a:xfrm>
        </p:grpSpPr>
        <p:sp>
          <p:nvSpPr>
            <p:cNvPr id="544" name="Google Shape;137;p17">
              <a:extLst>
                <a:ext uri="{FF2B5EF4-FFF2-40B4-BE49-F238E27FC236}">
                  <a16:creationId xmlns:a16="http://schemas.microsoft.com/office/drawing/2014/main" id="{C1220D1C-F215-2591-3D77-7BE458980B29}"/>
                </a:ext>
              </a:extLst>
            </p:cNvPr>
            <p:cNvSpPr/>
            <p:nvPr/>
          </p:nvSpPr>
          <p:spPr>
            <a:xfrm>
              <a:off x="4579581" y="259904"/>
              <a:ext cx="2143200" cy="2216596"/>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45" name="Google Shape;139;p17">
              <a:extLst>
                <a:ext uri="{FF2B5EF4-FFF2-40B4-BE49-F238E27FC236}">
                  <a16:creationId xmlns:a16="http://schemas.microsoft.com/office/drawing/2014/main" id="{E3EC67CC-0F6C-EBE6-FBE7-7CD82FB65C56}"/>
                </a:ext>
              </a:extLst>
            </p:cNvPr>
            <p:cNvSpPr txBox="1"/>
            <p:nvPr/>
          </p:nvSpPr>
          <p:spPr>
            <a:xfrm>
              <a:off x="5111656" y="762409"/>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DepartmentID</a:t>
              </a:r>
              <a:endParaRPr sz="1100" dirty="0">
                <a:latin typeface="Plus Jakarta Sans"/>
                <a:ea typeface="Plus Jakarta Sans"/>
                <a:cs typeface="Plus Jakarta Sans"/>
                <a:sym typeface="Plus Jakarta Sans"/>
              </a:endParaRPr>
            </a:p>
          </p:txBody>
        </p:sp>
        <p:sp>
          <p:nvSpPr>
            <p:cNvPr id="546" name="Google Shape;140;p17">
              <a:extLst>
                <a:ext uri="{FF2B5EF4-FFF2-40B4-BE49-F238E27FC236}">
                  <a16:creationId xmlns:a16="http://schemas.microsoft.com/office/drawing/2014/main" id="{130C5D0D-89B6-CA2F-75AD-9A7EA2496642}"/>
                </a:ext>
              </a:extLst>
            </p:cNvPr>
            <p:cNvSpPr/>
            <p:nvPr/>
          </p:nvSpPr>
          <p:spPr>
            <a:xfrm>
              <a:off x="4799364" y="436391"/>
              <a:ext cx="241500" cy="265311"/>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547" name="Google Shape;141;p17">
              <a:extLst>
                <a:ext uri="{FF2B5EF4-FFF2-40B4-BE49-F238E27FC236}">
                  <a16:creationId xmlns:a16="http://schemas.microsoft.com/office/drawing/2014/main" id="{503E458E-82C0-92A4-0CB6-FB74CBBFCD3E}"/>
                </a:ext>
              </a:extLst>
            </p:cNvPr>
            <p:cNvSpPr txBox="1"/>
            <p:nvPr/>
          </p:nvSpPr>
          <p:spPr>
            <a:xfrm>
              <a:off x="5111656" y="436393"/>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DEPARTMENT TABLE</a:t>
              </a:r>
              <a:endParaRPr sz="1200" b="1" dirty="0">
                <a:latin typeface="Plus Jakarta Sans"/>
                <a:ea typeface="Plus Jakarta Sans"/>
                <a:cs typeface="Plus Jakarta Sans"/>
                <a:sym typeface="Plus Jakarta Sans"/>
              </a:endParaRPr>
            </a:p>
          </p:txBody>
        </p:sp>
        <p:sp>
          <p:nvSpPr>
            <p:cNvPr id="548" name="Google Shape;142;p17">
              <a:extLst>
                <a:ext uri="{FF2B5EF4-FFF2-40B4-BE49-F238E27FC236}">
                  <a16:creationId xmlns:a16="http://schemas.microsoft.com/office/drawing/2014/main" id="{BFA9F213-3D68-A2E7-CA9D-C230A5AE8D4F}"/>
                </a:ext>
              </a:extLst>
            </p:cNvPr>
            <p:cNvSpPr txBox="1"/>
            <p:nvPr/>
          </p:nvSpPr>
          <p:spPr>
            <a:xfrm>
              <a:off x="5111656" y="1088426"/>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EmployeeList</a:t>
              </a:r>
              <a:endParaRPr sz="1100" dirty="0">
                <a:latin typeface="Plus Jakarta Sans"/>
                <a:ea typeface="Plus Jakarta Sans"/>
                <a:cs typeface="Plus Jakarta Sans"/>
                <a:sym typeface="Plus Jakarta Sans"/>
              </a:endParaRPr>
            </a:p>
          </p:txBody>
        </p:sp>
        <p:sp>
          <p:nvSpPr>
            <p:cNvPr id="549" name="Google Shape;144;p17">
              <a:extLst>
                <a:ext uri="{FF2B5EF4-FFF2-40B4-BE49-F238E27FC236}">
                  <a16:creationId xmlns:a16="http://schemas.microsoft.com/office/drawing/2014/main" id="{836DB3F6-2D9B-DF70-C5DE-4B705AFBA13B}"/>
                </a:ext>
              </a:extLst>
            </p:cNvPr>
            <p:cNvSpPr txBox="1"/>
            <p:nvPr/>
          </p:nvSpPr>
          <p:spPr>
            <a:xfrm>
              <a:off x="5111656" y="1414457"/>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OngoingProjects</a:t>
              </a:r>
              <a:endParaRPr sz="1100" dirty="0">
                <a:latin typeface="Plus Jakarta Sans"/>
                <a:ea typeface="Plus Jakarta Sans"/>
                <a:cs typeface="Plus Jakarta Sans"/>
                <a:sym typeface="Plus Jakarta Sans"/>
              </a:endParaRPr>
            </a:p>
          </p:txBody>
        </p:sp>
        <p:sp>
          <p:nvSpPr>
            <p:cNvPr id="550" name="Google Shape;146;p17">
              <a:extLst>
                <a:ext uri="{FF2B5EF4-FFF2-40B4-BE49-F238E27FC236}">
                  <a16:creationId xmlns:a16="http://schemas.microsoft.com/office/drawing/2014/main" id="{42A620C8-8B8B-28BA-6785-C8670351967B}"/>
                </a:ext>
              </a:extLst>
            </p:cNvPr>
            <p:cNvSpPr txBox="1"/>
            <p:nvPr/>
          </p:nvSpPr>
          <p:spPr>
            <a:xfrm>
              <a:off x="5111656" y="1740498"/>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DepartmentNotices</a:t>
              </a:r>
              <a:endParaRPr sz="1100" dirty="0">
                <a:latin typeface="Plus Jakarta Sans"/>
                <a:ea typeface="Plus Jakarta Sans"/>
                <a:cs typeface="Plus Jakarta Sans"/>
                <a:sym typeface="Plus Jakarta Sans"/>
              </a:endParaRPr>
            </a:p>
          </p:txBody>
        </p:sp>
        <p:sp>
          <p:nvSpPr>
            <p:cNvPr id="551" name="Google Shape;148;p17">
              <a:extLst>
                <a:ext uri="{FF2B5EF4-FFF2-40B4-BE49-F238E27FC236}">
                  <a16:creationId xmlns:a16="http://schemas.microsoft.com/office/drawing/2014/main" id="{ED05B106-DA13-FECA-1BE3-D9AAF4AEF693}"/>
                </a:ext>
              </a:extLst>
            </p:cNvPr>
            <p:cNvSpPr txBox="1"/>
            <p:nvPr/>
          </p:nvSpPr>
          <p:spPr>
            <a:xfrm>
              <a:off x="5111656" y="2066548"/>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DepartmentHeadID</a:t>
              </a:r>
              <a:endParaRPr sz="1100" dirty="0">
                <a:latin typeface="Plus Jakarta Sans"/>
                <a:ea typeface="Plus Jakarta Sans"/>
                <a:cs typeface="Plus Jakarta Sans"/>
                <a:sym typeface="Plus Jakarta Sans"/>
              </a:endParaRPr>
            </a:p>
          </p:txBody>
        </p:sp>
        <p:cxnSp>
          <p:nvCxnSpPr>
            <p:cNvPr id="552" name="Google Shape;152;p17">
              <a:extLst>
                <a:ext uri="{FF2B5EF4-FFF2-40B4-BE49-F238E27FC236}">
                  <a16:creationId xmlns:a16="http://schemas.microsoft.com/office/drawing/2014/main" id="{092FAF0F-ABEA-0A3D-F7A1-8C4EB561F21F}"/>
                </a:ext>
              </a:extLst>
            </p:cNvPr>
            <p:cNvCxnSpPr/>
            <p:nvPr/>
          </p:nvCxnSpPr>
          <p:spPr>
            <a:xfrm rot="10800000" flipH="1">
              <a:off x="4920114" y="1020592"/>
              <a:ext cx="1567650" cy="3625"/>
            </a:xfrm>
            <a:prstGeom prst="straightConnector1">
              <a:avLst/>
            </a:prstGeom>
            <a:noFill/>
            <a:ln w="9525" cap="flat" cmpd="sng">
              <a:solidFill>
                <a:srgbClr val="349160"/>
              </a:solidFill>
              <a:prstDash val="solid"/>
              <a:round/>
              <a:headEnd type="none" w="med" len="med"/>
              <a:tailEnd type="none" w="med" len="med"/>
            </a:ln>
          </p:spPr>
        </p:cxnSp>
        <p:cxnSp>
          <p:nvCxnSpPr>
            <p:cNvPr id="553" name="Google Shape;154;p17">
              <a:extLst>
                <a:ext uri="{FF2B5EF4-FFF2-40B4-BE49-F238E27FC236}">
                  <a16:creationId xmlns:a16="http://schemas.microsoft.com/office/drawing/2014/main" id="{CBBF8611-848F-E715-64EF-0195321E164A}"/>
                </a:ext>
              </a:extLst>
            </p:cNvPr>
            <p:cNvCxnSpPr/>
            <p:nvPr/>
          </p:nvCxnSpPr>
          <p:spPr>
            <a:xfrm rot="10800000" flipH="1">
              <a:off x="4920114" y="1672522"/>
              <a:ext cx="1567650" cy="3625"/>
            </a:xfrm>
            <a:prstGeom prst="straightConnector1">
              <a:avLst/>
            </a:prstGeom>
            <a:noFill/>
            <a:ln w="9525" cap="flat" cmpd="sng">
              <a:solidFill>
                <a:srgbClr val="349160"/>
              </a:solidFill>
              <a:prstDash val="solid"/>
              <a:round/>
              <a:headEnd type="none" w="med" len="med"/>
              <a:tailEnd type="none" w="med" len="med"/>
            </a:ln>
          </p:spPr>
        </p:cxnSp>
        <p:cxnSp>
          <p:nvCxnSpPr>
            <p:cNvPr id="554" name="Google Shape;155;p17">
              <a:extLst>
                <a:ext uri="{FF2B5EF4-FFF2-40B4-BE49-F238E27FC236}">
                  <a16:creationId xmlns:a16="http://schemas.microsoft.com/office/drawing/2014/main" id="{183C04C4-C863-A2B3-F4E9-907BA111347B}"/>
                </a:ext>
              </a:extLst>
            </p:cNvPr>
            <p:cNvCxnSpPr/>
            <p:nvPr/>
          </p:nvCxnSpPr>
          <p:spPr>
            <a:xfrm rot="10800000" flipH="1">
              <a:off x="4920114" y="2000134"/>
              <a:ext cx="1567650" cy="3625"/>
            </a:xfrm>
            <a:prstGeom prst="straightConnector1">
              <a:avLst/>
            </a:prstGeom>
            <a:noFill/>
            <a:ln w="9525" cap="flat" cmpd="sng">
              <a:solidFill>
                <a:srgbClr val="349160"/>
              </a:solidFill>
              <a:prstDash val="solid"/>
              <a:round/>
              <a:headEnd type="none" w="med" len="med"/>
              <a:tailEnd type="none" w="med" len="med"/>
            </a:ln>
          </p:spPr>
        </p:cxnSp>
        <p:cxnSp>
          <p:nvCxnSpPr>
            <p:cNvPr id="555" name="Google Shape;156;p17">
              <a:extLst>
                <a:ext uri="{FF2B5EF4-FFF2-40B4-BE49-F238E27FC236}">
                  <a16:creationId xmlns:a16="http://schemas.microsoft.com/office/drawing/2014/main" id="{2E696643-13A1-4D10-4CB8-5C491273E016}"/>
                </a:ext>
              </a:extLst>
            </p:cNvPr>
            <p:cNvCxnSpPr/>
            <p:nvPr/>
          </p:nvCxnSpPr>
          <p:spPr>
            <a:xfrm rot="10800000" flipH="1">
              <a:off x="4920114" y="2325834"/>
              <a:ext cx="1567650" cy="3625"/>
            </a:xfrm>
            <a:prstGeom prst="straightConnector1">
              <a:avLst/>
            </a:prstGeom>
            <a:noFill/>
            <a:ln w="9525" cap="flat" cmpd="sng">
              <a:solidFill>
                <a:srgbClr val="349160"/>
              </a:solidFill>
              <a:prstDash val="solid"/>
              <a:round/>
              <a:headEnd type="none" w="med" len="med"/>
              <a:tailEnd type="none" w="med" len="med"/>
            </a:ln>
          </p:spPr>
        </p:cxnSp>
      </p:grpSp>
      <p:grpSp>
        <p:nvGrpSpPr>
          <p:cNvPr id="556" name="Google Shape;136;p17">
            <a:extLst>
              <a:ext uri="{FF2B5EF4-FFF2-40B4-BE49-F238E27FC236}">
                <a16:creationId xmlns:a16="http://schemas.microsoft.com/office/drawing/2014/main" id="{C526AF8E-D169-24A3-B0E4-74769AF1D541}"/>
              </a:ext>
            </a:extLst>
          </p:cNvPr>
          <p:cNvGrpSpPr/>
          <p:nvPr/>
        </p:nvGrpSpPr>
        <p:grpSpPr>
          <a:xfrm>
            <a:off x="6887672" y="5332468"/>
            <a:ext cx="2143200" cy="2574174"/>
            <a:chOff x="2428800" y="228600"/>
            <a:chExt cx="4286400" cy="4686300"/>
          </a:xfrm>
        </p:grpSpPr>
        <p:sp>
          <p:nvSpPr>
            <p:cNvPr id="557" name="Google Shape;137;p17">
              <a:extLst>
                <a:ext uri="{FF2B5EF4-FFF2-40B4-BE49-F238E27FC236}">
                  <a16:creationId xmlns:a16="http://schemas.microsoft.com/office/drawing/2014/main" id="{C8CD18EF-8617-109C-E967-9992863CE9B1}"/>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58" name="Google Shape;139;p17">
              <a:extLst>
                <a:ext uri="{FF2B5EF4-FFF2-40B4-BE49-F238E27FC236}">
                  <a16:creationId xmlns:a16="http://schemas.microsoft.com/office/drawing/2014/main" id="{2F390538-12DD-4439-DF45-B32F1C8B8E2F}"/>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EventID</a:t>
              </a:r>
              <a:endParaRPr sz="1100" dirty="0">
                <a:latin typeface="Plus Jakarta Sans"/>
                <a:ea typeface="Plus Jakarta Sans"/>
                <a:cs typeface="Plus Jakarta Sans"/>
                <a:sym typeface="Plus Jakarta Sans"/>
              </a:endParaRPr>
            </a:p>
          </p:txBody>
        </p:sp>
        <p:sp>
          <p:nvSpPr>
            <p:cNvPr id="559" name="Google Shape;140;p17">
              <a:extLst>
                <a:ext uri="{FF2B5EF4-FFF2-40B4-BE49-F238E27FC236}">
                  <a16:creationId xmlns:a16="http://schemas.microsoft.com/office/drawing/2014/main" id="{4F6DC8C1-2902-248E-F309-746782DD6936}"/>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560" name="Google Shape;141;p17">
              <a:extLst>
                <a:ext uri="{FF2B5EF4-FFF2-40B4-BE49-F238E27FC236}">
                  <a16:creationId xmlns:a16="http://schemas.microsoft.com/office/drawing/2014/main" id="{41403E46-A4C3-0515-CDCC-D82ADDC3289D}"/>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CALENDAR TABLE</a:t>
              </a:r>
              <a:endParaRPr sz="1200" b="1" dirty="0">
                <a:latin typeface="Plus Jakarta Sans"/>
                <a:ea typeface="Plus Jakarta Sans"/>
                <a:cs typeface="Plus Jakarta Sans"/>
                <a:sym typeface="Plus Jakarta Sans"/>
              </a:endParaRPr>
            </a:p>
          </p:txBody>
        </p:sp>
        <p:sp>
          <p:nvSpPr>
            <p:cNvPr id="561" name="Google Shape;142;p17">
              <a:extLst>
                <a:ext uri="{FF2B5EF4-FFF2-40B4-BE49-F238E27FC236}">
                  <a16:creationId xmlns:a16="http://schemas.microsoft.com/office/drawing/2014/main" id="{9909C4AF-A0BA-6246-B80D-5342FA75E549}"/>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EventDate</a:t>
              </a:r>
              <a:endParaRPr sz="1100" dirty="0">
                <a:latin typeface="Plus Jakarta Sans"/>
                <a:ea typeface="Plus Jakarta Sans"/>
                <a:cs typeface="Plus Jakarta Sans"/>
                <a:sym typeface="Plus Jakarta Sans"/>
              </a:endParaRPr>
            </a:p>
          </p:txBody>
        </p:sp>
        <p:sp>
          <p:nvSpPr>
            <p:cNvPr id="562" name="Google Shape;144;p17">
              <a:extLst>
                <a:ext uri="{FF2B5EF4-FFF2-40B4-BE49-F238E27FC236}">
                  <a16:creationId xmlns:a16="http://schemas.microsoft.com/office/drawing/2014/main" id="{DB94ED44-8F9F-CA82-15B9-7631ADEDDF93}"/>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EventName</a:t>
              </a:r>
              <a:endParaRPr sz="1100" dirty="0">
                <a:latin typeface="Plus Jakarta Sans"/>
                <a:ea typeface="Plus Jakarta Sans"/>
                <a:cs typeface="Plus Jakarta Sans"/>
                <a:sym typeface="Plus Jakarta Sans"/>
              </a:endParaRPr>
            </a:p>
          </p:txBody>
        </p:sp>
        <p:sp>
          <p:nvSpPr>
            <p:cNvPr id="563" name="Google Shape;146;p17">
              <a:extLst>
                <a:ext uri="{FF2B5EF4-FFF2-40B4-BE49-F238E27FC236}">
                  <a16:creationId xmlns:a16="http://schemas.microsoft.com/office/drawing/2014/main" id="{B69D3007-2162-1F67-D47C-BA69EF5C2C91}"/>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EventTime</a:t>
              </a:r>
              <a:endParaRPr sz="1100" dirty="0">
                <a:latin typeface="Plus Jakarta Sans"/>
                <a:ea typeface="Plus Jakarta Sans"/>
                <a:cs typeface="Plus Jakarta Sans"/>
                <a:sym typeface="Plus Jakarta Sans"/>
              </a:endParaRPr>
            </a:p>
          </p:txBody>
        </p:sp>
        <p:sp>
          <p:nvSpPr>
            <p:cNvPr id="564" name="Google Shape;148;p17">
              <a:extLst>
                <a:ext uri="{FF2B5EF4-FFF2-40B4-BE49-F238E27FC236}">
                  <a16:creationId xmlns:a16="http://schemas.microsoft.com/office/drawing/2014/main" id="{56BC6641-E002-029F-0F4B-E79039F8B6DF}"/>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CreatedByID</a:t>
              </a:r>
              <a:endParaRPr sz="1100" dirty="0">
                <a:latin typeface="Plus Jakarta Sans"/>
                <a:ea typeface="Plus Jakarta Sans"/>
                <a:cs typeface="Plus Jakarta Sans"/>
                <a:sym typeface="Plus Jakarta Sans"/>
              </a:endParaRPr>
            </a:p>
          </p:txBody>
        </p:sp>
        <p:sp>
          <p:nvSpPr>
            <p:cNvPr id="565" name="Google Shape;150;p17">
              <a:extLst>
                <a:ext uri="{FF2B5EF4-FFF2-40B4-BE49-F238E27FC236}">
                  <a16:creationId xmlns:a16="http://schemas.microsoft.com/office/drawing/2014/main" id="{E6C20458-27B8-068B-C86C-174121A3006E}"/>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DepartmentIDList</a:t>
              </a:r>
              <a:endParaRPr sz="1100" dirty="0">
                <a:latin typeface="Plus Jakarta Sans"/>
                <a:ea typeface="Plus Jakarta Sans"/>
                <a:cs typeface="Plus Jakarta Sans"/>
                <a:sym typeface="Plus Jakarta Sans"/>
              </a:endParaRPr>
            </a:p>
          </p:txBody>
        </p:sp>
        <p:cxnSp>
          <p:nvCxnSpPr>
            <p:cNvPr id="566" name="Google Shape;151;p17">
              <a:extLst>
                <a:ext uri="{FF2B5EF4-FFF2-40B4-BE49-F238E27FC236}">
                  <a16:creationId xmlns:a16="http://schemas.microsoft.com/office/drawing/2014/main" id="{031741C7-DA98-5A97-9795-B1DB4BB06506}"/>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67" name="Google Shape;152;p17">
              <a:extLst>
                <a:ext uri="{FF2B5EF4-FFF2-40B4-BE49-F238E27FC236}">
                  <a16:creationId xmlns:a16="http://schemas.microsoft.com/office/drawing/2014/main" id="{CF79E9CE-EB00-95FB-44C5-D4C72F9FC896}"/>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68" name="Google Shape;153;p17">
              <a:extLst>
                <a:ext uri="{FF2B5EF4-FFF2-40B4-BE49-F238E27FC236}">
                  <a16:creationId xmlns:a16="http://schemas.microsoft.com/office/drawing/2014/main" id="{C93441B8-7793-0F0C-75D8-C04FDFBC525E}"/>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69" name="Google Shape;154;p17">
              <a:extLst>
                <a:ext uri="{FF2B5EF4-FFF2-40B4-BE49-F238E27FC236}">
                  <a16:creationId xmlns:a16="http://schemas.microsoft.com/office/drawing/2014/main" id="{ECFA11DD-3AC3-37B1-576B-2B2FAA49F3DE}"/>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570" name="Google Shape;155;p17">
              <a:extLst>
                <a:ext uri="{FF2B5EF4-FFF2-40B4-BE49-F238E27FC236}">
                  <a16:creationId xmlns:a16="http://schemas.microsoft.com/office/drawing/2014/main" id="{4E9D46EA-007D-DA25-D1E5-FE0053A1EF3B}"/>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71" name="Google Shape;156;p17">
              <a:extLst>
                <a:ext uri="{FF2B5EF4-FFF2-40B4-BE49-F238E27FC236}">
                  <a16:creationId xmlns:a16="http://schemas.microsoft.com/office/drawing/2014/main" id="{687DCE6C-9482-ACBA-3FC2-1097E5AB6314}"/>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72" name="Google Shape;157;p17">
              <a:extLst>
                <a:ext uri="{FF2B5EF4-FFF2-40B4-BE49-F238E27FC236}">
                  <a16:creationId xmlns:a16="http://schemas.microsoft.com/office/drawing/2014/main" id="{CED28E54-058B-D875-9418-A9C76C1929A0}"/>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573" name="Group 572">
            <a:extLst>
              <a:ext uri="{FF2B5EF4-FFF2-40B4-BE49-F238E27FC236}">
                <a16:creationId xmlns:a16="http://schemas.microsoft.com/office/drawing/2014/main" id="{325D8C99-0E89-E75E-6174-034E0D07A3E1}"/>
              </a:ext>
            </a:extLst>
          </p:cNvPr>
          <p:cNvGrpSpPr/>
          <p:nvPr/>
        </p:nvGrpSpPr>
        <p:grpSpPr>
          <a:xfrm>
            <a:off x="4680430" y="7641890"/>
            <a:ext cx="2143200" cy="2574174"/>
            <a:chOff x="4579581" y="2928876"/>
            <a:chExt cx="2143200" cy="2574174"/>
          </a:xfrm>
        </p:grpSpPr>
        <p:grpSp>
          <p:nvGrpSpPr>
            <p:cNvPr id="574" name="Google Shape;136;p17">
              <a:extLst>
                <a:ext uri="{FF2B5EF4-FFF2-40B4-BE49-F238E27FC236}">
                  <a16:creationId xmlns:a16="http://schemas.microsoft.com/office/drawing/2014/main" id="{59282158-7C9D-E9D7-9F60-456931857994}"/>
                </a:ext>
              </a:extLst>
            </p:cNvPr>
            <p:cNvGrpSpPr/>
            <p:nvPr/>
          </p:nvGrpSpPr>
          <p:grpSpPr>
            <a:xfrm>
              <a:off x="4579581" y="2928876"/>
              <a:ext cx="2143200" cy="2574174"/>
              <a:chOff x="2428800" y="228600"/>
              <a:chExt cx="4286400" cy="4686300"/>
            </a:xfrm>
          </p:grpSpPr>
          <p:sp>
            <p:nvSpPr>
              <p:cNvPr id="576" name="Google Shape;137;p17">
                <a:extLst>
                  <a:ext uri="{FF2B5EF4-FFF2-40B4-BE49-F238E27FC236}">
                    <a16:creationId xmlns:a16="http://schemas.microsoft.com/office/drawing/2014/main" id="{33C82239-3541-6AD3-7F3B-474AC5CCEC46}"/>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77" name="Google Shape;139;p17">
                <a:extLst>
                  <a:ext uri="{FF2B5EF4-FFF2-40B4-BE49-F238E27FC236}">
                    <a16:creationId xmlns:a16="http://schemas.microsoft.com/office/drawing/2014/main" id="{613B596C-AB35-E7DA-A9F2-47305469081D}"/>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NoticeID</a:t>
                </a:r>
                <a:endParaRPr sz="1100" dirty="0">
                  <a:latin typeface="Plus Jakarta Sans"/>
                  <a:ea typeface="Plus Jakarta Sans"/>
                  <a:cs typeface="Plus Jakarta Sans"/>
                  <a:sym typeface="Plus Jakarta Sans"/>
                </a:endParaRPr>
              </a:p>
            </p:txBody>
          </p:sp>
          <p:sp>
            <p:nvSpPr>
              <p:cNvPr id="578" name="Google Shape;140;p17">
                <a:extLst>
                  <a:ext uri="{FF2B5EF4-FFF2-40B4-BE49-F238E27FC236}">
                    <a16:creationId xmlns:a16="http://schemas.microsoft.com/office/drawing/2014/main" id="{19F298A4-F241-C3FC-D038-A6CF518AE221}"/>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579" name="Google Shape;141;p17">
                <a:extLst>
                  <a:ext uri="{FF2B5EF4-FFF2-40B4-BE49-F238E27FC236}">
                    <a16:creationId xmlns:a16="http://schemas.microsoft.com/office/drawing/2014/main" id="{52E18425-BB38-946A-1E56-E9408A3D902F}"/>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NOTICES TABLE</a:t>
                </a:r>
                <a:endParaRPr sz="1200" b="1" dirty="0">
                  <a:latin typeface="Plus Jakarta Sans"/>
                  <a:ea typeface="Plus Jakarta Sans"/>
                  <a:cs typeface="Plus Jakarta Sans"/>
                  <a:sym typeface="Plus Jakarta Sans"/>
                </a:endParaRPr>
              </a:p>
            </p:txBody>
          </p:sp>
          <p:sp>
            <p:nvSpPr>
              <p:cNvPr id="580" name="Google Shape;142;p17">
                <a:extLst>
                  <a:ext uri="{FF2B5EF4-FFF2-40B4-BE49-F238E27FC236}">
                    <a16:creationId xmlns:a16="http://schemas.microsoft.com/office/drawing/2014/main" id="{7894BE95-0408-7385-0DEF-33AC7862BE27}"/>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NoticeDate</a:t>
                </a:r>
                <a:endParaRPr sz="1100" dirty="0">
                  <a:latin typeface="Plus Jakarta Sans"/>
                  <a:ea typeface="Plus Jakarta Sans"/>
                  <a:cs typeface="Plus Jakarta Sans"/>
                  <a:sym typeface="Plus Jakarta Sans"/>
                </a:endParaRPr>
              </a:p>
            </p:txBody>
          </p:sp>
          <p:sp>
            <p:nvSpPr>
              <p:cNvPr id="581" name="Google Shape;144;p17">
                <a:extLst>
                  <a:ext uri="{FF2B5EF4-FFF2-40B4-BE49-F238E27FC236}">
                    <a16:creationId xmlns:a16="http://schemas.microsoft.com/office/drawing/2014/main" id="{30AEB3B6-548D-C6B0-4307-E4D888F05CAC}"/>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NoticeTitle</a:t>
                </a:r>
                <a:endParaRPr sz="1100" dirty="0">
                  <a:latin typeface="Plus Jakarta Sans"/>
                  <a:ea typeface="Plus Jakarta Sans"/>
                  <a:cs typeface="Plus Jakarta Sans"/>
                  <a:sym typeface="Plus Jakarta Sans"/>
                </a:endParaRPr>
              </a:p>
            </p:txBody>
          </p:sp>
          <p:sp>
            <p:nvSpPr>
              <p:cNvPr id="582" name="Google Shape;146;p17">
                <a:extLst>
                  <a:ext uri="{FF2B5EF4-FFF2-40B4-BE49-F238E27FC236}">
                    <a16:creationId xmlns:a16="http://schemas.microsoft.com/office/drawing/2014/main" id="{1EC6C7C1-610E-B5F7-CE28-A7FA6D3C717B}"/>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NoticeContent</a:t>
                </a:r>
                <a:endParaRPr sz="1100" dirty="0">
                  <a:latin typeface="Plus Jakarta Sans"/>
                  <a:ea typeface="Plus Jakarta Sans"/>
                  <a:cs typeface="Plus Jakarta Sans"/>
                  <a:sym typeface="Plus Jakarta Sans"/>
                </a:endParaRPr>
              </a:p>
            </p:txBody>
          </p:sp>
          <p:sp>
            <p:nvSpPr>
              <p:cNvPr id="583" name="Google Shape;148;p17">
                <a:extLst>
                  <a:ext uri="{FF2B5EF4-FFF2-40B4-BE49-F238E27FC236}">
                    <a16:creationId xmlns:a16="http://schemas.microsoft.com/office/drawing/2014/main" id="{F2664335-21A9-CBD9-13E0-5EBCCD8F17A3}"/>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CreatedByID</a:t>
                </a:r>
                <a:endParaRPr sz="1100" dirty="0">
                  <a:latin typeface="Plus Jakarta Sans"/>
                  <a:ea typeface="Plus Jakarta Sans"/>
                  <a:cs typeface="Plus Jakarta Sans"/>
                  <a:sym typeface="Plus Jakarta Sans"/>
                </a:endParaRPr>
              </a:p>
            </p:txBody>
          </p:sp>
          <p:cxnSp>
            <p:nvCxnSpPr>
              <p:cNvPr id="584" name="Google Shape;151;p17">
                <a:extLst>
                  <a:ext uri="{FF2B5EF4-FFF2-40B4-BE49-F238E27FC236}">
                    <a16:creationId xmlns:a16="http://schemas.microsoft.com/office/drawing/2014/main" id="{3BC06443-340E-8031-75F1-2DBCB584218B}"/>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85" name="Google Shape;152;p17">
                <a:extLst>
                  <a:ext uri="{FF2B5EF4-FFF2-40B4-BE49-F238E27FC236}">
                    <a16:creationId xmlns:a16="http://schemas.microsoft.com/office/drawing/2014/main" id="{C5C2546A-BD29-4DED-B294-76AB1DECEB6E}"/>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86" name="Google Shape;153;p17">
                <a:extLst>
                  <a:ext uri="{FF2B5EF4-FFF2-40B4-BE49-F238E27FC236}">
                    <a16:creationId xmlns:a16="http://schemas.microsoft.com/office/drawing/2014/main" id="{877FD4DF-7903-9FE7-1DE5-18DFC700486F}"/>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87" name="Google Shape;154;p17">
                <a:extLst>
                  <a:ext uri="{FF2B5EF4-FFF2-40B4-BE49-F238E27FC236}">
                    <a16:creationId xmlns:a16="http://schemas.microsoft.com/office/drawing/2014/main" id="{B5851F26-5856-8333-D35D-D96A1CC35902}"/>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588" name="Google Shape;155;p17">
                <a:extLst>
                  <a:ext uri="{FF2B5EF4-FFF2-40B4-BE49-F238E27FC236}">
                    <a16:creationId xmlns:a16="http://schemas.microsoft.com/office/drawing/2014/main" id="{69888633-4901-32FC-3FDC-8C45DD21F2F8}"/>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89" name="Google Shape;156;p17">
                <a:extLst>
                  <a:ext uri="{FF2B5EF4-FFF2-40B4-BE49-F238E27FC236}">
                    <a16:creationId xmlns:a16="http://schemas.microsoft.com/office/drawing/2014/main" id="{0DBDD3B5-CA9D-4747-DBD6-186231FEB5A0}"/>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90" name="Google Shape;157;p17">
                <a:extLst>
                  <a:ext uri="{FF2B5EF4-FFF2-40B4-BE49-F238E27FC236}">
                    <a16:creationId xmlns:a16="http://schemas.microsoft.com/office/drawing/2014/main" id="{FFCA0E85-AB83-26E3-97E4-4A6D08790836}"/>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sp>
          <p:nvSpPr>
            <p:cNvPr id="575" name="Google Shape;148;p17">
              <a:extLst>
                <a:ext uri="{FF2B5EF4-FFF2-40B4-BE49-F238E27FC236}">
                  <a16:creationId xmlns:a16="http://schemas.microsoft.com/office/drawing/2014/main" id="{E3276735-C082-C03E-2A4B-DCA70EFC070C}"/>
                </a:ext>
              </a:extLst>
            </p:cNvPr>
            <p:cNvSpPr txBox="1"/>
            <p:nvPr/>
          </p:nvSpPr>
          <p:spPr>
            <a:xfrm>
              <a:off x="5111656" y="5010844"/>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DepartmentIDList</a:t>
              </a:r>
              <a:endParaRPr sz="1100" dirty="0">
                <a:latin typeface="Plus Jakarta Sans"/>
                <a:ea typeface="Plus Jakarta Sans"/>
                <a:cs typeface="Plus Jakarta Sans"/>
                <a:sym typeface="Plus Jakarta Sans"/>
              </a:endParaRPr>
            </a:p>
          </p:txBody>
        </p:sp>
      </p:grpSp>
      <p:grpSp>
        <p:nvGrpSpPr>
          <p:cNvPr id="591" name="Google Shape;136;p17">
            <a:extLst>
              <a:ext uri="{FF2B5EF4-FFF2-40B4-BE49-F238E27FC236}">
                <a16:creationId xmlns:a16="http://schemas.microsoft.com/office/drawing/2014/main" id="{7B93CEFA-2B70-CD98-AE37-BE07D34F64EE}"/>
              </a:ext>
            </a:extLst>
          </p:cNvPr>
          <p:cNvGrpSpPr/>
          <p:nvPr/>
        </p:nvGrpSpPr>
        <p:grpSpPr>
          <a:xfrm>
            <a:off x="6887672" y="7967347"/>
            <a:ext cx="2143200" cy="2574174"/>
            <a:chOff x="2428800" y="228600"/>
            <a:chExt cx="4286400" cy="4686300"/>
          </a:xfrm>
        </p:grpSpPr>
        <p:sp>
          <p:nvSpPr>
            <p:cNvPr id="592" name="Google Shape;137;p17">
              <a:extLst>
                <a:ext uri="{FF2B5EF4-FFF2-40B4-BE49-F238E27FC236}">
                  <a16:creationId xmlns:a16="http://schemas.microsoft.com/office/drawing/2014/main" id="{CF8BC575-20B1-9FD5-8158-E8E5F41FD26C}"/>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93" name="Google Shape;139;p17">
              <a:extLst>
                <a:ext uri="{FF2B5EF4-FFF2-40B4-BE49-F238E27FC236}">
                  <a16:creationId xmlns:a16="http://schemas.microsoft.com/office/drawing/2014/main" id="{45FB4491-EBD9-6F2F-42D6-D5663DFA1FD4}"/>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LeaveID</a:t>
              </a:r>
              <a:endParaRPr sz="1100" dirty="0">
                <a:latin typeface="Plus Jakarta Sans"/>
                <a:ea typeface="Plus Jakarta Sans"/>
                <a:cs typeface="Plus Jakarta Sans"/>
                <a:sym typeface="Plus Jakarta Sans"/>
              </a:endParaRPr>
            </a:p>
          </p:txBody>
        </p:sp>
        <p:sp>
          <p:nvSpPr>
            <p:cNvPr id="594" name="Google Shape;140;p17">
              <a:extLst>
                <a:ext uri="{FF2B5EF4-FFF2-40B4-BE49-F238E27FC236}">
                  <a16:creationId xmlns:a16="http://schemas.microsoft.com/office/drawing/2014/main" id="{AC95CC83-9F4B-0F94-4D67-48E3C451BC26}"/>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595" name="Google Shape;141;p17">
              <a:extLst>
                <a:ext uri="{FF2B5EF4-FFF2-40B4-BE49-F238E27FC236}">
                  <a16:creationId xmlns:a16="http://schemas.microsoft.com/office/drawing/2014/main" id="{D0D891DD-75EE-E0D0-EE79-DD358BB82D28}"/>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LEAVES TABLE</a:t>
              </a:r>
              <a:endParaRPr sz="1200" b="1" dirty="0">
                <a:latin typeface="Plus Jakarta Sans"/>
                <a:ea typeface="Plus Jakarta Sans"/>
                <a:cs typeface="Plus Jakarta Sans"/>
                <a:sym typeface="Plus Jakarta Sans"/>
              </a:endParaRPr>
            </a:p>
          </p:txBody>
        </p:sp>
        <p:sp>
          <p:nvSpPr>
            <p:cNvPr id="596" name="Google Shape;142;p17">
              <a:extLst>
                <a:ext uri="{FF2B5EF4-FFF2-40B4-BE49-F238E27FC236}">
                  <a16:creationId xmlns:a16="http://schemas.microsoft.com/office/drawing/2014/main" id="{38938078-930D-4A8F-A89E-72450A047378}"/>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LeaveDate</a:t>
              </a:r>
              <a:endParaRPr sz="1100" dirty="0">
                <a:latin typeface="Plus Jakarta Sans"/>
                <a:ea typeface="Plus Jakarta Sans"/>
                <a:cs typeface="Plus Jakarta Sans"/>
                <a:sym typeface="Plus Jakarta Sans"/>
              </a:endParaRPr>
            </a:p>
          </p:txBody>
        </p:sp>
        <p:sp>
          <p:nvSpPr>
            <p:cNvPr id="597" name="Google Shape;144;p17">
              <a:extLst>
                <a:ext uri="{FF2B5EF4-FFF2-40B4-BE49-F238E27FC236}">
                  <a16:creationId xmlns:a16="http://schemas.microsoft.com/office/drawing/2014/main" id="{00630ABF-C5DB-0F83-A4B0-EAE3F877D191}"/>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LeaveTitle</a:t>
              </a:r>
              <a:endParaRPr sz="1100" dirty="0">
                <a:latin typeface="Plus Jakarta Sans"/>
                <a:ea typeface="Plus Jakarta Sans"/>
                <a:cs typeface="Plus Jakarta Sans"/>
                <a:sym typeface="Plus Jakarta Sans"/>
              </a:endParaRPr>
            </a:p>
          </p:txBody>
        </p:sp>
        <p:sp>
          <p:nvSpPr>
            <p:cNvPr id="598" name="Google Shape;146;p17">
              <a:extLst>
                <a:ext uri="{FF2B5EF4-FFF2-40B4-BE49-F238E27FC236}">
                  <a16:creationId xmlns:a16="http://schemas.microsoft.com/office/drawing/2014/main" id="{D9C5248B-3212-F3AA-FD82-4D73A7124E07}"/>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LeaveContent</a:t>
              </a:r>
              <a:endParaRPr sz="1100" dirty="0">
                <a:latin typeface="Plus Jakarta Sans"/>
                <a:ea typeface="Plus Jakarta Sans"/>
                <a:cs typeface="Plus Jakarta Sans"/>
                <a:sym typeface="Plus Jakarta Sans"/>
              </a:endParaRPr>
            </a:p>
          </p:txBody>
        </p:sp>
        <p:sp>
          <p:nvSpPr>
            <p:cNvPr id="599" name="Google Shape;148;p17">
              <a:extLst>
                <a:ext uri="{FF2B5EF4-FFF2-40B4-BE49-F238E27FC236}">
                  <a16:creationId xmlns:a16="http://schemas.microsoft.com/office/drawing/2014/main" id="{C0F94D45-49DD-32B0-721B-10E8E70ACDCF}"/>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CreatedBy</a:t>
              </a:r>
              <a:endParaRPr sz="1100" dirty="0">
                <a:latin typeface="Plus Jakarta Sans"/>
                <a:ea typeface="Plus Jakarta Sans"/>
                <a:cs typeface="Plus Jakarta Sans"/>
                <a:sym typeface="Plus Jakarta Sans"/>
              </a:endParaRPr>
            </a:p>
          </p:txBody>
        </p:sp>
        <p:sp>
          <p:nvSpPr>
            <p:cNvPr id="600" name="Google Shape;150;p17">
              <a:extLst>
                <a:ext uri="{FF2B5EF4-FFF2-40B4-BE49-F238E27FC236}">
                  <a16:creationId xmlns:a16="http://schemas.microsoft.com/office/drawing/2014/main" id="{6ABAA8A4-052F-9D64-8117-BC3B3C378023}"/>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ApprovalStatus</a:t>
              </a:r>
              <a:endParaRPr sz="1100" dirty="0">
                <a:latin typeface="Plus Jakarta Sans"/>
                <a:ea typeface="Plus Jakarta Sans"/>
                <a:cs typeface="Plus Jakarta Sans"/>
                <a:sym typeface="Plus Jakarta Sans"/>
              </a:endParaRPr>
            </a:p>
          </p:txBody>
        </p:sp>
        <p:cxnSp>
          <p:nvCxnSpPr>
            <p:cNvPr id="601" name="Google Shape;151;p17">
              <a:extLst>
                <a:ext uri="{FF2B5EF4-FFF2-40B4-BE49-F238E27FC236}">
                  <a16:creationId xmlns:a16="http://schemas.microsoft.com/office/drawing/2014/main" id="{CF19334A-DE2D-E2D6-54BA-B763EFC99145}"/>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02" name="Google Shape;152;p17">
              <a:extLst>
                <a:ext uri="{FF2B5EF4-FFF2-40B4-BE49-F238E27FC236}">
                  <a16:creationId xmlns:a16="http://schemas.microsoft.com/office/drawing/2014/main" id="{EB1D0FC7-BF77-1648-3BA4-CDDD184E7B07}"/>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03" name="Google Shape;153;p17">
              <a:extLst>
                <a:ext uri="{FF2B5EF4-FFF2-40B4-BE49-F238E27FC236}">
                  <a16:creationId xmlns:a16="http://schemas.microsoft.com/office/drawing/2014/main" id="{531CF718-2D55-6B2D-FB7B-27DA0120C99B}"/>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04" name="Google Shape;154;p17">
              <a:extLst>
                <a:ext uri="{FF2B5EF4-FFF2-40B4-BE49-F238E27FC236}">
                  <a16:creationId xmlns:a16="http://schemas.microsoft.com/office/drawing/2014/main" id="{88CEFAF2-61A4-1DFD-A433-7FCBC73DA7F2}"/>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605" name="Google Shape;155;p17">
              <a:extLst>
                <a:ext uri="{FF2B5EF4-FFF2-40B4-BE49-F238E27FC236}">
                  <a16:creationId xmlns:a16="http://schemas.microsoft.com/office/drawing/2014/main" id="{745D16DB-5440-19A7-B13D-F0569B3D6A3E}"/>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06" name="Google Shape;156;p17">
              <a:extLst>
                <a:ext uri="{FF2B5EF4-FFF2-40B4-BE49-F238E27FC236}">
                  <a16:creationId xmlns:a16="http://schemas.microsoft.com/office/drawing/2014/main" id="{9CD0AFCE-933C-E1F9-B3C8-C5BCC7F717E8}"/>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07" name="Google Shape;157;p17">
              <a:extLst>
                <a:ext uri="{FF2B5EF4-FFF2-40B4-BE49-F238E27FC236}">
                  <a16:creationId xmlns:a16="http://schemas.microsoft.com/office/drawing/2014/main" id="{6BE652C1-D986-267E-E41C-8F6D29981EF2}"/>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608" name="Google Shape;136;p17">
            <a:extLst>
              <a:ext uri="{FF2B5EF4-FFF2-40B4-BE49-F238E27FC236}">
                <a16:creationId xmlns:a16="http://schemas.microsoft.com/office/drawing/2014/main" id="{69EC523B-9D03-30E4-BD4D-1647DA12101B}"/>
              </a:ext>
            </a:extLst>
          </p:cNvPr>
          <p:cNvGrpSpPr/>
          <p:nvPr/>
        </p:nvGrpSpPr>
        <p:grpSpPr>
          <a:xfrm>
            <a:off x="231929" y="8928977"/>
            <a:ext cx="2143200" cy="2574174"/>
            <a:chOff x="2428800" y="228600"/>
            <a:chExt cx="4286400" cy="4686300"/>
          </a:xfrm>
        </p:grpSpPr>
        <p:sp>
          <p:nvSpPr>
            <p:cNvPr id="609" name="Google Shape;137;p17">
              <a:extLst>
                <a:ext uri="{FF2B5EF4-FFF2-40B4-BE49-F238E27FC236}">
                  <a16:creationId xmlns:a16="http://schemas.microsoft.com/office/drawing/2014/main" id="{6D584BD4-68C4-1377-DDE1-8CA2A2BC94ED}"/>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610" name="Google Shape;139;p17">
              <a:extLst>
                <a:ext uri="{FF2B5EF4-FFF2-40B4-BE49-F238E27FC236}">
                  <a16:creationId xmlns:a16="http://schemas.microsoft.com/office/drawing/2014/main" id="{BF6E98E3-FE1E-4B59-02B4-4C5491C1CD25}"/>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ClientID</a:t>
              </a:r>
              <a:endParaRPr sz="1100" dirty="0">
                <a:latin typeface="Plus Jakarta Sans"/>
                <a:ea typeface="Plus Jakarta Sans"/>
                <a:cs typeface="Plus Jakarta Sans"/>
                <a:sym typeface="Plus Jakarta Sans"/>
              </a:endParaRPr>
            </a:p>
          </p:txBody>
        </p:sp>
        <p:sp>
          <p:nvSpPr>
            <p:cNvPr id="611" name="Google Shape;140;p17">
              <a:extLst>
                <a:ext uri="{FF2B5EF4-FFF2-40B4-BE49-F238E27FC236}">
                  <a16:creationId xmlns:a16="http://schemas.microsoft.com/office/drawing/2014/main" id="{E4BAE301-EB0F-91B1-13B4-2A7FC8217D65}"/>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612" name="Google Shape;141;p17">
              <a:extLst>
                <a:ext uri="{FF2B5EF4-FFF2-40B4-BE49-F238E27FC236}">
                  <a16:creationId xmlns:a16="http://schemas.microsoft.com/office/drawing/2014/main" id="{43CAF58B-F39E-3A2E-F69F-A0B28F88E502}"/>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CLIENTS TABLE</a:t>
              </a:r>
              <a:endParaRPr sz="1200" b="1" dirty="0">
                <a:latin typeface="Plus Jakarta Sans"/>
                <a:ea typeface="Plus Jakarta Sans"/>
                <a:cs typeface="Plus Jakarta Sans"/>
                <a:sym typeface="Plus Jakarta Sans"/>
              </a:endParaRPr>
            </a:p>
          </p:txBody>
        </p:sp>
        <p:sp>
          <p:nvSpPr>
            <p:cNvPr id="613" name="Google Shape;142;p17">
              <a:extLst>
                <a:ext uri="{FF2B5EF4-FFF2-40B4-BE49-F238E27FC236}">
                  <a16:creationId xmlns:a16="http://schemas.microsoft.com/office/drawing/2014/main" id="{C9FB3CEB-2BD2-07F0-9DAE-6253BFC9B815}"/>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ClientName</a:t>
              </a:r>
              <a:endParaRPr sz="1100" dirty="0">
                <a:latin typeface="Plus Jakarta Sans"/>
                <a:ea typeface="Plus Jakarta Sans"/>
                <a:cs typeface="Plus Jakarta Sans"/>
                <a:sym typeface="Plus Jakarta Sans"/>
              </a:endParaRPr>
            </a:p>
          </p:txBody>
        </p:sp>
        <p:sp>
          <p:nvSpPr>
            <p:cNvPr id="614" name="Google Shape;144;p17">
              <a:extLst>
                <a:ext uri="{FF2B5EF4-FFF2-40B4-BE49-F238E27FC236}">
                  <a16:creationId xmlns:a16="http://schemas.microsoft.com/office/drawing/2014/main" id="{70D523D5-71E6-E0FB-3832-9D62745576D7}"/>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TotalProjects</a:t>
              </a:r>
              <a:endParaRPr sz="1100" dirty="0">
                <a:latin typeface="Plus Jakarta Sans"/>
                <a:ea typeface="Plus Jakarta Sans"/>
                <a:cs typeface="Plus Jakarta Sans"/>
                <a:sym typeface="Plus Jakarta Sans"/>
              </a:endParaRPr>
            </a:p>
          </p:txBody>
        </p:sp>
        <p:sp>
          <p:nvSpPr>
            <p:cNvPr id="615" name="Google Shape;146;p17">
              <a:extLst>
                <a:ext uri="{FF2B5EF4-FFF2-40B4-BE49-F238E27FC236}">
                  <a16:creationId xmlns:a16="http://schemas.microsoft.com/office/drawing/2014/main" id="{5C04C05E-D9BA-EEFD-C6A5-21EBA1540053}"/>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ActiveProjects</a:t>
              </a:r>
              <a:endParaRPr sz="1100" dirty="0">
                <a:latin typeface="Plus Jakarta Sans"/>
                <a:ea typeface="Plus Jakarta Sans"/>
                <a:cs typeface="Plus Jakarta Sans"/>
                <a:sym typeface="Plus Jakarta Sans"/>
              </a:endParaRPr>
            </a:p>
          </p:txBody>
        </p:sp>
        <p:sp>
          <p:nvSpPr>
            <p:cNvPr id="616" name="Google Shape;148;p17">
              <a:extLst>
                <a:ext uri="{FF2B5EF4-FFF2-40B4-BE49-F238E27FC236}">
                  <a16:creationId xmlns:a16="http://schemas.microsoft.com/office/drawing/2014/main" id="{3DB4F0E3-72F1-2B5B-6336-661621EBA389}"/>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EmailID</a:t>
              </a:r>
              <a:endParaRPr sz="1100" dirty="0">
                <a:latin typeface="Plus Jakarta Sans"/>
                <a:ea typeface="Plus Jakarta Sans"/>
                <a:cs typeface="Plus Jakarta Sans"/>
                <a:sym typeface="Plus Jakarta Sans"/>
              </a:endParaRPr>
            </a:p>
          </p:txBody>
        </p:sp>
        <p:cxnSp>
          <p:nvCxnSpPr>
            <p:cNvPr id="617" name="Google Shape;151;p17">
              <a:extLst>
                <a:ext uri="{FF2B5EF4-FFF2-40B4-BE49-F238E27FC236}">
                  <a16:creationId xmlns:a16="http://schemas.microsoft.com/office/drawing/2014/main" id="{873CA709-714F-62F3-EC3F-22830C7113DC}"/>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18" name="Google Shape;152;p17">
              <a:extLst>
                <a:ext uri="{FF2B5EF4-FFF2-40B4-BE49-F238E27FC236}">
                  <a16:creationId xmlns:a16="http://schemas.microsoft.com/office/drawing/2014/main" id="{7851AD5D-868D-AD7F-C01E-B49312601143}"/>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19" name="Google Shape;153;p17">
              <a:extLst>
                <a:ext uri="{FF2B5EF4-FFF2-40B4-BE49-F238E27FC236}">
                  <a16:creationId xmlns:a16="http://schemas.microsoft.com/office/drawing/2014/main" id="{D02DE170-24E2-1638-3FC5-CCD3BAF7681D}"/>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20" name="Google Shape;154;p17">
              <a:extLst>
                <a:ext uri="{FF2B5EF4-FFF2-40B4-BE49-F238E27FC236}">
                  <a16:creationId xmlns:a16="http://schemas.microsoft.com/office/drawing/2014/main" id="{D3A87458-A63E-E92B-6F10-3A1245856391}"/>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621" name="Google Shape;155;p17">
              <a:extLst>
                <a:ext uri="{FF2B5EF4-FFF2-40B4-BE49-F238E27FC236}">
                  <a16:creationId xmlns:a16="http://schemas.microsoft.com/office/drawing/2014/main" id="{32200096-5382-433E-8807-F281196ED594}"/>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22" name="Google Shape;156;p17">
              <a:extLst>
                <a:ext uri="{FF2B5EF4-FFF2-40B4-BE49-F238E27FC236}">
                  <a16:creationId xmlns:a16="http://schemas.microsoft.com/office/drawing/2014/main" id="{D32A4365-0305-8C7B-EC9A-B8FAEC0903D3}"/>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23" name="Google Shape;157;p17">
              <a:extLst>
                <a:ext uri="{FF2B5EF4-FFF2-40B4-BE49-F238E27FC236}">
                  <a16:creationId xmlns:a16="http://schemas.microsoft.com/office/drawing/2014/main" id="{D7F3087D-4A88-7975-9C7B-0ED81192C6A4}"/>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624" name="Group 623">
            <a:extLst>
              <a:ext uri="{FF2B5EF4-FFF2-40B4-BE49-F238E27FC236}">
                <a16:creationId xmlns:a16="http://schemas.microsoft.com/office/drawing/2014/main" id="{0FDC2A8E-5B36-624E-9242-D43F3DE0206A}"/>
              </a:ext>
            </a:extLst>
          </p:cNvPr>
          <p:cNvGrpSpPr/>
          <p:nvPr/>
        </p:nvGrpSpPr>
        <p:grpSpPr>
          <a:xfrm>
            <a:off x="2464529" y="5307226"/>
            <a:ext cx="2143200" cy="3886349"/>
            <a:chOff x="2363680" y="234662"/>
            <a:chExt cx="2143200" cy="3886349"/>
          </a:xfrm>
        </p:grpSpPr>
        <p:grpSp>
          <p:nvGrpSpPr>
            <p:cNvPr id="625" name="Google Shape;136;p17">
              <a:extLst>
                <a:ext uri="{FF2B5EF4-FFF2-40B4-BE49-F238E27FC236}">
                  <a16:creationId xmlns:a16="http://schemas.microsoft.com/office/drawing/2014/main" id="{D37A8A7D-DA9B-F1FB-7A93-4EF3AFF9EDDA}"/>
                </a:ext>
              </a:extLst>
            </p:cNvPr>
            <p:cNvGrpSpPr/>
            <p:nvPr/>
          </p:nvGrpSpPr>
          <p:grpSpPr>
            <a:xfrm>
              <a:off x="2363680" y="1546837"/>
              <a:ext cx="2143200" cy="2574174"/>
              <a:chOff x="2428800" y="228600"/>
              <a:chExt cx="4286400" cy="4686300"/>
            </a:xfrm>
          </p:grpSpPr>
          <p:sp>
            <p:nvSpPr>
              <p:cNvPr id="662" name="Google Shape;137;p17">
                <a:extLst>
                  <a:ext uri="{FF2B5EF4-FFF2-40B4-BE49-F238E27FC236}">
                    <a16:creationId xmlns:a16="http://schemas.microsoft.com/office/drawing/2014/main" id="{FC834576-790B-B86F-3ADE-B2101973D0CC}"/>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663" name="Google Shape;139;p17">
                <a:extLst>
                  <a:ext uri="{FF2B5EF4-FFF2-40B4-BE49-F238E27FC236}">
                    <a16:creationId xmlns:a16="http://schemas.microsoft.com/office/drawing/2014/main" id="{C43A811D-2A80-7CE3-7A5F-10074609E29C}"/>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DepartmentID</a:t>
                </a:r>
                <a:endParaRPr sz="1100" dirty="0">
                  <a:latin typeface="Plus Jakarta Sans"/>
                  <a:ea typeface="Plus Jakarta Sans"/>
                  <a:cs typeface="Plus Jakarta Sans"/>
                  <a:sym typeface="Plus Jakarta Sans"/>
                </a:endParaRPr>
              </a:p>
            </p:txBody>
          </p:sp>
          <p:sp>
            <p:nvSpPr>
              <p:cNvPr id="664" name="Google Shape;140;p17">
                <a:extLst>
                  <a:ext uri="{FF2B5EF4-FFF2-40B4-BE49-F238E27FC236}">
                    <a16:creationId xmlns:a16="http://schemas.microsoft.com/office/drawing/2014/main" id="{3425D9A6-63A1-7A01-924E-F3337B4F1075}"/>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665" name="Google Shape;141;p17">
                <a:extLst>
                  <a:ext uri="{FF2B5EF4-FFF2-40B4-BE49-F238E27FC236}">
                    <a16:creationId xmlns:a16="http://schemas.microsoft.com/office/drawing/2014/main" id="{B76111EF-F7CD-9E62-9315-D5E99D13B251}"/>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DEPARTMENT TABLE</a:t>
                </a:r>
                <a:endParaRPr sz="1200" b="1" dirty="0">
                  <a:latin typeface="Plus Jakarta Sans"/>
                  <a:ea typeface="Plus Jakarta Sans"/>
                  <a:cs typeface="Plus Jakarta Sans"/>
                  <a:sym typeface="Plus Jakarta Sans"/>
                </a:endParaRPr>
              </a:p>
            </p:txBody>
          </p:sp>
          <p:sp>
            <p:nvSpPr>
              <p:cNvPr id="666" name="Google Shape;142;p17">
                <a:extLst>
                  <a:ext uri="{FF2B5EF4-FFF2-40B4-BE49-F238E27FC236}">
                    <a16:creationId xmlns:a16="http://schemas.microsoft.com/office/drawing/2014/main" id="{CF8D3A1E-63E1-AA7E-43D6-E2017C31F03A}"/>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EmployeeList</a:t>
                </a:r>
                <a:endParaRPr sz="1100" dirty="0">
                  <a:latin typeface="Plus Jakarta Sans"/>
                  <a:ea typeface="Plus Jakarta Sans"/>
                  <a:cs typeface="Plus Jakarta Sans"/>
                  <a:sym typeface="Plus Jakarta Sans"/>
                </a:endParaRPr>
              </a:p>
            </p:txBody>
          </p:sp>
          <p:sp>
            <p:nvSpPr>
              <p:cNvPr id="667" name="Google Shape;144;p17">
                <a:extLst>
                  <a:ext uri="{FF2B5EF4-FFF2-40B4-BE49-F238E27FC236}">
                    <a16:creationId xmlns:a16="http://schemas.microsoft.com/office/drawing/2014/main" id="{78092490-F6BE-FF1A-6E6D-30BCB6E67FB0}"/>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OngoingProjects</a:t>
                </a:r>
                <a:endParaRPr sz="1100" dirty="0">
                  <a:latin typeface="Plus Jakarta Sans"/>
                  <a:ea typeface="Plus Jakarta Sans"/>
                  <a:cs typeface="Plus Jakarta Sans"/>
                  <a:sym typeface="Plus Jakarta Sans"/>
                </a:endParaRPr>
              </a:p>
            </p:txBody>
          </p:sp>
          <p:sp>
            <p:nvSpPr>
              <p:cNvPr id="668" name="Google Shape;146;p17">
                <a:extLst>
                  <a:ext uri="{FF2B5EF4-FFF2-40B4-BE49-F238E27FC236}">
                    <a16:creationId xmlns:a16="http://schemas.microsoft.com/office/drawing/2014/main" id="{6B241FFC-0AAE-7E3E-1B7F-594E78646835}"/>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DepartmentNotices</a:t>
                </a:r>
                <a:endParaRPr sz="1100" dirty="0">
                  <a:latin typeface="Plus Jakarta Sans"/>
                  <a:ea typeface="Plus Jakarta Sans"/>
                  <a:cs typeface="Plus Jakarta Sans"/>
                  <a:sym typeface="Plus Jakarta Sans"/>
                </a:endParaRPr>
              </a:p>
            </p:txBody>
          </p:sp>
          <p:sp>
            <p:nvSpPr>
              <p:cNvPr id="669" name="Google Shape;148;p17">
                <a:extLst>
                  <a:ext uri="{FF2B5EF4-FFF2-40B4-BE49-F238E27FC236}">
                    <a16:creationId xmlns:a16="http://schemas.microsoft.com/office/drawing/2014/main" id="{7FEE9FE3-99F9-D812-0C39-B5C8A02B6E1A}"/>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DepartmentHeadID</a:t>
                </a:r>
                <a:endParaRPr sz="1100" dirty="0">
                  <a:latin typeface="Plus Jakarta Sans"/>
                  <a:ea typeface="Plus Jakarta Sans"/>
                  <a:cs typeface="Plus Jakarta Sans"/>
                  <a:sym typeface="Plus Jakarta Sans"/>
                </a:endParaRPr>
              </a:p>
            </p:txBody>
          </p:sp>
          <p:cxnSp>
            <p:nvCxnSpPr>
              <p:cNvPr id="670" name="Google Shape;151;p17">
                <a:extLst>
                  <a:ext uri="{FF2B5EF4-FFF2-40B4-BE49-F238E27FC236}">
                    <a16:creationId xmlns:a16="http://schemas.microsoft.com/office/drawing/2014/main" id="{449181F2-6EBB-5320-1698-1FABE38ECB85}"/>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71" name="Google Shape;152;p17">
                <a:extLst>
                  <a:ext uri="{FF2B5EF4-FFF2-40B4-BE49-F238E27FC236}">
                    <a16:creationId xmlns:a16="http://schemas.microsoft.com/office/drawing/2014/main" id="{26D0F820-C414-ADC6-E7E7-85F0290AF633}"/>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72" name="Google Shape;153;p17">
                <a:extLst>
                  <a:ext uri="{FF2B5EF4-FFF2-40B4-BE49-F238E27FC236}">
                    <a16:creationId xmlns:a16="http://schemas.microsoft.com/office/drawing/2014/main" id="{5C895949-E897-FE16-BA28-D0D34E5A8EEC}"/>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73" name="Google Shape;154;p17">
                <a:extLst>
                  <a:ext uri="{FF2B5EF4-FFF2-40B4-BE49-F238E27FC236}">
                    <a16:creationId xmlns:a16="http://schemas.microsoft.com/office/drawing/2014/main" id="{46C27932-8513-63A8-2344-CD40E1DB69CF}"/>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674" name="Google Shape;155;p17">
                <a:extLst>
                  <a:ext uri="{FF2B5EF4-FFF2-40B4-BE49-F238E27FC236}">
                    <a16:creationId xmlns:a16="http://schemas.microsoft.com/office/drawing/2014/main" id="{9B642EB2-BED5-CC0E-5B5A-D807591F7BBA}"/>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75" name="Google Shape;156;p17">
                <a:extLst>
                  <a:ext uri="{FF2B5EF4-FFF2-40B4-BE49-F238E27FC236}">
                    <a16:creationId xmlns:a16="http://schemas.microsoft.com/office/drawing/2014/main" id="{727B5FF0-7F7E-C853-76D1-9D6A889B112C}"/>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76" name="Google Shape;157;p17">
                <a:extLst>
                  <a:ext uri="{FF2B5EF4-FFF2-40B4-BE49-F238E27FC236}">
                    <a16:creationId xmlns:a16="http://schemas.microsoft.com/office/drawing/2014/main" id="{B43CF76F-D969-07EC-E379-6CDBA7334F58}"/>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626" name="Group 625">
              <a:extLst>
                <a:ext uri="{FF2B5EF4-FFF2-40B4-BE49-F238E27FC236}">
                  <a16:creationId xmlns:a16="http://schemas.microsoft.com/office/drawing/2014/main" id="{861F9A9D-3F45-6204-F666-4C2DDD5E745E}"/>
                </a:ext>
              </a:extLst>
            </p:cNvPr>
            <p:cNvGrpSpPr/>
            <p:nvPr/>
          </p:nvGrpSpPr>
          <p:grpSpPr>
            <a:xfrm>
              <a:off x="2363680" y="234662"/>
              <a:ext cx="2143200" cy="3551648"/>
              <a:chOff x="314028" y="234662"/>
              <a:chExt cx="2143200" cy="3551648"/>
            </a:xfrm>
          </p:grpSpPr>
          <p:grpSp>
            <p:nvGrpSpPr>
              <p:cNvPr id="628" name="Google Shape;136;p17">
                <a:extLst>
                  <a:ext uri="{FF2B5EF4-FFF2-40B4-BE49-F238E27FC236}">
                    <a16:creationId xmlns:a16="http://schemas.microsoft.com/office/drawing/2014/main" id="{E63F06B2-4EAD-B9E9-EAF3-4C8FB1236062}"/>
                  </a:ext>
                </a:extLst>
              </p:cNvPr>
              <p:cNvGrpSpPr/>
              <p:nvPr/>
            </p:nvGrpSpPr>
            <p:grpSpPr>
              <a:xfrm>
                <a:off x="314028" y="1212136"/>
                <a:ext cx="2143200" cy="2574174"/>
                <a:chOff x="2428800" y="228600"/>
                <a:chExt cx="4286400" cy="4686300"/>
              </a:xfrm>
            </p:grpSpPr>
            <p:sp>
              <p:nvSpPr>
                <p:cNvPr id="646" name="Google Shape;137;p17">
                  <a:extLst>
                    <a:ext uri="{FF2B5EF4-FFF2-40B4-BE49-F238E27FC236}">
                      <a16:creationId xmlns:a16="http://schemas.microsoft.com/office/drawing/2014/main" id="{D4774892-05D5-849A-307C-C31E57C00F8C}"/>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dirty="0">
                    <a:latin typeface="Work Sans"/>
                    <a:ea typeface="Work Sans"/>
                    <a:cs typeface="Work Sans"/>
                    <a:sym typeface="Work Sans"/>
                  </a:endParaRPr>
                </a:p>
              </p:txBody>
            </p:sp>
            <p:sp>
              <p:nvSpPr>
                <p:cNvPr id="647" name="Google Shape;139;p17">
                  <a:extLst>
                    <a:ext uri="{FF2B5EF4-FFF2-40B4-BE49-F238E27FC236}">
                      <a16:creationId xmlns:a16="http://schemas.microsoft.com/office/drawing/2014/main" id="{48D895AF-AD0E-77AF-5BA2-C07664C032C8}"/>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EmployeeID</a:t>
                  </a:r>
                  <a:r>
                    <a:rPr lang="en-US" sz="1100" dirty="0">
                      <a:latin typeface="Plus Jakarta Sans"/>
                      <a:ea typeface="Plus Jakarta Sans"/>
                      <a:cs typeface="Plus Jakarta Sans"/>
                      <a:sym typeface="Plus Jakarta Sans"/>
                    </a:rPr>
                    <a:t>	</a:t>
                  </a:r>
                  <a:endParaRPr sz="1100" dirty="0">
                    <a:latin typeface="Plus Jakarta Sans"/>
                    <a:ea typeface="Plus Jakarta Sans"/>
                    <a:cs typeface="Plus Jakarta Sans"/>
                    <a:sym typeface="Plus Jakarta Sans"/>
                  </a:endParaRPr>
                </a:p>
              </p:txBody>
            </p:sp>
            <p:sp>
              <p:nvSpPr>
                <p:cNvPr id="648" name="Google Shape;140;p17">
                  <a:extLst>
                    <a:ext uri="{FF2B5EF4-FFF2-40B4-BE49-F238E27FC236}">
                      <a16:creationId xmlns:a16="http://schemas.microsoft.com/office/drawing/2014/main" id="{8A062332-EBD5-031F-7848-2700BA2B4B5C}"/>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649" name="Google Shape;141;p17">
                  <a:extLst>
                    <a:ext uri="{FF2B5EF4-FFF2-40B4-BE49-F238E27FC236}">
                      <a16:creationId xmlns:a16="http://schemas.microsoft.com/office/drawing/2014/main" id="{EB1C62D0-7688-4FA0-A552-90F97A3B8CF1}"/>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EMPLOYEES TABLE</a:t>
                  </a:r>
                  <a:endParaRPr sz="1200" b="1" dirty="0">
                    <a:latin typeface="Plus Jakarta Sans"/>
                    <a:ea typeface="Plus Jakarta Sans"/>
                    <a:cs typeface="Plus Jakarta Sans"/>
                    <a:sym typeface="Plus Jakarta Sans"/>
                  </a:endParaRPr>
                </a:p>
              </p:txBody>
            </p:sp>
            <p:sp>
              <p:nvSpPr>
                <p:cNvPr id="650" name="Google Shape;142;p17">
                  <a:extLst>
                    <a:ext uri="{FF2B5EF4-FFF2-40B4-BE49-F238E27FC236}">
                      <a16:creationId xmlns:a16="http://schemas.microsoft.com/office/drawing/2014/main" id="{17C4B689-EA51-5C80-66AD-D83C512FB50E}"/>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Password</a:t>
                  </a:r>
                  <a:endParaRPr sz="1100" dirty="0">
                    <a:latin typeface="Plus Jakarta Sans"/>
                    <a:ea typeface="Plus Jakarta Sans"/>
                    <a:cs typeface="Plus Jakarta Sans"/>
                    <a:sym typeface="Plus Jakarta Sans"/>
                  </a:endParaRPr>
                </a:p>
              </p:txBody>
            </p:sp>
            <p:sp>
              <p:nvSpPr>
                <p:cNvPr id="651" name="Google Shape;144;p17">
                  <a:extLst>
                    <a:ext uri="{FF2B5EF4-FFF2-40B4-BE49-F238E27FC236}">
                      <a16:creationId xmlns:a16="http://schemas.microsoft.com/office/drawing/2014/main" id="{64531BDF-D386-921F-155F-B8F2161B5516}"/>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EmployeeName</a:t>
                  </a:r>
                  <a:endParaRPr sz="1100" dirty="0">
                    <a:latin typeface="Plus Jakarta Sans"/>
                    <a:ea typeface="Plus Jakarta Sans"/>
                    <a:cs typeface="Plus Jakarta Sans"/>
                    <a:sym typeface="Plus Jakarta Sans"/>
                  </a:endParaRPr>
                </a:p>
              </p:txBody>
            </p:sp>
            <p:sp>
              <p:nvSpPr>
                <p:cNvPr id="652" name="Google Shape;146;p17">
                  <a:extLst>
                    <a:ext uri="{FF2B5EF4-FFF2-40B4-BE49-F238E27FC236}">
                      <a16:creationId xmlns:a16="http://schemas.microsoft.com/office/drawing/2014/main" id="{32460D5C-91BF-AF9A-01DF-A1ED366212CE}"/>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TeamLead</a:t>
                  </a:r>
                  <a:endParaRPr lang="en-US" sz="1100" dirty="0">
                    <a:latin typeface="Plus Jakarta Sans"/>
                    <a:ea typeface="Plus Jakarta Sans"/>
                    <a:cs typeface="Plus Jakarta Sans"/>
                    <a:sym typeface="Plus Jakarta Sans"/>
                  </a:endParaRPr>
                </a:p>
              </p:txBody>
            </p:sp>
            <p:sp>
              <p:nvSpPr>
                <p:cNvPr id="653" name="Google Shape;148;p17">
                  <a:extLst>
                    <a:ext uri="{FF2B5EF4-FFF2-40B4-BE49-F238E27FC236}">
                      <a16:creationId xmlns:a16="http://schemas.microsoft.com/office/drawing/2014/main" id="{C4C6BC8D-3D01-1F78-B015-82DB3010C122}"/>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Status</a:t>
                  </a:r>
                  <a:endParaRPr sz="1100" dirty="0">
                    <a:latin typeface="Plus Jakarta Sans"/>
                    <a:ea typeface="Plus Jakarta Sans"/>
                    <a:cs typeface="Plus Jakarta Sans"/>
                    <a:sym typeface="Plus Jakarta Sans"/>
                  </a:endParaRPr>
                </a:p>
              </p:txBody>
            </p:sp>
            <p:sp>
              <p:nvSpPr>
                <p:cNvPr id="654" name="Google Shape;150;p17">
                  <a:extLst>
                    <a:ext uri="{FF2B5EF4-FFF2-40B4-BE49-F238E27FC236}">
                      <a16:creationId xmlns:a16="http://schemas.microsoft.com/office/drawing/2014/main" id="{8F644D33-9FA3-7A22-FF7D-7C334AD37A2C}"/>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ClientID</a:t>
                  </a:r>
                  <a:endParaRPr sz="1100" dirty="0">
                    <a:latin typeface="Plus Jakarta Sans"/>
                    <a:ea typeface="Plus Jakarta Sans"/>
                    <a:cs typeface="Plus Jakarta Sans"/>
                    <a:sym typeface="Plus Jakarta Sans"/>
                  </a:endParaRPr>
                </a:p>
              </p:txBody>
            </p:sp>
            <p:cxnSp>
              <p:nvCxnSpPr>
                <p:cNvPr id="655" name="Google Shape;151;p17">
                  <a:extLst>
                    <a:ext uri="{FF2B5EF4-FFF2-40B4-BE49-F238E27FC236}">
                      <a16:creationId xmlns:a16="http://schemas.microsoft.com/office/drawing/2014/main" id="{A3C12645-12E9-9F95-435C-31C59B9F86C4}"/>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56" name="Google Shape;152;p17">
                  <a:extLst>
                    <a:ext uri="{FF2B5EF4-FFF2-40B4-BE49-F238E27FC236}">
                      <a16:creationId xmlns:a16="http://schemas.microsoft.com/office/drawing/2014/main" id="{9105279C-1746-A787-F7A6-38AA9886AA2F}"/>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57" name="Google Shape;153;p17">
                  <a:extLst>
                    <a:ext uri="{FF2B5EF4-FFF2-40B4-BE49-F238E27FC236}">
                      <a16:creationId xmlns:a16="http://schemas.microsoft.com/office/drawing/2014/main" id="{962051FD-84D3-927D-1B2D-86E1E85A150F}"/>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58" name="Google Shape;154;p17">
                  <a:extLst>
                    <a:ext uri="{FF2B5EF4-FFF2-40B4-BE49-F238E27FC236}">
                      <a16:creationId xmlns:a16="http://schemas.microsoft.com/office/drawing/2014/main" id="{D7DE10B4-1432-A295-6131-0E0C2F8FF18A}"/>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659" name="Google Shape;155;p17">
                  <a:extLst>
                    <a:ext uri="{FF2B5EF4-FFF2-40B4-BE49-F238E27FC236}">
                      <a16:creationId xmlns:a16="http://schemas.microsoft.com/office/drawing/2014/main" id="{1D4D0C86-5A1A-CB6B-ADC8-87F491BA0C89}"/>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60" name="Google Shape;156;p17">
                  <a:extLst>
                    <a:ext uri="{FF2B5EF4-FFF2-40B4-BE49-F238E27FC236}">
                      <a16:creationId xmlns:a16="http://schemas.microsoft.com/office/drawing/2014/main" id="{2913D071-8059-1D87-DB1B-0EAE73A3265A}"/>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61" name="Google Shape;157;p17">
                  <a:extLst>
                    <a:ext uri="{FF2B5EF4-FFF2-40B4-BE49-F238E27FC236}">
                      <a16:creationId xmlns:a16="http://schemas.microsoft.com/office/drawing/2014/main" id="{EB06BEBD-F8F9-A387-BDAE-C9745714F34C}"/>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629" name="Google Shape;136;p17">
                <a:extLst>
                  <a:ext uri="{FF2B5EF4-FFF2-40B4-BE49-F238E27FC236}">
                    <a16:creationId xmlns:a16="http://schemas.microsoft.com/office/drawing/2014/main" id="{A0544268-A831-D8A8-9251-EB1DB45D1D2E}"/>
                  </a:ext>
                </a:extLst>
              </p:cNvPr>
              <p:cNvGrpSpPr/>
              <p:nvPr/>
            </p:nvGrpSpPr>
            <p:grpSpPr>
              <a:xfrm>
                <a:off x="314028" y="234662"/>
                <a:ext cx="2143200" cy="2574174"/>
                <a:chOff x="2428800" y="228600"/>
                <a:chExt cx="4286400" cy="4686300"/>
              </a:xfrm>
            </p:grpSpPr>
            <p:sp>
              <p:nvSpPr>
                <p:cNvPr id="630" name="Google Shape;137;p17">
                  <a:extLst>
                    <a:ext uri="{FF2B5EF4-FFF2-40B4-BE49-F238E27FC236}">
                      <a16:creationId xmlns:a16="http://schemas.microsoft.com/office/drawing/2014/main" id="{EA178B00-65CF-DF27-367D-C56C777E58E1}"/>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631" name="Google Shape;139;p17">
                  <a:extLst>
                    <a:ext uri="{FF2B5EF4-FFF2-40B4-BE49-F238E27FC236}">
                      <a16:creationId xmlns:a16="http://schemas.microsoft.com/office/drawing/2014/main" id="{C7F9A71A-A1C9-40E2-9BD2-38918E23DF56}"/>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ProjectID</a:t>
                  </a:r>
                  <a:endParaRPr sz="1100" dirty="0">
                    <a:latin typeface="Plus Jakarta Sans"/>
                    <a:ea typeface="Plus Jakarta Sans"/>
                    <a:cs typeface="Plus Jakarta Sans"/>
                    <a:sym typeface="Plus Jakarta Sans"/>
                  </a:endParaRPr>
                </a:p>
              </p:txBody>
            </p:sp>
            <p:sp>
              <p:nvSpPr>
                <p:cNvPr id="632" name="Google Shape;140;p17">
                  <a:extLst>
                    <a:ext uri="{FF2B5EF4-FFF2-40B4-BE49-F238E27FC236}">
                      <a16:creationId xmlns:a16="http://schemas.microsoft.com/office/drawing/2014/main" id="{E640EE74-9BB0-93AA-D8B6-947666AE0921}"/>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633" name="Google Shape;141;p17">
                  <a:extLst>
                    <a:ext uri="{FF2B5EF4-FFF2-40B4-BE49-F238E27FC236}">
                      <a16:creationId xmlns:a16="http://schemas.microsoft.com/office/drawing/2014/main" id="{FE6D21E9-C4A6-8A8A-2437-76FC085F2DFD}"/>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PROJECTS TABLE</a:t>
                  </a:r>
                  <a:endParaRPr sz="1200" b="1" dirty="0">
                    <a:latin typeface="Plus Jakarta Sans"/>
                    <a:ea typeface="Plus Jakarta Sans"/>
                    <a:cs typeface="Plus Jakarta Sans"/>
                    <a:sym typeface="Plus Jakarta Sans"/>
                  </a:endParaRPr>
                </a:p>
              </p:txBody>
            </p:sp>
            <p:sp>
              <p:nvSpPr>
                <p:cNvPr id="634" name="Google Shape;142;p17">
                  <a:extLst>
                    <a:ext uri="{FF2B5EF4-FFF2-40B4-BE49-F238E27FC236}">
                      <a16:creationId xmlns:a16="http://schemas.microsoft.com/office/drawing/2014/main" id="{8417898A-C11A-88DD-81ED-8B2108702038}"/>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StartDate</a:t>
                  </a:r>
                  <a:endParaRPr sz="1100" dirty="0">
                    <a:latin typeface="Plus Jakarta Sans"/>
                    <a:ea typeface="Plus Jakarta Sans"/>
                    <a:cs typeface="Plus Jakarta Sans"/>
                    <a:sym typeface="Plus Jakarta Sans"/>
                  </a:endParaRPr>
                </a:p>
              </p:txBody>
            </p:sp>
            <p:sp>
              <p:nvSpPr>
                <p:cNvPr id="635" name="Google Shape;144;p17">
                  <a:extLst>
                    <a:ext uri="{FF2B5EF4-FFF2-40B4-BE49-F238E27FC236}">
                      <a16:creationId xmlns:a16="http://schemas.microsoft.com/office/drawing/2014/main" id="{9AF770CD-FBC7-EBDD-75F1-ECB808B90D32}"/>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TaskList</a:t>
                  </a:r>
                  <a:endParaRPr sz="1100" dirty="0">
                    <a:latin typeface="Plus Jakarta Sans"/>
                    <a:ea typeface="Plus Jakarta Sans"/>
                    <a:cs typeface="Plus Jakarta Sans"/>
                    <a:sym typeface="Plus Jakarta Sans"/>
                  </a:endParaRPr>
                </a:p>
              </p:txBody>
            </p:sp>
            <p:sp>
              <p:nvSpPr>
                <p:cNvPr id="636" name="Google Shape;146;p17">
                  <a:extLst>
                    <a:ext uri="{FF2B5EF4-FFF2-40B4-BE49-F238E27FC236}">
                      <a16:creationId xmlns:a16="http://schemas.microsoft.com/office/drawing/2014/main" id="{3C7B9658-7E12-CF57-EBCA-F29B65B287E3}"/>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LogList</a:t>
                  </a:r>
                  <a:endParaRPr sz="1100" dirty="0">
                    <a:latin typeface="Plus Jakarta Sans"/>
                    <a:ea typeface="Plus Jakarta Sans"/>
                    <a:cs typeface="Plus Jakarta Sans"/>
                    <a:sym typeface="Plus Jakarta Sans"/>
                  </a:endParaRPr>
                </a:p>
              </p:txBody>
            </p:sp>
            <p:sp>
              <p:nvSpPr>
                <p:cNvPr id="637" name="Google Shape;148;p17">
                  <a:extLst>
                    <a:ext uri="{FF2B5EF4-FFF2-40B4-BE49-F238E27FC236}">
                      <a16:creationId xmlns:a16="http://schemas.microsoft.com/office/drawing/2014/main" id="{8FFA9898-2D1B-E9CE-4F91-6DED35EDAEAB}"/>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DepartmentList</a:t>
                  </a:r>
                  <a:endParaRPr sz="1100" dirty="0">
                    <a:latin typeface="Plus Jakarta Sans"/>
                    <a:ea typeface="Plus Jakarta Sans"/>
                    <a:cs typeface="Plus Jakarta Sans"/>
                    <a:sym typeface="Plus Jakarta Sans"/>
                  </a:endParaRPr>
                </a:p>
              </p:txBody>
            </p:sp>
            <p:sp>
              <p:nvSpPr>
                <p:cNvPr id="638" name="Google Shape;150;p17">
                  <a:extLst>
                    <a:ext uri="{FF2B5EF4-FFF2-40B4-BE49-F238E27FC236}">
                      <a16:creationId xmlns:a16="http://schemas.microsoft.com/office/drawing/2014/main" id="{E17FCC01-81EE-49C8-DD87-5CEDE37C5F55}"/>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EmployeeList</a:t>
                  </a:r>
                  <a:endParaRPr sz="1100" dirty="0">
                    <a:latin typeface="Plus Jakarta Sans"/>
                    <a:ea typeface="Plus Jakarta Sans"/>
                    <a:cs typeface="Plus Jakarta Sans"/>
                    <a:sym typeface="Plus Jakarta Sans"/>
                  </a:endParaRPr>
                </a:p>
              </p:txBody>
            </p:sp>
            <p:cxnSp>
              <p:nvCxnSpPr>
                <p:cNvPr id="639" name="Google Shape;151;p17">
                  <a:extLst>
                    <a:ext uri="{FF2B5EF4-FFF2-40B4-BE49-F238E27FC236}">
                      <a16:creationId xmlns:a16="http://schemas.microsoft.com/office/drawing/2014/main" id="{F957D264-F941-1B25-F7D1-3F14E81C030B}"/>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40" name="Google Shape;152;p17">
                  <a:extLst>
                    <a:ext uri="{FF2B5EF4-FFF2-40B4-BE49-F238E27FC236}">
                      <a16:creationId xmlns:a16="http://schemas.microsoft.com/office/drawing/2014/main" id="{0B8D172A-9167-980E-195E-57FA67992275}"/>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41" name="Google Shape;153;p17">
                  <a:extLst>
                    <a:ext uri="{FF2B5EF4-FFF2-40B4-BE49-F238E27FC236}">
                      <a16:creationId xmlns:a16="http://schemas.microsoft.com/office/drawing/2014/main" id="{E82DF50B-F0D5-8864-C8D9-1CBFC408CA19}"/>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42" name="Google Shape;154;p17">
                  <a:extLst>
                    <a:ext uri="{FF2B5EF4-FFF2-40B4-BE49-F238E27FC236}">
                      <a16:creationId xmlns:a16="http://schemas.microsoft.com/office/drawing/2014/main" id="{0731DB6D-6A9B-8D8C-1300-7DF255EE3901}"/>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643" name="Google Shape;155;p17">
                  <a:extLst>
                    <a:ext uri="{FF2B5EF4-FFF2-40B4-BE49-F238E27FC236}">
                      <a16:creationId xmlns:a16="http://schemas.microsoft.com/office/drawing/2014/main" id="{60A9C1D7-97CB-AE87-7B63-C95209AC4DB8}"/>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44" name="Google Shape;156;p17">
                  <a:extLst>
                    <a:ext uri="{FF2B5EF4-FFF2-40B4-BE49-F238E27FC236}">
                      <a16:creationId xmlns:a16="http://schemas.microsoft.com/office/drawing/2014/main" id="{95CA3E03-E373-0D64-FA1A-D0ED30B42747}"/>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45" name="Google Shape;157;p17">
                  <a:extLst>
                    <a:ext uri="{FF2B5EF4-FFF2-40B4-BE49-F238E27FC236}">
                      <a16:creationId xmlns:a16="http://schemas.microsoft.com/office/drawing/2014/main" id="{099E1C69-EC3F-0486-D5F9-FF6AF4A77144}"/>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sp>
          <p:nvSpPr>
            <p:cNvPr id="627" name="Google Shape;150;p17">
              <a:extLst>
                <a:ext uri="{FF2B5EF4-FFF2-40B4-BE49-F238E27FC236}">
                  <a16:creationId xmlns:a16="http://schemas.microsoft.com/office/drawing/2014/main" id="{43146D15-AFE7-C03C-7778-CB5FFEF9F4BD}"/>
                </a:ext>
              </a:extLst>
            </p:cNvPr>
            <p:cNvSpPr txBox="1"/>
            <p:nvPr/>
          </p:nvSpPr>
          <p:spPr>
            <a:xfrm>
              <a:off x="2904222" y="3658106"/>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ClientSpecs</a:t>
              </a:r>
              <a:endParaRPr sz="1100" dirty="0">
                <a:latin typeface="Plus Jakarta Sans"/>
                <a:ea typeface="Plus Jakarta Sans"/>
                <a:cs typeface="Plus Jakarta Sans"/>
                <a:sym typeface="Plus Jakarta Sans"/>
              </a:endParaRPr>
            </a:p>
          </p:txBody>
        </p:sp>
      </p:grpSp>
      <p:grpSp>
        <p:nvGrpSpPr>
          <p:cNvPr id="677" name="Google Shape;136;p17">
            <a:extLst>
              <a:ext uri="{FF2B5EF4-FFF2-40B4-BE49-F238E27FC236}">
                <a16:creationId xmlns:a16="http://schemas.microsoft.com/office/drawing/2014/main" id="{C83A4E3D-7760-AEB7-15E2-2677A6F6379F}"/>
              </a:ext>
            </a:extLst>
          </p:cNvPr>
          <p:cNvGrpSpPr/>
          <p:nvPr/>
        </p:nvGrpSpPr>
        <p:grpSpPr>
          <a:xfrm>
            <a:off x="2464529" y="9259177"/>
            <a:ext cx="2143200" cy="2574174"/>
            <a:chOff x="2428800" y="228600"/>
            <a:chExt cx="4286400" cy="4686300"/>
          </a:xfrm>
        </p:grpSpPr>
        <p:sp>
          <p:nvSpPr>
            <p:cNvPr id="678" name="Google Shape;137;p17">
              <a:extLst>
                <a:ext uri="{FF2B5EF4-FFF2-40B4-BE49-F238E27FC236}">
                  <a16:creationId xmlns:a16="http://schemas.microsoft.com/office/drawing/2014/main" id="{360686AA-39B9-3023-52AD-E18DF2134E57}"/>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679" name="Google Shape;139;p17">
              <a:extLst>
                <a:ext uri="{FF2B5EF4-FFF2-40B4-BE49-F238E27FC236}">
                  <a16:creationId xmlns:a16="http://schemas.microsoft.com/office/drawing/2014/main" id="{16E340AC-33DD-B0C4-EBD7-08B8FC41B99B}"/>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LogID</a:t>
              </a:r>
              <a:endParaRPr sz="1100" dirty="0">
                <a:latin typeface="Plus Jakarta Sans"/>
                <a:ea typeface="Plus Jakarta Sans"/>
                <a:cs typeface="Plus Jakarta Sans"/>
                <a:sym typeface="Plus Jakarta Sans"/>
              </a:endParaRPr>
            </a:p>
          </p:txBody>
        </p:sp>
        <p:sp>
          <p:nvSpPr>
            <p:cNvPr id="680" name="Google Shape;140;p17">
              <a:extLst>
                <a:ext uri="{FF2B5EF4-FFF2-40B4-BE49-F238E27FC236}">
                  <a16:creationId xmlns:a16="http://schemas.microsoft.com/office/drawing/2014/main" id="{C4ED79F8-639A-F9F2-E8C9-4278D7417A37}"/>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681" name="Google Shape;141;p17">
              <a:extLst>
                <a:ext uri="{FF2B5EF4-FFF2-40B4-BE49-F238E27FC236}">
                  <a16:creationId xmlns:a16="http://schemas.microsoft.com/office/drawing/2014/main" id="{4B72B281-028F-7C6D-9457-FA39312B9D72}"/>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LOGS TABLE</a:t>
              </a:r>
              <a:endParaRPr sz="1200" b="1" dirty="0">
                <a:latin typeface="Plus Jakarta Sans"/>
                <a:ea typeface="Plus Jakarta Sans"/>
                <a:cs typeface="Plus Jakarta Sans"/>
                <a:sym typeface="Plus Jakarta Sans"/>
              </a:endParaRPr>
            </a:p>
          </p:txBody>
        </p:sp>
        <p:sp>
          <p:nvSpPr>
            <p:cNvPr id="682" name="Google Shape;142;p17">
              <a:extLst>
                <a:ext uri="{FF2B5EF4-FFF2-40B4-BE49-F238E27FC236}">
                  <a16:creationId xmlns:a16="http://schemas.microsoft.com/office/drawing/2014/main" id="{0FE69108-A9D9-EA6A-23BA-EF6AF8F926CB}"/>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TimeofCreation</a:t>
              </a:r>
              <a:endParaRPr sz="1100" dirty="0">
                <a:latin typeface="Plus Jakarta Sans"/>
                <a:ea typeface="Plus Jakarta Sans"/>
                <a:cs typeface="Plus Jakarta Sans"/>
                <a:sym typeface="Plus Jakarta Sans"/>
              </a:endParaRPr>
            </a:p>
          </p:txBody>
        </p:sp>
        <p:sp>
          <p:nvSpPr>
            <p:cNvPr id="683" name="Google Shape;144;p17">
              <a:extLst>
                <a:ext uri="{FF2B5EF4-FFF2-40B4-BE49-F238E27FC236}">
                  <a16:creationId xmlns:a16="http://schemas.microsoft.com/office/drawing/2014/main" id="{CC27ADDA-44A9-309F-AFAE-AC2BABF6CE10}"/>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LogContent</a:t>
              </a:r>
              <a:endParaRPr sz="1100" dirty="0">
                <a:latin typeface="Plus Jakarta Sans"/>
                <a:ea typeface="Plus Jakarta Sans"/>
                <a:cs typeface="Plus Jakarta Sans"/>
                <a:sym typeface="Plus Jakarta Sans"/>
              </a:endParaRPr>
            </a:p>
          </p:txBody>
        </p:sp>
        <p:sp>
          <p:nvSpPr>
            <p:cNvPr id="684" name="Google Shape;146;p17">
              <a:extLst>
                <a:ext uri="{FF2B5EF4-FFF2-40B4-BE49-F238E27FC236}">
                  <a16:creationId xmlns:a16="http://schemas.microsoft.com/office/drawing/2014/main" id="{E6F44B7E-E233-6DC5-EF96-58FEB6C3F517}"/>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CreatedByID</a:t>
              </a:r>
              <a:endParaRPr sz="1100" dirty="0">
                <a:latin typeface="Plus Jakarta Sans"/>
                <a:ea typeface="Plus Jakarta Sans"/>
                <a:cs typeface="Plus Jakarta Sans"/>
                <a:sym typeface="Plus Jakarta Sans"/>
              </a:endParaRPr>
            </a:p>
          </p:txBody>
        </p:sp>
        <p:sp>
          <p:nvSpPr>
            <p:cNvPr id="685" name="Google Shape;148;p17">
              <a:extLst>
                <a:ext uri="{FF2B5EF4-FFF2-40B4-BE49-F238E27FC236}">
                  <a16:creationId xmlns:a16="http://schemas.microsoft.com/office/drawing/2014/main" id="{84F94B07-579C-9362-044C-E6E9B396933F}"/>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ProjectID</a:t>
              </a:r>
              <a:endParaRPr sz="1100" dirty="0">
                <a:latin typeface="Plus Jakarta Sans"/>
                <a:ea typeface="Plus Jakarta Sans"/>
                <a:cs typeface="Plus Jakarta Sans"/>
                <a:sym typeface="Plus Jakarta Sans"/>
              </a:endParaRPr>
            </a:p>
          </p:txBody>
        </p:sp>
        <p:cxnSp>
          <p:nvCxnSpPr>
            <p:cNvPr id="686" name="Google Shape;151;p17">
              <a:extLst>
                <a:ext uri="{FF2B5EF4-FFF2-40B4-BE49-F238E27FC236}">
                  <a16:creationId xmlns:a16="http://schemas.microsoft.com/office/drawing/2014/main" id="{4EAF0471-734A-10AB-7F7F-072B450D82EE}"/>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87" name="Google Shape;152;p17">
              <a:extLst>
                <a:ext uri="{FF2B5EF4-FFF2-40B4-BE49-F238E27FC236}">
                  <a16:creationId xmlns:a16="http://schemas.microsoft.com/office/drawing/2014/main" id="{16232589-4266-E34D-4B9E-E2A9B379D985}"/>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88" name="Google Shape;153;p17">
              <a:extLst>
                <a:ext uri="{FF2B5EF4-FFF2-40B4-BE49-F238E27FC236}">
                  <a16:creationId xmlns:a16="http://schemas.microsoft.com/office/drawing/2014/main" id="{8B7A8D8B-B1FD-6399-FAEF-28B57822A680}"/>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89" name="Google Shape;154;p17">
              <a:extLst>
                <a:ext uri="{FF2B5EF4-FFF2-40B4-BE49-F238E27FC236}">
                  <a16:creationId xmlns:a16="http://schemas.microsoft.com/office/drawing/2014/main" id="{DC8A61BF-695C-7C74-26A4-03FA88800215}"/>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690" name="Google Shape;155;p17">
              <a:extLst>
                <a:ext uri="{FF2B5EF4-FFF2-40B4-BE49-F238E27FC236}">
                  <a16:creationId xmlns:a16="http://schemas.microsoft.com/office/drawing/2014/main" id="{4F07AACF-93F5-3760-7E2B-7D219D928EBB}"/>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91" name="Google Shape;156;p17">
              <a:extLst>
                <a:ext uri="{FF2B5EF4-FFF2-40B4-BE49-F238E27FC236}">
                  <a16:creationId xmlns:a16="http://schemas.microsoft.com/office/drawing/2014/main" id="{3C1C7776-1E18-AEDD-FC86-495F81666A73}"/>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92" name="Google Shape;157;p17">
              <a:extLst>
                <a:ext uri="{FF2B5EF4-FFF2-40B4-BE49-F238E27FC236}">
                  <a16:creationId xmlns:a16="http://schemas.microsoft.com/office/drawing/2014/main" id="{2E7740FA-32B0-2616-6CAC-9291F2C62AE2}"/>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693" name="Google Shape;136;p17">
            <a:extLst>
              <a:ext uri="{FF2B5EF4-FFF2-40B4-BE49-F238E27FC236}">
                <a16:creationId xmlns:a16="http://schemas.microsoft.com/office/drawing/2014/main" id="{537707EE-6200-3B74-085B-645D8D22DF3F}"/>
              </a:ext>
            </a:extLst>
          </p:cNvPr>
          <p:cNvGrpSpPr/>
          <p:nvPr/>
        </p:nvGrpSpPr>
        <p:grpSpPr>
          <a:xfrm>
            <a:off x="4733188" y="10275177"/>
            <a:ext cx="2143200" cy="2574174"/>
            <a:chOff x="2428800" y="228600"/>
            <a:chExt cx="4286400" cy="4686300"/>
          </a:xfrm>
        </p:grpSpPr>
        <p:sp>
          <p:nvSpPr>
            <p:cNvPr id="694" name="Google Shape;137;p17">
              <a:extLst>
                <a:ext uri="{FF2B5EF4-FFF2-40B4-BE49-F238E27FC236}">
                  <a16:creationId xmlns:a16="http://schemas.microsoft.com/office/drawing/2014/main" id="{5D23021E-4BDE-0FA8-4301-80D73A638F4B}"/>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695" name="Google Shape;139;p17">
              <a:extLst>
                <a:ext uri="{FF2B5EF4-FFF2-40B4-BE49-F238E27FC236}">
                  <a16:creationId xmlns:a16="http://schemas.microsoft.com/office/drawing/2014/main" id="{3C4EEE8A-9C58-A478-6306-699751C28B8E}"/>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TaskID</a:t>
              </a:r>
              <a:endParaRPr sz="1100" dirty="0">
                <a:latin typeface="Plus Jakarta Sans"/>
                <a:ea typeface="Plus Jakarta Sans"/>
                <a:cs typeface="Plus Jakarta Sans"/>
                <a:sym typeface="Plus Jakarta Sans"/>
              </a:endParaRPr>
            </a:p>
          </p:txBody>
        </p:sp>
        <p:sp>
          <p:nvSpPr>
            <p:cNvPr id="696" name="Google Shape;140;p17">
              <a:extLst>
                <a:ext uri="{FF2B5EF4-FFF2-40B4-BE49-F238E27FC236}">
                  <a16:creationId xmlns:a16="http://schemas.microsoft.com/office/drawing/2014/main" id="{2D2DCC25-3D68-37BC-82DE-A42B62754CB0}"/>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697" name="Google Shape;141;p17">
              <a:extLst>
                <a:ext uri="{FF2B5EF4-FFF2-40B4-BE49-F238E27FC236}">
                  <a16:creationId xmlns:a16="http://schemas.microsoft.com/office/drawing/2014/main" id="{751B60B6-5A3D-C126-8A5A-0C2AD424547D}"/>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TASKS TABLE</a:t>
              </a:r>
              <a:endParaRPr sz="1200" b="1" dirty="0">
                <a:latin typeface="Plus Jakarta Sans"/>
                <a:ea typeface="Plus Jakarta Sans"/>
                <a:cs typeface="Plus Jakarta Sans"/>
                <a:sym typeface="Plus Jakarta Sans"/>
              </a:endParaRPr>
            </a:p>
          </p:txBody>
        </p:sp>
        <p:sp>
          <p:nvSpPr>
            <p:cNvPr id="698" name="Google Shape;142;p17">
              <a:extLst>
                <a:ext uri="{FF2B5EF4-FFF2-40B4-BE49-F238E27FC236}">
                  <a16:creationId xmlns:a16="http://schemas.microsoft.com/office/drawing/2014/main" id="{B30A62CF-6788-1D48-CF05-0A0CFD3D7E46}"/>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TimeofCreation</a:t>
              </a:r>
              <a:endParaRPr sz="1100" dirty="0">
                <a:latin typeface="Plus Jakarta Sans"/>
                <a:ea typeface="Plus Jakarta Sans"/>
                <a:cs typeface="Plus Jakarta Sans"/>
                <a:sym typeface="Plus Jakarta Sans"/>
              </a:endParaRPr>
            </a:p>
          </p:txBody>
        </p:sp>
        <p:sp>
          <p:nvSpPr>
            <p:cNvPr id="699" name="Google Shape;144;p17">
              <a:extLst>
                <a:ext uri="{FF2B5EF4-FFF2-40B4-BE49-F238E27FC236}">
                  <a16:creationId xmlns:a16="http://schemas.microsoft.com/office/drawing/2014/main" id="{41E73845-2BCF-9461-9594-01A9142E34A4}"/>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TaskContent</a:t>
              </a:r>
              <a:endParaRPr sz="1100" dirty="0">
                <a:latin typeface="Plus Jakarta Sans"/>
                <a:ea typeface="Plus Jakarta Sans"/>
                <a:cs typeface="Plus Jakarta Sans"/>
                <a:sym typeface="Plus Jakarta Sans"/>
              </a:endParaRPr>
            </a:p>
          </p:txBody>
        </p:sp>
        <p:sp>
          <p:nvSpPr>
            <p:cNvPr id="700" name="Google Shape;146;p17">
              <a:extLst>
                <a:ext uri="{FF2B5EF4-FFF2-40B4-BE49-F238E27FC236}">
                  <a16:creationId xmlns:a16="http://schemas.microsoft.com/office/drawing/2014/main" id="{BBFBBA7D-EBB0-BBC7-226E-3AC248D088FE}"/>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CreatedByID</a:t>
              </a:r>
              <a:endParaRPr sz="1100" dirty="0">
                <a:latin typeface="Plus Jakarta Sans"/>
                <a:ea typeface="Plus Jakarta Sans"/>
                <a:cs typeface="Plus Jakarta Sans"/>
                <a:sym typeface="Plus Jakarta Sans"/>
              </a:endParaRPr>
            </a:p>
          </p:txBody>
        </p:sp>
        <p:sp>
          <p:nvSpPr>
            <p:cNvPr id="701" name="Google Shape;148;p17">
              <a:extLst>
                <a:ext uri="{FF2B5EF4-FFF2-40B4-BE49-F238E27FC236}">
                  <a16:creationId xmlns:a16="http://schemas.microsoft.com/office/drawing/2014/main" id="{88779A52-65C8-0D4A-80BA-8E67B5F42FC3}"/>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ProjectID</a:t>
              </a:r>
              <a:endParaRPr sz="1100" dirty="0">
                <a:latin typeface="Plus Jakarta Sans"/>
                <a:ea typeface="Plus Jakarta Sans"/>
                <a:cs typeface="Plus Jakarta Sans"/>
                <a:sym typeface="Plus Jakarta Sans"/>
              </a:endParaRPr>
            </a:p>
          </p:txBody>
        </p:sp>
        <p:cxnSp>
          <p:nvCxnSpPr>
            <p:cNvPr id="702" name="Google Shape;151;p17">
              <a:extLst>
                <a:ext uri="{FF2B5EF4-FFF2-40B4-BE49-F238E27FC236}">
                  <a16:creationId xmlns:a16="http://schemas.microsoft.com/office/drawing/2014/main" id="{CB9F88FB-7DFE-201A-3522-B0A4D1A9EED2}"/>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703" name="Google Shape;152;p17">
              <a:extLst>
                <a:ext uri="{FF2B5EF4-FFF2-40B4-BE49-F238E27FC236}">
                  <a16:creationId xmlns:a16="http://schemas.microsoft.com/office/drawing/2014/main" id="{E273D68B-3B45-A2DF-FD03-3ADC459F7C4E}"/>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704" name="Google Shape;153;p17">
              <a:extLst>
                <a:ext uri="{FF2B5EF4-FFF2-40B4-BE49-F238E27FC236}">
                  <a16:creationId xmlns:a16="http://schemas.microsoft.com/office/drawing/2014/main" id="{050DA7A1-3D2C-080F-1E11-473102C88A83}"/>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705" name="Google Shape;154;p17">
              <a:extLst>
                <a:ext uri="{FF2B5EF4-FFF2-40B4-BE49-F238E27FC236}">
                  <a16:creationId xmlns:a16="http://schemas.microsoft.com/office/drawing/2014/main" id="{7A2B20AB-9D6A-19DA-BCF2-8DDA5A1BE955}"/>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706" name="Google Shape;155;p17">
              <a:extLst>
                <a:ext uri="{FF2B5EF4-FFF2-40B4-BE49-F238E27FC236}">
                  <a16:creationId xmlns:a16="http://schemas.microsoft.com/office/drawing/2014/main" id="{8ECE296E-DC2F-22D0-5CFC-CACE698EB2A7}"/>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707" name="Google Shape;156;p17">
              <a:extLst>
                <a:ext uri="{FF2B5EF4-FFF2-40B4-BE49-F238E27FC236}">
                  <a16:creationId xmlns:a16="http://schemas.microsoft.com/office/drawing/2014/main" id="{0B5C3771-4834-8AD8-744C-91D6EE87CC07}"/>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708" name="Google Shape;157;p17">
              <a:extLst>
                <a:ext uri="{FF2B5EF4-FFF2-40B4-BE49-F238E27FC236}">
                  <a16:creationId xmlns:a16="http://schemas.microsoft.com/office/drawing/2014/main" id="{674A0832-7D65-1C4C-C3EC-CD9C3E7325DF}"/>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476"/>
                                        </p:tgtEl>
                                        <p:attrNameLst>
                                          <p:attrName>style.visibility</p:attrName>
                                        </p:attrNameLst>
                                      </p:cBhvr>
                                      <p:to>
                                        <p:strVal val="visible"/>
                                      </p:to>
                                    </p:set>
                                    <p:anim calcmode="lin" valueType="num">
                                      <p:cBhvr additive="base">
                                        <p:cTn id="7" dur="800" fill="hold"/>
                                        <p:tgtEl>
                                          <p:spTgt spid="476"/>
                                        </p:tgtEl>
                                        <p:attrNameLst>
                                          <p:attrName>ppt_x</p:attrName>
                                        </p:attrNameLst>
                                      </p:cBhvr>
                                      <p:tavLst>
                                        <p:tav tm="0">
                                          <p:val>
                                            <p:strVal val="#ppt_x"/>
                                          </p:val>
                                        </p:tav>
                                        <p:tav tm="100000">
                                          <p:val>
                                            <p:strVal val="#ppt_x"/>
                                          </p:val>
                                        </p:tav>
                                      </p:tavLst>
                                    </p:anim>
                                    <p:anim calcmode="lin" valueType="num">
                                      <p:cBhvr additive="base">
                                        <p:cTn id="8" dur="800" fill="hold"/>
                                        <p:tgtEl>
                                          <p:spTgt spid="476"/>
                                        </p:tgtEl>
                                        <p:attrNameLst>
                                          <p:attrName>ppt_y</p:attrName>
                                        </p:attrNameLst>
                                      </p:cBhvr>
                                      <p:tavLst>
                                        <p:tav tm="0">
                                          <p:val>
                                            <p:strVal val="0-#ppt_h/2"/>
                                          </p:val>
                                        </p:tav>
                                        <p:tav tm="100000">
                                          <p:val>
                                            <p:strVal val="#ppt_y"/>
                                          </p:val>
                                        </p:tav>
                                      </p:tavLst>
                                    </p:anim>
                                  </p:childTnLst>
                                </p:cTn>
                              </p:par>
                            </p:childTnLst>
                          </p:cTn>
                        </p:par>
                        <p:par>
                          <p:cTn id="9" fill="hold">
                            <p:stCondLst>
                              <p:cond delay="800"/>
                            </p:stCondLst>
                            <p:childTnLst>
                              <p:par>
                                <p:cTn id="10" presetID="42" presetClass="entr" presetSubtype="0" fill="hold" grpId="0" nodeType="afterEffect">
                                  <p:stCondLst>
                                    <p:cond delay="0"/>
                                  </p:stCondLst>
                                  <p:childTnLst>
                                    <p:set>
                                      <p:cBhvr>
                                        <p:cTn id="11" dur="1" fill="hold">
                                          <p:stCondLst>
                                            <p:cond delay="0"/>
                                          </p:stCondLst>
                                        </p:cTn>
                                        <p:tgtEl>
                                          <p:spTgt spid="505"/>
                                        </p:tgtEl>
                                        <p:attrNameLst>
                                          <p:attrName>style.visibility</p:attrName>
                                        </p:attrNameLst>
                                      </p:cBhvr>
                                      <p:to>
                                        <p:strVal val="visible"/>
                                      </p:to>
                                    </p:set>
                                    <p:animEffect transition="in" filter="fade">
                                      <p:cBhvr>
                                        <p:cTn id="12" dur="1000"/>
                                        <p:tgtEl>
                                          <p:spTgt spid="505"/>
                                        </p:tgtEl>
                                      </p:cBhvr>
                                    </p:animEffect>
                                    <p:anim calcmode="lin" valueType="num">
                                      <p:cBhvr>
                                        <p:cTn id="13" dur="1000" fill="hold"/>
                                        <p:tgtEl>
                                          <p:spTgt spid="505"/>
                                        </p:tgtEl>
                                        <p:attrNameLst>
                                          <p:attrName>ppt_x</p:attrName>
                                        </p:attrNameLst>
                                      </p:cBhvr>
                                      <p:tavLst>
                                        <p:tav tm="0">
                                          <p:val>
                                            <p:strVal val="#ppt_x"/>
                                          </p:val>
                                        </p:tav>
                                        <p:tav tm="100000">
                                          <p:val>
                                            <p:strVal val="#ppt_x"/>
                                          </p:val>
                                        </p:tav>
                                      </p:tavLst>
                                    </p:anim>
                                    <p:anim calcmode="lin" valueType="num">
                                      <p:cBhvr>
                                        <p:cTn id="14" dur="1000" fill="hold"/>
                                        <p:tgtEl>
                                          <p:spTgt spid="50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06"/>
                                        </p:tgtEl>
                                        <p:attrNameLst>
                                          <p:attrName>style.visibility</p:attrName>
                                        </p:attrNameLst>
                                      </p:cBhvr>
                                      <p:to>
                                        <p:strVal val="visible"/>
                                      </p:to>
                                    </p:set>
                                    <p:animEffect transition="in" filter="fade">
                                      <p:cBhvr>
                                        <p:cTn id="19" dur="500"/>
                                        <p:tgtEl>
                                          <p:spTgt spid="506"/>
                                        </p:tgtEl>
                                      </p:cBhvr>
                                    </p:animEffect>
                                  </p:childTnLst>
                                </p:cTn>
                              </p:par>
                            </p:childTnLst>
                          </p:cTn>
                        </p:par>
                        <p:par>
                          <p:cTn id="20" fill="hold">
                            <p:stCondLst>
                              <p:cond delay="500"/>
                            </p:stCondLst>
                            <p:childTnLst>
                              <p:par>
                                <p:cTn id="21" presetID="42" presetClass="entr" presetSubtype="0" fill="hold" nodeType="afterEffect">
                                  <p:stCondLst>
                                    <p:cond delay="0"/>
                                  </p:stCondLst>
                                  <p:childTnLst>
                                    <p:set>
                                      <p:cBhvr>
                                        <p:cTn id="22" dur="1" fill="hold">
                                          <p:stCondLst>
                                            <p:cond delay="0"/>
                                          </p:stCondLst>
                                        </p:cTn>
                                        <p:tgtEl>
                                          <p:spTgt spid="507"/>
                                        </p:tgtEl>
                                        <p:attrNameLst>
                                          <p:attrName>style.visibility</p:attrName>
                                        </p:attrNameLst>
                                      </p:cBhvr>
                                      <p:to>
                                        <p:strVal val="visible"/>
                                      </p:to>
                                    </p:set>
                                    <p:animEffect transition="in" filter="fade">
                                      <p:cBhvr>
                                        <p:cTn id="23" dur="1000"/>
                                        <p:tgtEl>
                                          <p:spTgt spid="507"/>
                                        </p:tgtEl>
                                      </p:cBhvr>
                                    </p:animEffect>
                                    <p:anim calcmode="lin" valueType="num">
                                      <p:cBhvr>
                                        <p:cTn id="24" dur="1000" fill="hold"/>
                                        <p:tgtEl>
                                          <p:spTgt spid="507"/>
                                        </p:tgtEl>
                                        <p:attrNameLst>
                                          <p:attrName>ppt_x</p:attrName>
                                        </p:attrNameLst>
                                      </p:cBhvr>
                                      <p:tavLst>
                                        <p:tav tm="0">
                                          <p:val>
                                            <p:strVal val="#ppt_x"/>
                                          </p:val>
                                        </p:tav>
                                        <p:tav tm="100000">
                                          <p:val>
                                            <p:strVal val="#ppt_x"/>
                                          </p:val>
                                        </p:tav>
                                      </p:tavLst>
                                    </p:anim>
                                    <p:anim calcmode="lin" valueType="num">
                                      <p:cBhvr>
                                        <p:cTn id="25" dur="1000" fill="hold"/>
                                        <p:tgtEl>
                                          <p:spTgt spid="50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BC3F"/>
        </a:solidFill>
        <a:effectLst/>
      </p:bgPr>
    </p:bg>
    <p:spTree>
      <p:nvGrpSpPr>
        <p:cNvPr id="1" name="Shape 474">
          <a:extLst>
            <a:ext uri="{FF2B5EF4-FFF2-40B4-BE49-F238E27FC236}">
              <a16:creationId xmlns:a16="http://schemas.microsoft.com/office/drawing/2014/main" id="{AFED71FC-5996-5993-427D-30A6376F3E3B}"/>
            </a:ext>
          </a:extLst>
        </p:cNvPr>
        <p:cNvGrpSpPr/>
        <p:nvPr/>
      </p:nvGrpSpPr>
      <p:grpSpPr>
        <a:xfrm>
          <a:off x="0" y="0"/>
          <a:ext cx="0" cy="0"/>
          <a:chOff x="0" y="0"/>
          <a:chExt cx="0" cy="0"/>
        </a:xfrm>
      </p:grpSpPr>
      <p:sp>
        <p:nvSpPr>
          <p:cNvPr id="475" name="Google Shape;475;p26">
            <a:extLst>
              <a:ext uri="{FF2B5EF4-FFF2-40B4-BE49-F238E27FC236}">
                <a16:creationId xmlns:a16="http://schemas.microsoft.com/office/drawing/2014/main" id="{26C412F2-4BCD-9DB4-178C-0BA72700B6C4}"/>
              </a:ext>
            </a:extLst>
          </p:cNvPr>
          <p:cNvSpPr/>
          <p:nvPr/>
        </p:nvSpPr>
        <p:spPr>
          <a:xfrm>
            <a:off x="665325" y="946825"/>
            <a:ext cx="1212900" cy="460500"/>
          </a:xfrm>
          <a:prstGeom prst="rect">
            <a:avLst/>
          </a:prstGeom>
          <a:solidFill>
            <a:srgbClr val="EFBC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507" name="Google Shape;507;p26">
            <a:extLst>
              <a:ext uri="{FF2B5EF4-FFF2-40B4-BE49-F238E27FC236}">
                <a16:creationId xmlns:a16="http://schemas.microsoft.com/office/drawing/2014/main" id="{1A96E22B-17A8-8604-B4B8-9ABE085F638B}"/>
              </a:ext>
            </a:extLst>
          </p:cNvPr>
          <p:cNvGrpSpPr/>
          <p:nvPr/>
        </p:nvGrpSpPr>
        <p:grpSpPr>
          <a:xfrm>
            <a:off x="4473900" y="-6218228"/>
            <a:ext cx="340500" cy="2548165"/>
            <a:chOff x="4813297" y="481258"/>
            <a:chExt cx="340500" cy="2548165"/>
          </a:xfrm>
        </p:grpSpPr>
        <p:sp>
          <p:nvSpPr>
            <p:cNvPr id="508" name="Google Shape;508;p26">
              <a:extLst>
                <a:ext uri="{FF2B5EF4-FFF2-40B4-BE49-F238E27FC236}">
                  <a16:creationId xmlns:a16="http://schemas.microsoft.com/office/drawing/2014/main" id="{E8D91C1B-A64D-4273-3B1C-FD843C05F49B}"/>
                </a:ext>
              </a:extLst>
            </p:cNvPr>
            <p:cNvSpPr txBox="1"/>
            <p:nvPr/>
          </p:nvSpPr>
          <p:spPr>
            <a:xfrm>
              <a:off x="4813297" y="2557523"/>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8</a:t>
              </a:r>
              <a:endParaRPr sz="1100">
                <a:latin typeface="Work Sans"/>
                <a:ea typeface="Work Sans"/>
                <a:cs typeface="Work Sans"/>
                <a:sym typeface="Work Sans"/>
              </a:endParaRPr>
            </a:p>
          </p:txBody>
        </p:sp>
        <p:sp>
          <p:nvSpPr>
            <p:cNvPr id="510" name="Google Shape;510;p26">
              <a:extLst>
                <a:ext uri="{FF2B5EF4-FFF2-40B4-BE49-F238E27FC236}">
                  <a16:creationId xmlns:a16="http://schemas.microsoft.com/office/drawing/2014/main" id="{84CAAAFC-CA2F-389C-BEA8-13A727121126}"/>
                </a:ext>
              </a:extLst>
            </p:cNvPr>
            <p:cNvSpPr txBox="1"/>
            <p:nvPr/>
          </p:nvSpPr>
          <p:spPr>
            <a:xfrm>
              <a:off x="4813299" y="481258"/>
              <a:ext cx="340436" cy="17071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sz="1140">
                  <a:latin typeface="Familjen Grotesk"/>
                  <a:ea typeface="Familjen Grotesk"/>
                  <a:cs typeface="Familjen Grotesk"/>
                  <a:sym typeface="Familjen Grotesk"/>
                </a:rPr>
                <a:t>1</a:t>
              </a:r>
              <a:endParaRPr sz="1140">
                <a:latin typeface="Work Sans"/>
                <a:ea typeface="Work Sans"/>
                <a:cs typeface="Work Sans"/>
                <a:sym typeface="Work Sans"/>
              </a:endParaRPr>
            </a:p>
          </p:txBody>
        </p:sp>
        <p:sp>
          <p:nvSpPr>
            <p:cNvPr id="511" name="Google Shape;511;p26">
              <a:extLst>
                <a:ext uri="{FF2B5EF4-FFF2-40B4-BE49-F238E27FC236}">
                  <a16:creationId xmlns:a16="http://schemas.microsoft.com/office/drawing/2014/main" id="{E21372BF-24CF-240D-7D38-F9CE55081007}"/>
                </a:ext>
              </a:extLst>
            </p:cNvPr>
            <p:cNvSpPr txBox="1"/>
            <p:nvPr/>
          </p:nvSpPr>
          <p:spPr>
            <a:xfrm>
              <a:off x="4813300" y="768607"/>
              <a:ext cx="340436" cy="170713"/>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2</a:t>
              </a:r>
              <a:endParaRPr sz="1100">
                <a:latin typeface="Work Sans"/>
                <a:ea typeface="Work Sans"/>
                <a:cs typeface="Work Sans"/>
                <a:sym typeface="Work Sans"/>
              </a:endParaRPr>
            </a:p>
          </p:txBody>
        </p:sp>
        <p:sp>
          <p:nvSpPr>
            <p:cNvPr id="512" name="Google Shape;512;p26">
              <a:extLst>
                <a:ext uri="{FF2B5EF4-FFF2-40B4-BE49-F238E27FC236}">
                  <a16:creationId xmlns:a16="http://schemas.microsoft.com/office/drawing/2014/main" id="{84502A70-4CE1-DEBC-BDDA-829C9CC08AE6}"/>
                </a:ext>
              </a:extLst>
            </p:cNvPr>
            <p:cNvSpPr txBox="1"/>
            <p:nvPr/>
          </p:nvSpPr>
          <p:spPr>
            <a:xfrm>
              <a:off x="4813297" y="1055956"/>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3</a:t>
              </a:r>
              <a:endParaRPr sz="1100">
                <a:latin typeface="Work Sans"/>
                <a:ea typeface="Work Sans"/>
                <a:cs typeface="Work Sans"/>
                <a:sym typeface="Work Sans"/>
              </a:endParaRPr>
            </a:p>
          </p:txBody>
        </p:sp>
        <p:sp>
          <p:nvSpPr>
            <p:cNvPr id="513" name="Google Shape;513;p26">
              <a:extLst>
                <a:ext uri="{FF2B5EF4-FFF2-40B4-BE49-F238E27FC236}">
                  <a16:creationId xmlns:a16="http://schemas.microsoft.com/office/drawing/2014/main" id="{56AC1C23-4689-9823-1156-E26C7065B924}"/>
                </a:ext>
              </a:extLst>
            </p:cNvPr>
            <p:cNvSpPr txBox="1"/>
            <p:nvPr/>
          </p:nvSpPr>
          <p:spPr>
            <a:xfrm>
              <a:off x="4813297" y="1353037"/>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4</a:t>
              </a:r>
              <a:endParaRPr sz="1100">
                <a:latin typeface="Work Sans"/>
                <a:ea typeface="Work Sans"/>
                <a:cs typeface="Work Sans"/>
                <a:sym typeface="Work Sans"/>
              </a:endParaRPr>
            </a:p>
          </p:txBody>
        </p:sp>
        <p:sp>
          <p:nvSpPr>
            <p:cNvPr id="514" name="Google Shape;514;p26">
              <a:extLst>
                <a:ext uri="{FF2B5EF4-FFF2-40B4-BE49-F238E27FC236}">
                  <a16:creationId xmlns:a16="http://schemas.microsoft.com/office/drawing/2014/main" id="{436F6CA4-0ADC-BA10-2D62-7F4221FD9983}"/>
                </a:ext>
              </a:extLst>
            </p:cNvPr>
            <p:cNvSpPr txBox="1"/>
            <p:nvPr/>
          </p:nvSpPr>
          <p:spPr>
            <a:xfrm>
              <a:off x="4813297" y="1650117"/>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5</a:t>
              </a:r>
              <a:endParaRPr sz="1100">
                <a:latin typeface="Work Sans"/>
                <a:ea typeface="Work Sans"/>
                <a:cs typeface="Work Sans"/>
                <a:sym typeface="Work Sans"/>
              </a:endParaRPr>
            </a:p>
          </p:txBody>
        </p:sp>
        <p:sp>
          <p:nvSpPr>
            <p:cNvPr id="515" name="Google Shape;515;p26">
              <a:extLst>
                <a:ext uri="{FF2B5EF4-FFF2-40B4-BE49-F238E27FC236}">
                  <a16:creationId xmlns:a16="http://schemas.microsoft.com/office/drawing/2014/main" id="{CA4E0AE6-F7C9-1AD5-3975-011F31B9CF68}"/>
                </a:ext>
              </a:extLst>
            </p:cNvPr>
            <p:cNvSpPr txBox="1"/>
            <p:nvPr/>
          </p:nvSpPr>
          <p:spPr>
            <a:xfrm>
              <a:off x="4813297" y="1947198"/>
              <a:ext cx="340436" cy="188526"/>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6</a:t>
              </a:r>
              <a:endParaRPr sz="1100">
                <a:latin typeface="Work Sans"/>
                <a:ea typeface="Work Sans"/>
                <a:cs typeface="Work Sans"/>
                <a:sym typeface="Work Sans"/>
              </a:endParaRPr>
            </a:p>
          </p:txBody>
        </p:sp>
        <p:sp>
          <p:nvSpPr>
            <p:cNvPr id="516" name="Google Shape;516;p26">
              <a:extLst>
                <a:ext uri="{FF2B5EF4-FFF2-40B4-BE49-F238E27FC236}">
                  <a16:creationId xmlns:a16="http://schemas.microsoft.com/office/drawing/2014/main" id="{CD068B96-11BE-3793-0416-7834ACE36667}"/>
                </a:ext>
              </a:extLst>
            </p:cNvPr>
            <p:cNvSpPr txBox="1"/>
            <p:nvPr/>
          </p:nvSpPr>
          <p:spPr>
            <a:xfrm>
              <a:off x="4813297" y="2252361"/>
              <a:ext cx="340436" cy="188526"/>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7</a:t>
              </a:r>
              <a:endParaRPr sz="1100">
                <a:latin typeface="Work Sans"/>
                <a:ea typeface="Work Sans"/>
                <a:cs typeface="Work Sans"/>
                <a:sym typeface="Work Sans"/>
              </a:endParaRPr>
            </a:p>
          </p:txBody>
        </p:sp>
        <p:sp>
          <p:nvSpPr>
            <p:cNvPr id="517" name="Google Shape;517;p26">
              <a:extLst>
                <a:ext uri="{FF2B5EF4-FFF2-40B4-BE49-F238E27FC236}">
                  <a16:creationId xmlns:a16="http://schemas.microsoft.com/office/drawing/2014/main" id="{1855147D-FDDE-20E3-03F9-91D82852A166}"/>
                </a:ext>
              </a:extLst>
            </p:cNvPr>
            <p:cNvSpPr txBox="1"/>
            <p:nvPr/>
          </p:nvSpPr>
          <p:spPr>
            <a:xfrm>
              <a:off x="4813297" y="2849123"/>
              <a:ext cx="340500" cy="1803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9</a:t>
              </a:r>
              <a:endParaRPr sz="1100">
                <a:latin typeface="Work Sans"/>
                <a:ea typeface="Work Sans"/>
                <a:cs typeface="Work Sans"/>
                <a:sym typeface="Work Sans"/>
              </a:endParaRPr>
            </a:p>
          </p:txBody>
        </p:sp>
      </p:grpSp>
      <p:grpSp>
        <p:nvGrpSpPr>
          <p:cNvPr id="46" name="Group 45">
            <a:extLst>
              <a:ext uri="{FF2B5EF4-FFF2-40B4-BE49-F238E27FC236}">
                <a16:creationId xmlns:a16="http://schemas.microsoft.com/office/drawing/2014/main" id="{98E9B9AE-41A9-ED51-C9CB-80AB6326C2C7}"/>
              </a:ext>
            </a:extLst>
          </p:cNvPr>
          <p:cNvGrpSpPr/>
          <p:nvPr/>
        </p:nvGrpSpPr>
        <p:grpSpPr>
          <a:xfrm>
            <a:off x="155045" y="234662"/>
            <a:ext cx="2143200" cy="3551648"/>
            <a:chOff x="314028" y="234662"/>
            <a:chExt cx="2143200" cy="3551648"/>
          </a:xfrm>
        </p:grpSpPr>
        <p:grpSp>
          <p:nvGrpSpPr>
            <p:cNvPr id="29" name="Google Shape;136;p17">
              <a:extLst>
                <a:ext uri="{FF2B5EF4-FFF2-40B4-BE49-F238E27FC236}">
                  <a16:creationId xmlns:a16="http://schemas.microsoft.com/office/drawing/2014/main" id="{0684DA85-C642-0964-6459-DDB92CCEF5DC}"/>
                </a:ext>
              </a:extLst>
            </p:cNvPr>
            <p:cNvGrpSpPr/>
            <p:nvPr/>
          </p:nvGrpSpPr>
          <p:grpSpPr>
            <a:xfrm>
              <a:off x="314028" y="1212136"/>
              <a:ext cx="2143200" cy="2574174"/>
              <a:chOff x="2428800" y="228600"/>
              <a:chExt cx="4286400" cy="4686300"/>
            </a:xfrm>
          </p:grpSpPr>
          <p:sp>
            <p:nvSpPr>
              <p:cNvPr id="30" name="Google Shape;137;p17">
                <a:extLst>
                  <a:ext uri="{FF2B5EF4-FFF2-40B4-BE49-F238E27FC236}">
                    <a16:creationId xmlns:a16="http://schemas.microsoft.com/office/drawing/2014/main" id="{82B75089-5F4C-CB82-AFE4-A32815681D95}"/>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31" name="Google Shape;139;p17">
                <a:extLst>
                  <a:ext uri="{FF2B5EF4-FFF2-40B4-BE49-F238E27FC236}">
                    <a16:creationId xmlns:a16="http://schemas.microsoft.com/office/drawing/2014/main" id="{3DF16127-36D1-58E8-A953-A696A5F73ADA}"/>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EmployeeID</a:t>
                </a:r>
                <a:r>
                  <a:rPr lang="en-US" sz="1100" dirty="0">
                    <a:latin typeface="Plus Jakarta Sans"/>
                    <a:ea typeface="Plus Jakarta Sans"/>
                    <a:cs typeface="Plus Jakarta Sans"/>
                    <a:sym typeface="Plus Jakarta Sans"/>
                  </a:rPr>
                  <a:t>	</a:t>
                </a:r>
                <a:endParaRPr sz="1100" dirty="0">
                  <a:latin typeface="Plus Jakarta Sans"/>
                  <a:ea typeface="Plus Jakarta Sans"/>
                  <a:cs typeface="Plus Jakarta Sans"/>
                  <a:sym typeface="Plus Jakarta Sans"/>
                </a:endParaRPr>
              </a:p>
            </p:txBody>
          </p:sp>
          <p:sp>
            <p:nvSpPr>
              <p:cNvPr id="32" name="Google Shape;140;p17">
                <a:extLst>
                  <a:ext uri="{FF2B5EF4-FFF2-40B4-BE49-F238E27FC236}">
                    <a16:creationId xmlns:a16="http://schemas.microsoft.com/office/drawing/2014/main" id="{AEBBCBE0-A2D3-8D0E-AC90-8585F8FB9A33}"/>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33" name="Google Shape;141;p17">
                <a:extLst>
                  <a:ext uri="{FF2B5EF4-FFF2-40B4-BE49-F238E27FC236}">
                    <a16:creationId xmlns:a16="http://schemas.microsoft.com/office/drawing/2014/main" id="{3CA4DE86-9E99-9555-3987-E6D13FC81C2A}"/>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EMPLOYEES TABLE</a:t>
                </a:r>
                <a:endParaRPr sz="1200" b="1" dirty="0">
                  <a:latin typeface="Plus Jakarta Sans"/>
                  <a:ea typeface="Plus Jakarta Sans"/>
                  <a:cs typeface="Plus Jakarta Sans"/>
                  <a:sym typeface="Plus Jakarta Sans"/>
                </a:endParaRPr>
              </a:p>
            </p:txBody>
          </p:sp>
          <p:sp>
            <p:nvSpPr>
              <p:cNvPr id="34" name="Google Shape;142;p17">
                <a:extLst>
                  <a:ext uri="{FF2B5EF4-FFF2-40B4-BE49-F238E27FC236}">
                    <a16:creationId xmlns:a16="http://schemas.microsoft.com/office/drawing/2014/main" id="{7916D03B-9EE9-A7AC-D1FA-000255C52A57}"/>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Password</a:t>
                </a:r>
                <a:endParaRPr sz="1100" dirty="0">
                  <a:latin typeface="Plus Jakarta Sans"/>
                  <a:ea typeface="Plus Jakarta Sans"/>
                  <a:cs typeface="Plus Jakarta Sans"/>
                  <a:sym typeface="Plus Jakarta Sans"/>
                </a:endParaRPr>
              </a:p>
            </p:txBody>
          </p:sp>
          <p:sp>
            <p:nvSpPr>
              <p:cNvPr id="35" name="Google Shape;144;p17">
                <a:extLst>
                  <a:ext uri="{FF2B5EF4-FFF2-40B4-BE49-F238E27FC236}">
                    <a16:creationId xmlns:a16="http://schemas.microsoft.com/office/drawing/2014/main" id="{3B4F746E-C383-5009-504C-86B5D74EB131}"/>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EmployeeName</a:t>
                </a:r>
                <a:endParaRPr sz="1100" dirty="0">
                  <a:latin typeface="Plus Jakarta Sans"/>
                  <a:ea typeface="Plus Jakarta Sans"/>
                  <a:cs typeface="Plus Jakarta Sans"/>
                  <a:sym typeface="Plus Jakarta Sans"/>
                </a:endParaRPr>
              </a:p>
            </p:txBody>
          </p:sp>
          <p:sp>
            <p:nvSpPr>
              <p:cNvPr id="36" name="Google Shape;146;p17">
                <a:extLst>
                  <a:ext uri="{FF2B5EF4-FFF2-40B4-BE49-F238E27FC236}">
                    <a16:creationId xmlns:a16="http://schemas.microsoft.com/office/drawing/2014/main" id="{B098BE6D-7F21-068B-781A-87FBD665BE52}"/>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EmailID</a:t>
                </a:r>
                <a:endParaRPr sz="1100" dirty="0">
                  <a:latin typeface="Plus Jakarta Sans"/>
                  <a:ea typeface="Plus Jakarta Sans"/>
                  <a:cs typeface="Plus Jakarta Sans"/>
                  <a:sym typeface="Plus Jakarta Sans"/>
                </a:endParaRPr>
              </a:p>
            </p:txBody>
          </p:sp>
          <p:sp>
            <p:nvSpPr>
              <p:cNvPr id="37" name="Google Shape;148;p17">
                <a:extLst>
                  <a:ext uri="{FF2B5EF4-FFF2-40B4-BE49-F238E27FC236}">
                    <a16:creationId xmlns:a16="http://schemas.microsoft.com/office/drawing/2014/main" id="{9FDB6196-D491-6A80-9ED7-26773582DA21}"/>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DateOfJoining</a:t>
                </a:r>
                <a:endParaRPr sz="1100" dirty="0">
                  <a:latin typeface="Plus Jakarta Sans"/>
                  <a:ea typeface="Plus Jakarta Sans"/>
                  <a:cs typeface="Plus Jakarta Sans"/>
                  <a:sym typeface="Plus Jakarta Sans"/>
                </a:endParaRPr>
              </a:p>
            </p:txBody>
          </p:sp>
          <p:sp>
            <p:nvSpPr>
              <p:cNvPr id="38" name="Google Shape;150;p17">
                <a:extLst>
                  <a:ext uri="{FF2B5EF4-FFF2-40B4-BE49-F238E27FC236}">
                    <a16:creationId xmlns:a16="http://schemas.microsoft.com/office/drawing/2014/main" id="{B870DA16-707E-B919-BED6-F5AC9CB01784}"/>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OngoingProjectsList</a:t>
                </a:r>
                <a:endParaRPr sz="1100" dirty="0">
                  <a:latin typeface="Plus Jakarta Sans"/>
                  <a:ea typeface="Plus Jakarta Sans"/>
                  <a:cs typeface="Plus Jakarta Sans"/>
                  <a:sym typeface="Plus Jakarta Sans"/>
                </a:endParaRPr>
              </a:p>
            </p:txBody>
          </p:sp>
          <p:cxnSp>
            <p:nvCxnSpPr>
              <p:cNvPr id="39" name="Google Shape;151;p17">
                <a:extLst>
                  <a:ext uri="{FF2B5EF4-FFF2-40B4-BE49-F238E27FC236}">
                    <a16:creationId xmlns:a16="http://schemas.microsoft.com/office/drawing/2014/main" id="{0B1AF160-D25D-AA64-826F-AA1F2216DC26}"/>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0" name="Google Shape;152;p17">
                <a:extLst>
                  <a:ext uri="{FF2B5EF4-FFF2-40B4-BE49-F238E27FC236}">
                    <a16:creationId xmlns:a16="http://schemas.microsoft.com/office/drawing/2014/main" id="{E926ACAB-278E-A6A8-AD86-19CF65321B56}"/>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1" name="Google Shape;153;p17">
                <a:extLst>
                  <a:ext uri="{FF2B5EF4-FFF2-40B4-BE49-F238E27FC236}">
                    <a16:creationId xmlns:a16="http://schemas.microsoft.com/office/drawing/2014/main" id="{CA6B1616-91EC-EE56-A00B-02707D00621B}"/>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2" name="Google Shape;154;p17">
                <a:extLst>
                  <a:ext uri="{FF2B5EF4-FFF2-40B4-BE49-F238E27FC236}">
                    <a16:creationId xmlns:a16="http://schemas.microsoft.com/office/drawing/2014/main" id="{EB1B45E3-4F75-9390-1F42-A72F9496F65C}"/>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43" name="Google Shape;155;p17">
                <a:extLst>
                  <a:ext uri="{FF2B5EF4-FFF2-40B4-BE49-F238E27FC236}">
                    <a16:creationId xmlns:a16="http://schemas.microsoft.com/office/drawing/2014/main" id="{8171919D-5DB7-E8C4-086D-041189DECAE8}"/>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4" name="Google Shape;156;p17">
                <a:extLst>
                  <a:ext uri="{FF2B5EF4-FFF2-40B4-BE49-F238E27FC236}">
                    <a16:creationId xmlns:a16="http://schemas.microsoft.com/office/drawing/2014/main" id="{47E3D116-2128-873A-4D7F-932BE474B7C7}"/>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5" name="Google Shape;157;p17">
                <a:extLst>
                  <a:ext uri="{FF2B5EF4-FFF2-40B4-BE49-F238E27FC236}">
                    <a16:creationId xmlns:a16="http://schemas.microsoft.com/office/drawing/2014/main" id="{B33101D9-7F72-B671-3A8B-1B2A118DF4B9}"/>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6" name="Google Shape;136;p17">
              <a:extLst>
                <a:ext uri="{FF2B5EF4-FFF2-40B4-BE49-F238E27FC236}">
                  <a16:creationId xmlns:a16="http://schemas.microsoft.com/office/drawing/2014/main" id="{1B4057F3-1A3D-DBBB-D876-0A75D2250830}"/>
                </a:ext>
              </a:extLst>
            </p:cNvPr>
            <p:cNvGrpSpPr/>
            <p:nvPr/>
          </p:nvGrpSpPr>
          <p:grpSpPr>
            <a:xfrm>
              <a:off x="314028" y="234662"/>
              <a:ext cx="2143200" cy="2574174"/>
              <a:chOff x="2428800" y="228600"/>
              <a:chExt cx="4286400" cy="4686300"/>
            </a:xfrm>
          </p:grpSpPr>
          <p:sp>
            <p:nvSpPr>
              <p:cNvPr id="7" name="Google Shape;137;p17">
                <a:extLst>
                  <a:ext uri="{FF2B5EF4-FFF2-40B4-BE49-F238E27FC236}">
                    <a16:creationId xmlns:a16="http://schemas.microsoft.com/office/drawing/2014/main" id="{3BAE3543-CAC8-A9DC-47BD-8639D82D087F}"/>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9" name="Google Shape;139;p17">
                <a:extLst>
                  <a:ext uri="{FF2B5EF4-FFF2-40B4-BE49-F238E27FC236}">
                    <a16:creationId xmlns:a16="http://schemas.microsoft.com/office/drawing/2014/main" id="{FD6452EB-0528-8013-EC8E-FE65888D968F}"/>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EmployeeID</a:t>
                </a:r>
                <a:r>
                  <a:rPr lang="en-US" sz="1100" dirty="0">
                    <a:latin typeface="Plus Jakarta Sans"/>
                    <a:ea typeface="Plus Jakarta Sans"/>
                    <a:cs typeface="Plus Jakarta Sans"/>
                    <a:sym typeface="Plus Jakarta Sans"/>
                  </a:rPr>
                  <a:t>	</a:t>
                </a:r>
                <a:endParaRPr sz="1100" dirty="0">
                  <a:latin typeface="Plus Jakarta Sans"/>
                  <a:ea typeface="Plus Jakarta Sans"/>
                  <a:cs typeface="Plus Jakarta Sans"/>
                  <a:sym typeface="Plus Jakarta Sans"/>
                </a:endParaRPr>
              </a:p>
            </p:txBody>
          </p:sp>
          <p:sp>
            <p:nvSpPr>
              <p:cNvPr id="10" name="Google Shape;140;p17">
                <a:extLst>
                  <a:ext uri="{FF2B5EF4-FFF2-40B4-BE49-F238E27FC236}">
                    <a16:creationId xmlns:a16="http://schemas.microsoft.com/office/drawing/2014/main" id="{96659215-D845-DD35-8452-258400BE4B46}"/>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dirty="0">
                    <a:solidFill>
                      <a:schemeClr val="lt1"/>
                    </a:solidFill>
                    <a:latin typeface="Work Sans"/>
                    <a:ea typeface="Work Sans"/>
                    <a:cs typeface="Work Sans"/>
                    <a:sym typeface="Work Sans"/>
                  </a:rPr>
                  <a:t>1</a:t>
                </a:r>
                <a:endParaRPr sz="900" dirty="0">
                  <a:solidFill>
                    <a:schemeClr val="lt1"/>
                  </a:solidFill>
                  <a:latin typeface="Work Sans"/>
                  <a:ea typeface="Work Sans"/>
                  <a:cs typeface="Work Sans"/>
                  <a:sym typeface="Work Sans"/>
                </a:endParaRPr>
              </a:p>
            </p:txBody>
          </p:sp>
          <p:sp>
            <p:nvSpPr>
              <p:cNvPr id="11" name="Google Shape;141;p17">
                <a:extLst>
                  <a:ext uri="{FF2B5EF4-FFF2-40B4-BE49-F238E27FC236}">
                    <a16:creationId xmlns:a16="http://schemas.microsoft.com/office/drawing/2014/main" id="{79C958DC-CC1A-DF90-091B-A4EC97B09F5F}"/>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EMPLOYEES TABLE</a:t>
                </a:r>
                <a:endParaRPr sz="1200" b="1" dirty="0">
                  <a:latin typeface="Plus Jakarta Sans"/>
                  <a:ea typeface="Plus Jakarta Sans"/>
                  <a:cs typeface="Plus Jakarta Sans"/>
                  <a:sym typeface="Plus Jakarta Sans"/>
                </a:endParaRPr>
              </a:p>
            </p:txBody>
          </p:sp>
          <p:sp>
            <p:nvSpPr>
              <p:cNvPr id="12" name="Google Shape;142;p17">
                <a:extLst>
                  <a:ext uri="{FF2B5EF4-FFF2-40B4-BE49-F238E27FC236}">
                    <a16:creationId xmlns:a16="http://schemas.microsoft.com/office/drawing/2014/main" id="{5A60D98A-B038-B03E-1190-E279618C6A45}"/>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Password</a:t>
                </a:r>
                <a:endParaRPr sz="1100" dirty="0">
                  <a:latin typeface="Plus Jakarta Sans"/>
                  <a:ea typeface="Plus Jakarta Sans"/>
                  <a:cs typeface="Plus Jakarta Sans"/>
                  <a:sym typeface="Plus Jakarta Sans"/>
                </a:endParaRPr>
              </a:p>
            </p:txBody>
          </p:sp>
          <p:sp>
            <p:nvSpPr>
              <p:cNvPr id="14" name="Google Shape;144;p17">
                <a:extLst>
                  <a:ext uri="{FF2B5EF4-FFF2-40B4-BE49-F238E27FC236}">
                    <a16:creationId xmlns:a16="http://schemas.microsoft.com/office/drawing/2014/main" id="{31639D23-19A5-3EDE-3723-8505C5E7BB14}"/>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EmployeeName</a:t>
                </a:r>
                <a:endParaRPr sz="1100" dirty="0">
                  <a:latin typeface="Plus Jakarta Sans"/>
                  <a:ea typeface="Plus Jakarta Sans"/>
                  <a:cs typeface="Plus Jakarta Sans"/>
                  <a:sym typeface="Plus Jakarta Sans"/>
                </a:endParaRPr>
              </a:p>
            </p:txBody>
          </p:sp>
          <p:sp>
            <p:nvSpPr>
              <p:cNvPr id="16" name="Google Shape;146;p17">
                <a:extLst>
                  <a:ext uri="{FF2B5EF4-FFF2-40B4-BE49-F238E27FC236}">
                    <a16:creationId xmlns:a16="http://schemas.microsoft.com/office/drawing/2014/main" id="{E73A5313-922C-EF1C-7E06-D6C519DF3858}"/>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DerpartmentID</a:t>
                </a:r>
                <a:endParaRPr sz="1100" dirty="0">
                  <a:latin typeface="Plus Jakarta Sans"/>
                  <a:ea typeface="Plus Jakarta Sans"/>
                  <a:cs typeface="Plus Jakarta Sans"/>
                  <a:sym typeface="Plus Jakarta Sans"/>
                </a:endParaRPr>
              </a:p>
            </p:txBody>
          </p:sp>
          <p:sp>
            <p:nvSpPr>
              <p:cNvPr id="18" name="Google Shape;148;p17">
                <a:extLst>
                  <a:ext uri="{FF2B5EF4-FFF2-40B4-BE49-F238E27FC236}">
                    <a16:creationId xmlns:a16="http://schemas.microsoft.com/office/drawing/2014/main" id="{B5E9EFF5-9BAD-8688-5427-A89306CF8738}"/>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Designation</a:t>
                </a:r>
                <a:endParaRPr sz="1100" dirty="0">
                  <a:latin typeface="Plus Jakarta Sans"/>
                  <a:ea typeface="Plus Jakarta Sans"/>
                  <a:cs typeface="Plus Jakarta Sans"/>
                  <a:sym typeface="Plus Jakarta Sans"/>
                </a:endParaRPr>
              </a:p>
            </p:txBody>
          </p:sp>
          <p:sp>
            <p:nvSpPr>
              <p:cNvPr id="20" name="Google Shape;150;p17">
                <a:extLst>
                  <a:ext uri="{FF2B5EF4-FFF2-40B4-BE49-F238E27FC236}">
                    <a16:creationId xmlns:a16="http://schemas.microsoft.com/office/drawing/2014/main" id="{5EECCCB1-569C-62BF-46EB-939D1A186533}"/>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PhoneNumber</a:t>
                </a:r>
                <a:endParaRPr sz="1100" dirty="0">
                  <a:latin typeface="Plus Jakarta Sans"/>
                  <a:ea typeface="Plus Jakarta Sans"/>
                  <a:cs typeface="Plus Jakarta Sans"/>
                  <a:sym typeface="Plus Jakarta Sans"/>
                </a:endParaRPr>
              </a:p>
            </p:txBody>
          </p:sp>
          <p:cxnSp>
            <p:nvCxnSpPr>
              <p:cNvPr id="21" name="Google Shape;151;p17">
                <a:extLst>
                  <a:ext uri="{FF2B5EF4-FFF2-40B4-BE49-F238E27FC236}">
                    <a16:creationId xmlns:a16="http://schemas.microsoft.com/office/drawing/2014/main" id="{4D207257-4F9C-2D35-A827-86B5D66B7D23}"/>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22" name="Google Shape;152;p17">
                <a:extLst>
                  <a:ext uri="{FF2B5EF4-FFF2-40B4-BE49-F238E27FC236}">
                    <a16:creationId xmlns:a16="http://schemas.microsoft.com/office/drawing/2014/main" id="{71863C3F-499C-5F6D-9019-BD4BA8396314}"/>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23" name="Google Shape;153;p17">
                <a:extLst>
                  <a:ext uri="{FF2B5EF4-FFF2-40B4-BE49-F238E27FC236}">
                    <a16:creationId xmlns:a16="http://schemas.microsoft.com/office/drawing/2014/main" id="{0569AC1A-2D2F-0566-210C-0084E49F4B8B}"/>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24" name="Google Shape;154;p17">
                <a:extLst>
                  <a:ext uri="{FF2B5EF4-FFF2-40B4-BE49-F238E27FC236}">
                    <a16:creationId xmlns:a16="http://schemas.microsoft.com/office/drawing/2014/main" id="{8CAE8736-9885-53C2-6812-851463016F49}"/>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25" name="Google Shape;155;p17">
                <a:extLst>
                  <a:ext uri="{FF2B5EF4-FFF2-40B4-BE49-F238E27FC236}">
                    <a16:creationId xmlns:a16="http://schemas.microsoft.com/office/drawing/2014/main" id="{A84F3919-FB2B-4B0C-74FB-8122BEEE0550}"/>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26" name="Google Shape;156;p17">
                <a:extLst>
                  <a:ext uri="{FF2B5EF4-FFF2-40B4-BE49-F238E27FC236}">
                    <a16:creationId xmlns:a16="http://schemas.microsoft.com/office/drawing/2014/main" id="{97AA3F95-7091-969D-CC8D-34A47895C8B8}"/>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27" name="Google Shape;157;p17">
                <a:extLst>
                  <a:ext uri="{FF2B5EF4-FFF2-40B4-BE49-F238E27FC236}">
                    <a16:creationId xmlns:a16="http://schemas.microsoft.com/office/drawing/2014/main" id="{0645CFE2-FBEE-B81D-4335-098C478CD7DC}"/>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cxnSp>
        <p:nvCxnSpPr>
          <p:cNvPr id="537" name="Google Shape;151;p17">
            <a:extLst>
              <a:ext uri="{FF2B5EF4-FFF2-40B4-BE49-F238E27FC236}">
                <a16:creationId xmlns:a16="http://schemas.microsoft.com/office/drawing/2014/main" id="{450DD71C-032B-CA04-E711-E6713FDBF8A9}"/>
              </a:ext>
            </a:extLst>
          </p:cNvPr>
          <p:cNvCxnSpPr/>
          <p:nvPr/>
        </p:nvCxnSpPr>
        <p:spPr>
          <a:xfrm rot="10800000" flipH="1">
            <a:off x="4920114" y="695726"/>
            <a:ext cx="1567650" cy="3625"/>
          </a:xfrm>
          <a:prstGeom prst="straightConnector1">
            <a:avLst/>
          </a:prstGeom>
          <a:noFill/>
          <a:ln w="9525" cap="flat" cmpd="sng">
            <a:solidFill>
              <a:srgbClr val="349160"/>
            </a:solidFill>
            <a:prstDash val="solid"/>
            <a:round/>
            <a:headEnd type="none" w="med" len="med"/>
            <a:tailEnd type="none" w="med" len="med"/>
          </a:ln>
        </p:spPr>
      </p:cxnSp>
      <p:cxnSp>
        <p:nvCxnSpPr>
          <p:cNvPr id="539" name="Google Shape;153;p17">
            <a:extLst>
              <a:ext uri="{FF2B5EF4-FFF2-40B4-BE49-F238E27FC236}">
                <a16:creationId xmlns:a16="http://schemas.microsoft.com/office/drawing/2014/main" id="{785C6AEE-98B7-E220-647F-7DA80040A822}"/>
              </a:ext>
            </a:extLst>
          </p:cNvPr>
          <p:cNvCxnSpPr/>
          <p:nvPr/>
        </p:nvCxnSpPr>
        <p:spPr>
          <a:xfrm rot="10800000" flipH="1">
            <a:off x="4920114" y="1348313"/>
            <a:ext cx="1567650" cy="3625"/>
          </a:xfrm>
          <a:prstGeom prst="straightConnector1">
            <a:avLst/>
          </a:prstGeom>
          <a:noFill/>
          <a:ln w="9525" cap="flat" cmpd="sng">
            <a:solidFill>
              <a:srgbClr val="349160"/>
            </a:solidFill>
            <a:prstDash val="solid"/>
            <a:round/>
            <a:headEnd type="none" w="med" len="med"/>
            <a:tailEnd type="none" w="med" len="med"/>
          </a:ln>
        </p:spPr>
      </p:cxnSp>
      <p:grpSp>
        <p:nvGrpSpPr>
          <p:cNvPr id="705" name="Group 704">
            <a:extLst>
              <a:ext uri="{FF2B5EF4-FFF2-40B4-BE49-F238E27FC236}">
                <a16:creationId xmlns:a16="http://schemas.microsoft.com/office/drawing/2014/main" id="{C5823BA3-A1B1-7706-A4F8-717987BF774C}"/>
              </a:ext>
            </a:extLst>
          </p:cNvPr>
          <p:cNvGrpSpPr/>
          <p:nvPr/>
        </p:nvGrpSpPr>
        <p:grpSpPr>
          <a:xfrm>
            <a:off x="4579581" y="259904"/>
            <a:ext cx="2143200" cy="2216596"/>
            <a:chOff x="4579581" y="259904"/>
            <a:chExt cx="2143200" cy="2216596"/>
          </a:xfrm>
        </p:grpSpPr>
        <p:sp>
          <p:nvSpPr>
            <p:cNvPr id="528" name="Google Shape;137;p17">
              <a:extLst>
                <a:ext uri="{FF2B5EF4-FFF2-40B4-BE49-F238E27FC236}">
                  <a16:creationId xmlns:a16="http://schemas.microsoft.com/office/drawing/2014/main" id="{6BC016DF-4D40-B5C5-584D-9208F516286C}"/>
                </a:ext>
              </a:extLst>
            </p:cNvPr>
            <p:cNvSpPr/>
            <p:nvPr/>
          </p:nvSpPr>
          <p:spPr>
            <a:xfrm>
              <a:off x="4579581" y="259904"/>
              <a:ext cx="2143200" cy="2216596"/>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29" name="Google Shape;139;p17">
              <a:extLst>
                <a:ext uri="{FF2B5EF4-FFF2-40B4-BE49-F238E27FC236}">
                  <a16:creationId xmlns:a16="http://schemas.microsoft.com/office/drawing/2014/main" id="{B56A1252-70EC-C747-9683-BF8612314B4A}"/>
                </a:ext>
              </a:extLst>
            </p:cNvPr>
            <p:cNvSpPr txBox="1"/>
            <p:nvPr/>
          </p:nvSpPr>
          <p:spPr>
            <a:xfrm>
              <a:off x="5111656" y="762409"/>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DepartmentID</a:t>
              </a:r>
              <a:endParaRPr sz="1100" dirty="0">
                <a:latin typeface="Plus Jakarta Sans"/>
                <a:ea typeface="Plus Jakarta Sans"/>
                <a:cs typeface="Plus Jakarta Sans"/>
                <a:sym typeface="Plus Jakarta Sans"/>
              </a:endParaRPr>
            </a:p>
          </p:txBody>
        </p:sp>
        <p:sp>
          <p:nvSpPr>
            <p:cNvPr id="530" name="Google Shape;140;p17">
              <a:extLst>
                <a:ext uri="{FF2B5EF4-FFF2-40B4-BE49-F238E27FC236}">
                  <a16:creationId xmlns:a16="http://schemas.microsoft.com/office/drawing/2014/main" id="{C3F526DB-A7AC-E3B3-C24F-AEAC433E1DCC}"/>
                </a:ext>
              </a:extLst>
            </p:cNvPr>
            <p:cNvSpPr/>
            <p:nvPr/>
          </p:nvSpPr>
          <p:spPr>
            <a:xfrm>
              <a:off x="4799364" y="436391"/>
              <a:ext cx="241500" cy="265311"/>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dirty="0">
                  <a:solidFill>
                    <a:schemeClr val="lt1"/>
                  </a:solidFill>
                  <a:latin typeface="Work Sans"/>
                  <a:ea typeface="Work Sans"/>
                  <a:cs typeface="Work Sans"/>
                  <a:sym typeface="Work Sans"/>
                </a:rPr>
                <a:t>3</a:t>
              </a:r>
              <a:endParaRPr sz="900" dirty="0">
                <a:solidFill>
                  <a:schemeClr val="lt1"/>
                </a:solidFill>
                <a:latin typeface="Work Sans"/>
                <a:ea typeface="Work Sans"/>
                <a:cs typeface="Work Sans"/>
                <a:sym typeface="Work Sans"/>
              </a:endParaRPr>
            </a:p>
          </p:txBody>
        </p:sp>
        <p:sp>
          <p:nvSpPr>
            <p:cNvPr id="531" name="Google Shape;141;p17">
              <a:extLst>
                <a:ext uri="{FF2B5EF4-FFF2-40B4-BE49-F238E27FC236}">
                  <a16:creationId xmlns:a16="http://schemas.microsoft.com/office/drawing/2014/main" id="{08DB0237-2BF7-C049-543E-18B8AFC5875B}"/>
                </a:ext>
              </a:extLst>
            </p:cNvPr>
            <p:cNvSpPr txBox="1"/>
            <p:nvPr/>
          </p:nvSpPr>
          <p:spPr>
            <a:xfrm>
              <a:off x="5111656" y="436393"/>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DEPARTMENT TABLE</a:t>
              </a:r>
              <a:endParaRPr sz="1200" b="1" dirty="0">
                <a:latin typeface="Plus Jakarta Sans"/>
                <a:ea typeface="Plus Jakarta Sans"/>
                <a:cs typeface="Plus Jakarta Sans"/>
                <a:sym typeface="Plus Jakarta Sans"/>
              </a:endParaRPr>
            </a:p>
          </p:txBody>
        </p:sp>
        <p:sp>
          <p:nvSpPr>
            <p:cNvPr id="532" name="Google Shape;142;p17">
              <a:extLst>
                <a:ext uri="{FF2B5EF4-FFF2-40B4-BE49-F238E27FC236}">
                  <a16:creationId xmlns:a16="http://schemas.microsoft.com/office/drawing/2014/main" id="{2825A6B3-DA94-2B51-8ECD-1AF5EDF805B2}"/>
                </a:ext>
              </a:extLst>
            </p:cNvPr>
            <p:cNvSpPr txBox="1"/>
            <p:nvPr/>
          </p:nvSpPr>
          <p:spPr>
            <a:xfrm>
              <a:off x="5111656" y="1088426"/>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EmployeeList</a:t>
              </a:r>
              <a:endParaRPr sz="1100" dirty="0">
                <a:latin typeface="Plus Jakarta Sans"/>
                <a:ea typeface="Plus Jakarta Sans"/>
                <a:cs typeface="Plus Jakarta Sans"/>
                <a:sym typeface="Plus Jakarta Sans"/>
              </a:endParaRPr>
            </a:p>
          </p:txBody>
        </p:sp>
        <p:sp>
          <p:nvSpPr>
            <p:cNvPr id="533" name="Google Shape;144;p17">
              <a:extLst>
                <a:ext uri="{FF2B5EF4-FFF2-40B4-BE49-F238E27FC236}">
                  <a16:creationId xmlns:a16="http://schemas.microsoft.com/office/drawing/2014/main" id="{8EFDA39C-8DB4-B609-7004-1B76F60A2281}"/>
                </a:ext>
              </a:extLst>
            </p:cNvPr>
            <p:cNvSpPr txBox="1"/>
            <p:nvPr/>
          </p:nvSpPr>
          <p:spPr>
            <a:xfrm>
              <a:off x="5111656" y="1414457"/>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OngoingProjects</a:t>
              </a:r>
              <a:endParaRPr sz="1100" dirty="0">
                <a:latin typeface="Plus Jakarta Sans"/>
                <a:ea typeface="Plus Jakarta Sans"/>
                <a:cs typeface="Plus Jakarta Sans"/>
                <a:sym typeface="Plus Jakarta Sans"/>
              </a:endParaRPr>
            </a:p>
          </p:txBody>
        </p:sp>
        <p:sp>
          <p:nvSpPr>
            <p:cNvPr id="534" name="Google Shape;146;p17">
              <a:extLst>
                <a:ext uri="{FF2B5EF4-FFF2-40B4-BE49-F238E27FC236}">
                  <a16:creationId xmlns:a16="http://schemas.microsoft.com/office/drawing/2014/main" id="{96C4911D-91FD-AA74-43DC-A50802AB64DE}"/>
                </a:ext>
              </a:extLst>
            </p:cNvPr>
            <p:cNvSpPr txBox="1"/>
            <p:nvPr/>
          </p:nvSpPr>
          <p:spPr>
            <a:xfrm>
              <a:off x="5111656" y="1740498"/>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DepartmentNotices</a:t>
              </a:r>
              <a:endParaRPr sz="1100" dirty="0">
                <a:latin typeface="Plus Jakarta Sans"/>
                <a:ea typeface="Plus Jakarta Sans"/>
                <a:cs typeface="Plus Jakarta Sans"/>
                <a:sym typeface="Plus Jakarta Sans"/>
              </a:endParaRPr>
            </a:p>
          </p:txBody>
        </p:sp>
        <p:sp>
          <p:nvSpPr>
            <p:cNvPr id="535" name="Google Shape;148;p17">
              <a:extLst>
                <a:ext uri="{FF2B5EF4-FFF2-40B4-BE49-F238E27FC236}">
                  <a16:creationId xmlns:a16="http://schemas.microsoft.com/office/drawing/2014/main" id="{3ED414C5-32E2-760C-AFAF-C1158FD5D76A}"/>
                </a:ext>
              </a:extLst>
            </p:cNvPr>
            <p:cNvSpPr txBox="1"/>
            <p:nvPr/>
          </p:nvSpPr>
          <p:spPr>
            <a:xfrm>
              <a:off x="5111656" y="2066548"/>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DepartmentHeadID</a:t>
              </a:r>
              <a:endParaRPr sz="1100" dirty="0">
                <a:latin typeface="Plus Jakarta Sans"/>
                <a:ea typeface="Plus Jakarta Sans"/>
                <a:cs typeface="Plus Jakarta Sans"/>
                <a:sym typeface="Plus Jakarta Sans"/>
              </a:endParaRPr>
            </a:p>
          </p:txBody>
        </p:sp>
        <p:cxnSp>
          <p:nvCxnSpPr>
            <p:cNvPr id="538" name="Google Shape;152;p17">
              <a:extLst>
                <a:ext uri="{FF2B5EF4-FFF2-40B4-BE49-F238E27FC236}">
                  <a16:creationId xmlns:a16="http://schemas.microsoft.com/office/drawing/2014/main" id="{54FB4434-8E97-B52B-B724-2ED274A19D92}"/>
                </a:ext>
              </a:extLst>
            </p:cNvPr>
            <p:cNvCxnSpPr/>
            <p:nvPr/>
          </p:nvCxnSpPr>
          <p:spPr>
            <a:xfrm rot="10800000" flipH="1">
              <a:off x="4920114" y="1020592"/>
              <a:ext cx="1567650" cy="3625"/>
            </a:xfrm>
            <a:prstGeom prst="straightConnector1">
              <a:avLst/>
            </a:prstGeom>
            <a:noFill/>
            <a:ln w="9525" cap="flat" cmpd="sng">
              <a:solidFill>
                <a:srgbClr val="349160"/>
              </a:solidFill>
              <a:prstDash val="solid"/>
              <a:round/>
              <a:headEnd type="none" w="med" len="med"/>
              <a:tailEnd type="none" w="med" len="med"/>
            </a:ln>
          </p:spPr>
        </p:cxnSp>
        <p:cxnSp>
          <p:nvCxnSpPr>
            <p:cNvPr id="540" name="Google Shape;154;p17">
              <a:extLst>
                <a:ext uri="{FF2B5EF4-FFF2-40B4-BE49-F238E27FC236}">
                  <a16:creationId xmlns:a16="http://schemas.microsoft.com/office/drawing/2014/main" id="{ADFA05A7-0B8D-9070-43D0-63956AF44089}"/>
                </a:ext>
              </a:extLst>
            </p:cNvPr>
            <p:cNvCxnSpPr/>
            <p:nvPr/>
          </p:nvCxnSpPr>
          <p:spPr>
            <a:xfrm rot="10800000" flipH="1">
              <a:off x="4920114" y="1672522"/>
              <a:ext cx="1567650" cy="3625"/>
            </a:xfrm>
            <a:prstGeom prst="straightConnector1">
              <a:avLst/>
            </a:prstGeom>
            <a:noFill/>
            <a:ln w="9525" cap="flat" cmpd="sng">
              <a:solidFill>
                <a:srgbClr val="349160"/>
              </a:solidFill>
              <a:prstDash val="solid"/>
              <a:round/>
              <a:headEnd type="none" w="med" len="med"/>
              <a:tailEnd type="none" w="med" len="med"/>
            </a:ln>
          </p:spPr>
        </p:cxnSp>
        <p:cxnSp>
          <p:nvCxnSpPr>
            <p:cNvPr id="541" name="Google Shape;155;p17">
              <a:extLst>
                <a:ext uri="{FF2B5EF4-FFF2-40B4-BE49-F238E27FC236}">
                  <a16:creationId xmlns:a16="http://schemas.microsoft.com/office/drawing/2014/main" id="{AEB27FC1-F0CF-8A57-C96D-48311F2AAE0E}"/>
                </a:ext>
              </a:extLst>
            </p:cNvPr>
            <p:cNvCxnSpPr/>
            <p:nvPr/>
          </p:nvCxnSpPr>
          <p:spPr>
            <a:xfrm rot="10800000" flipH="1">
              <a:off x="4920114" y="2000134"/>
              <a:ext cx="1567650" cy="3625"/>
            </a:xfrm>
            <a:prstGeom prst="straightConnector1">
              <a:avLst/>
            </a:prstGeom>
            <a:noFill/>
            <a:ln w="9525" cap="flat" cmpd="sng">
              <a:solidFill>
                <a:srgbClr val="349160"/>
              </a:solidFill>
              <a:prstDash val="solid"/>
              <a:round/>
              <a:headEnd type="none" w="med" len="med"/>
              <a:tailEnd type="none" w="med" len="med"/>
            </a:ln>
          </p:spPr>
        </p:cxnSp>
        <p:cxnSp>
          <p:nvCxnSpPr>
            <p:cNvPr id="542" name="Google Shape;156;p17">
              <a:extLst>
                <a:ext uri="{FF2B5EF4-FFF2-40B4-BE49-F238E27FC236}">
                  <a16:creationId xmlns:a16="http://schemas.microsoft.com/office/drawing/2014/main" id="{A896A97D-3CDF-5C81-EB1B-726EA0B82E52}"/>
                </a:ext>
              </a:extLst>
            </p:cNvPr>
            <p:cNvCxnSpPr/>
            <p:nvPr/>
          </p:nvCxnSpPr>
          <p:spPr>
            <a:xfrm rot="10800000" flipH="1">
              <a:off x="4920114" y="2325834"/>
              <a:ext cx="1567650" cy="3625"/>
            </a:xfrm>
            <a:prstGeom prst="straightConnector1">
              <a:avLst/>
            </a:prstGeom>
            <a:noFill/>
            <a:ln w="9525" cap="flat" cmpd="sng">
              <a:solidFill>
                <a:srgbClr val="349160"/>
              </a:solidFill>
              <a:prstDash val="solid"/>
              <a:round/>
              <a:headEnd type="none" w="med" len="med"/>
              <a:tailEnd type="none" w="med" len="med"/>
            </a:ln>
          </p:spPr>
        </p:cxnSp>
      </p:grpSp>
      <p:grpSp>
        <p:nvGrpSpPr>
          <p:cNvPr id="468" name="Google Shape;136;p17">
            <a:extLst>
              <a:ext uri="{FF2B5EF4-FFF2-40B4-BE49-F238E27FC236}">
                <a16:creationId xmlns:a16="http://schemas.microsoft.com/office/drawing/2014/main" id="{646D9484-A39C-4DD1-A70A-4E9C714FC9F9}"/>
              </a:ext>
            </a:extLst>
          </p:cNvPr>
          <p:cNvGrpSpPr/>
          <p:nvPr/>
        </p:nvGrpSpPr>
        <p:grpSpPr>
          <a:xfrm>
            <a:off x="6786823" y="259904"/>
            <a:ext cx="2143200" cy="2574174"/>
            <a:chOff x="2428800" y="228600"/>
            <a:chExt cx="4286400" cy="4686300"/>
          </a:xfrm>
        </p:grpSpPr>
        <p:sp>
          <p:nvSpPr>
            <p:cNvPr id="469" name="Google Shape;137;p17">
              <a:extLst>
                <a:ext uri="{FF2B5EF4-FFF2-40B4-BE49-F238E27FC236}">
                  <a16:creationId xmlns:a16="http://schemas.microsoft.com/office/drawing/2014/main" id="{337FB20C-EAE1-0740-4DAA-901DC8E9419E}"/>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470" name="Google Shape;139;p17">
              <a:extLst>
                <a:ext uri="{FF2B5EF4-FFF2-40B4-BE49-F238E27FC236}">
                  <a16:creationId xmlns:a16="http://schemas.microsoft.com/office/drawing/2014/main" id="{EA0B5C3C-3FC8-F3C5-9E2A-CA499FB6B46A}"/>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EventID</a:t>
              </a:r>
              <a:endParaRPr sz="1100" dirty="0">
                <a:latin typeface="Plus Jakarta Sans"/>
                <a:ea typeface="Plus Jakarta Sans"/>
                <a:cs typeface="Plus Jakarta Sans"/>
                <a:sym typeface="Plus Jakarta Sans"/>
              </a:endParaRPr>
            </a:p>
          </p:txBody>
        </p:sp>
        <p:sp>
          <p:nvSpPr>
            <p:cNvPr id="471" name="Google Shape;140;p17">
              <a:extLst>
                <a:ext uri="{FF2B5EF4-FFF2-40B4-BE49-F238E27FC236}">
                  <a16:creationId xmlns:a16="http://schemas.microsoft.com/office/drawing/2014/main" id="{4BF6A68B-FCFF-F22C-4A10-A48986DC3515}"/>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dirty="0">
                  <a:solidFill>
                    <a:schemeClr val="lt1"/>
                  </a:solidFill>
                  <a:latin typeface="Work Sans"/>
                  <a:ea typeface="Work Sans"/>
                  <a:cs typeface="Work Sans"/>
                  <a:sym typeface="Work Sans"/>
                </a:rPr>
                <a:t>4</a:t>
              </a:r>
              <a:endParaRPr sz="900" dirty="0">
                <a:solidFill>
                  <a:schemeClr val="lt1"/>
                </a:solidFill>
                <a:latin typeface="Work Sans"/>
                <a:ea typeface="Work Sans"/>
                <a:cs typeface="Work Sans"/>
                <a:sym typeface="Work Sans"/>
              </a:endParaRPr>
            </a:p>
          </p:txBody>
        </p:sp>
        <p:sp>
          <p:nvSpPr>
            <p:cNvPr id="472" name="Google Shape;141;p17">
              <a:extLst>
                <a:ext uri="{FF2B5EF4-FFF2-40B4-BE49-F238E27FC236}">
                  <a16:creationId xmlns:a16="http://schemas.microsoft.com/office/drawing/2014/main" id="{553440DB-FD51-F8FB-2917-C3B7D44A3A84}"/>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CALENDAR TABLE</a:t>
              </a:r>
              <a:endParaRPr sz="1200" b="1" dirty="0">
                <a:latin typeface="Plus Jakarta Sans"/>
                <a:ea typeface="Plus Jakarta Sans"/>
                <a:cs typeface="Plus Jakarta Sans"/>
                <a:sym typeface="Plus Jakarta Sans"/>
              </a:endParaRPr>
            </a:p>
          </p:txBody>
        </p:sp>
        <p:sp>
          <p:nvSpPr>
            <p:cNvPr id="473" name="Google Shape;142;p17">
              <a:extLst>
                <a:ext uri="{FF2B5EF4-FFF2-40B4-BE49-F238E27FC236}">
                  <a16:creationId xmlns:a16="http://schemas.microsoft.com/office/drawing/2014/main" id="{3CEEB70D-791A-4AC5-733D-C04445BB99A3}"/>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EventDate</a:t>
              </a:r>
              <a:endParaRPr sz="1100" dirty="0">
                <a:latin typeface="Plus Jakarta Sans"/>
                <a:ea typeface="Plus Jakarta Sans"/>
                <a:cs typeface="Plus Jakarta Sans"/>
                <a:sym typeface="Plus Jakarta Sans"/>
              </a:endParaRPr>
            </a:p>
          </p:txBody>
        </p:sp>
        <p:sp>
          <p:nvSpPr>
            <p:cNvPr id="474" name="Google Shape;144;p17">
              <a:extLst>
                <a:ext uri="{FF2B5EF4-FFF2-40B4-BE49-F238E27FC236}">
                  <a16:creationId xmlns:a16="http://schemas.microsoft.com/office/drawing/2014/main" id="{2B3259B7-9DFE-B91D-A821-BFA40ABF3488}"/>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EventName</a:t>
              </a:r>
              <a:endParaRPr sz="1100" dirty="0">
                <a:latin typeface="Plus Jakarta Sans"/>
                <a:ea typeface="Plus Jakarta Sans"/>
                <a:cs typeface="Plus Jakarta Sans"/>
                <a:sym typeface="Plus Jakarta Sans"/>
              </a:endParaRPr>
            </a:p>
          </p:txBody>
        </p:sp>
        <p:sp>
          <p:nvSpPr>
            <p:cNvPr id="518" name="Google Shape;146;p17">
              <a:extLst>
                <a:ext uri="{FF2B5EF4-FFF2-40B4-BE49-F238E27FC236}">
                  <a16:creationId xmlns:a16="http://schemas.microsoft.com/office/drawing/2014/main" id="{FFC540A8-E69B-67F9-BDAC-922F785CEBD4}"/>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EventTime</a:t>
              </a:r>
              <a:endParaRPr sz="1100" dirty="0">
                <a:latin typeface="Plus Jakarta Sans"/>
                <a:ea typeface="Plus Jakarta Sans"/>
                <a:cs typeface="Plus Jakarta Sans"/>
                <a:sym typeface="Plus Jakarta Sans"/>
              </a:endParaRPr>
            </a:p>
          </p:txBody>
        </p:sp>
        <p:sp>
          <p:nvSpPr>
            <p:cNvPr id="519" name="Google Shape;148;p17">
              <a:extLst>
                <a:ext uri="{FF2B5EF4-FFF2-40B4-BE49-F238E27FC236}">
                  <a16:creationId xmlns:a16="http://schemas.microsoft.com/office/drawing/2014/main" id="{68AB5CD7-24B1-F2A8-42EB-D276569DD1BA}"/>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CreatedByID</a:t>
              </a:r>
              <a:endParaRPr sz="1100" dirty="0">
                <a:latin typeface="Plus Jakarta Sans"/>
                <a:ea typeface="Plus Jakarta Sans"/>
                <a:cs typeface="Plus Jakarta Sans"/>
                <a:sym typeface="Plus Jakarta Sans"/>
              </a:endParaRPr>
            </a:p>
          </p:txBody>
        </p:sp>
        <p:sp>
          <p:nvSpPr>
            <p:cNvPr id="520" name="Google Shape;150;p17">
              <a:extLst>
                <a:ext uri="{FF2B5EF4-FFF2-40B4-BE49-F238E27FC236}">
                  <a16:creationId xmlns:a16="http://schemas.microsoft.com/office/drawing/2014/main" id="{E4DAFACD-660A-4ED2-04CB-986FB3C17F90}"/>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DepartmentIDList</a:t>
              </a:r>
              <a:endParaRPr sz="1100" dirty="0">
                <a:latin typeface="Plus Jakarta Sans"/>
                <a:ea typeface="Plus Jakarta Sans"/>
                <a:cs typeface="Plus Jakarta Sans"/>
                <a:sym typeface="Plus Jakarta Sans"/>
              </a:endParaRPr>
            </a:p>
          </p:txBody>
        </p:sp>
        <p:cxnSp>
          <p:nvCxnSpPr>
            <p:cNvPr id="521" name="Google Shape;151;p17">
              <a:extLst>
                <a:ext uri="{FF2B5EF4-FFF2-40B4-BE49-F238E27FC236}">
                  <a16:creationId xmlns:a16="http://schemas.microsoft.com/office/drawing/2014/main" id="{2B80315A-E1EC-789B-6540-B7377441E64E}"/>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22" name="Google Shape;152;p17">
              <a:extLst>
                <a:ext uri="{FF2B5EF4-FFF2-40B4-BE49-F238E27FC236}">
                  <a16:creationId xmlns:a16="http://schemas.microsoft.com/office/drawing/2014/main" id="{2C06B1A2-C805-33C4-4870-A83846C1FFFA}"/>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23" name="Google Shape;153;p17">
              <a:extLst>
                <a:ext uri="{FF2B5EF4-FFF2-40B4-BE49-F238E27FC236}">
                  <a16:creationId xmlns:a16="http://schemas.microsoft.com/office/drawing/2014/main" id="{AF38E319-E6D5-0330-9B3B-90901C5FEDF2}"/>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24" name="Google Shape;154;p17">
              <a:extLst>
                <a:ext uri="{FF2B5EF4-FFF2-40B4-BE49-F238E27FC236}">
                  <a16:creationId xmlns:a16="http://schemas.microsoft.com/office/drawing/2014/main" id="{EDA30E4E-C7CD-8123-10F6-8C57AF15BFF3}"/>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525" name="Google Shape;155;p17">
              <a:extLst>
                <a:ext uri="{FF2B5EF4-FFF2-40B4-BE49-F238E27FC236}">
                  <a16:creationId xmlns:a16="http://schemas.microsoft.com/office/drawing/2014/main" id="{82CA559B-7C04-7F30-1DF0-C18E473E41FD}"/>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26" name="Google Shape;156;p17">
              <a:extLst>
                <a:ext uri="{FF2B5EF4-FFF2-40B4-BE49-F238E27FC236}">
                  <a16:creationId xmlns:a16="http://schemas.microsoft.com/office/drawing/2014/main" id="{B9E94CA8-8677-A0F9-AE45-047DA5768759}"/>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27" name="Google Shape;157;p17">
              <a:extLst>
                <a:ext uri="{FF2B5EF4-FFF2-40B4-BE49-F238E27FC236}">
                  <a16:creationId xmlns:a16="http://schemas.microsoft.com/office/drawing/2014/main" id="{BAB9A9B9-DE2B-86FB-FD68-000401EF676B}"/>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561" name="Group 560">
            <a:extLst>
              <a:ext uri="{FF2B5EF4-FFF2-40B4-BE49-F238E27FC236}">
                <a16:creationId xmlns:a16="http://schemas.microsoft.com/office/drawing/2014/main" id="{CCF99D4B-495C-3389-4D00-4738FF96ED07}"/>
              </a:ext>
            </a:extLst>
          </p:cNvPr>
          <p:cNvGrpSpPr/>
          <p:nvPr/>
        </p:nvGrpSpPr>
        <p:grpSpPr>
          <a:xfrm>
            <a:off x="4579581" y="2569326"/>
            <a:ext cx="2143200" cy="2574174"/>
            <a:chOff x="4579581" y="2928876"/>
            <a:chExt cx="2143200" cy="2574174"/>
          </a:xfrm>
        </p:grpSpPr>
        <p:grpSp>
          <p:nvGrpSpPr>
            <p:cNvPr id="544" name="Google Shape;136;p17">
              <a:extLst>
                <a:ext uri="{FF2B5EF4-FFF2-40B4-BE49-F238E27FC236}">
                  <a16:creationId xmlns:a16="http://schemas.microsoft.com/office/drawing/2014/main" id="{495F9FE6-0EFB-03D3-3685-04F7AC0147B3}"/>
                </a:ext>
              </a:extLst>
            </p:cNvPr>
            <p:cNvGrpSpPr/>
            <p:nvPr/>
          </p:nvGrpSpPr>
          <p:grpSpPr>
            <a:xfrm>
              <a:off x="4579581" y="2928876"/>
              <a:ext cx="2143200" cy="2574174"/>
              <a:chOff x="2428800" y="228600"/>
              <a:chExt cx="4286400" cy="4686300"/>
            </a:xfrm>
          </p:grpSpPr>
          <p:sp>
            <p:nvSpPr>
              <p:cNvPr id="545" name="Google Shape;137;p17">
                <a:extLst>
                  <a:ext uri="{FF2B5EF4-FFF2-40B4-BE49-F238E27FC236}">
                    <a16:creationId xmlns:a16="http://schemas.microsoft.com/office/drawing/2014/main" id="{DF194614-517E-B983-FA65-594173CBC60A}"/>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46" name="Google Shape;139;p17">
                <a:extLst>
                  <a:ext uri="{FF2B5EF4-FFF2-40B4-BE49-F238E27FC236}">
                    <a16:creationId xmlns:a16="http://schemas.microsoft.com/office/drawing/2014/main" id="{136B6377-F380-228A-EACB-EB3B440BBF4C}"/>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NoticeID</a:t>
                </a:r>
                <a:endParaRPr sz="1100" dirty="0">
                  <a:latin typeface="Plus Jakarta Sans"/>
                  <a:ea typeface="Plus Jakarta Sans"/>
                  <a:cs typeface="Plus Jakarta Sans"/>
                  <a:sym typeface="Plus Jakarta Sans"/>
                </a:endParaRPr>
              </a:p>
            </p:txBody>
          </p:sp>
          <p:sp>
            <p:nvSpPr>
              <p:cNvPr id="547" name="Google Shape;140;p17">
                <a:extLst>
                  <a:ext uri="{FF2B5EF4-FFF2-40B4-BE49-F238E27FC236}">
                    <a16:creationId xmlns:a16="http://schemas.microsoft.com/office/drawing/2014/main" id="{4642329A-B8BD-3E98-2282-8B6FAC5F3CD6}"/>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dirty="0">
                    <a:solidFill>
                      <a:schemeClr val="lt1"/>
                    </a:solidFill>
                    <a:latin typeface="Work Sans"/>
                    <a:ea typeface="Work Sans"/>
                    <a:cs typeface="Work Sans"/>
                    <a:sym typeface="Work Sans"/>
                  </a:rPr>
                  <a:t>7</a:t>
                </a:r>
                <a:endParaRPr sz="900" dirty="0">
                  <a:solidFill>
                    <a:schemeClr val="lt1"/>
                  </a:solidFill>
                  <a:latin typeface="Work Sans"/>
                  <a:ea typeface="Work Sans"/>
                  <a:cs typeface="Work Sans"/>
                  <a:sym typeface="Work Sans"/>
                </a:endParaRPr>
              </a:p>
            </p:txBody>
          </p:sp>
          <p:sp>
            <p:nvSpPr>
              <p:cNvPr id="548" name="Google Shape;141;p17">
                <a:extLst>
                  <a:ext uri="{FF2B5EF4-FFF2-40B4-BE49-F238E27FC236}">
                    <a16:creationId xmlns:a16="http://schemas.microsoft.com/office/drawing/2014/main" id="{6DFA3F4B-CA34-5884-F85B-67753F74BC0F}"/>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NOTICES TABLE</a:t>
                </a:r>
                <a:endParaRPr sz="1200" b="1" dirty="0">
                  <a:latin typeface="Plus Jakarta Sans"/>
                  <a:ea typeface="Plus Jakarta Sans"/>
                  <a:cs typeface="Plus Jakarta Sans"/>
                  <a:sym typeface="Plus Jakarta Sans"/>
                </a:endParaRPr>
              </a:p>
            </p:txBody>
          </p:sp>
          <p:sp>
            <p:nvSpPr>
              <p:cNvPr id="549" name="Google Shape;142;p17">
                <a:extLst>
                  <a:ext uri="{FF2B5EF4-FFF2-40B4-BE49-F238E27FC236}">
                    <a16:creationId xmlns:a16="http://schemas.microsoft.com/office/drawing/2014/main" id="{C23DD3EC-6549-0030-5ED2-9D9EBA69B606}"/>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NoticeDate</a:t>
                </a:r>
                <a:endParaRPr sz="1100" dirty="0">
                  <a:latin typeface="Plus Jakarta Sans"/>
                  <a:ea typeface="Plus Jakarta Sans"/>
                  <a:cs typeface="Plus Jakarta Sans"/>
                  <a:sym typeface="Plus Jakarta Sans"/>
                </a:endParaRPr>
              </a:p>
            </p:txBody>
          </p:sp>
          <p:sp>
            <p:nvSpPr>
              <p:cNvPr id="550" name="Google Shape;144;p17">
                <a:extLst>
                  <a:ext uri="{FF2B5EF4-FFF2-40B4-BE49-F238E27FC236}">
                    <a16:creationId xmlns:a16="http://schemas.microsoft.com/office/drawing/2014/main" id="{20E02A8D-F0A5-6320-6589-8FBE91D2D9CF}"/>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NoticeTitle</a:t>
                </a:r>
                <a:endParaRPr sz="1100" dirty="0">
                  <a:latin typeface="Plus Jakarta Sans"/>
                  <a:ea typeface="Plus Jakarta Sans"/>
                  <a:cs typeface="Plus Jakarta Sans"/>
                  <a:sym typeface="Plus Jakarta Sans"/>
                </a:endParaRPr>
              </a:p>
            </p:txBody>
          </p:sp>
          <p:sp>
            <p:nvSpPr>
              <p:cNvPr id="551" name="Google Shape;146;p17">
                <a:extLst>
                  <a:ext uri="{FF2B5EF4-FFF2-40B4-BE49-F238E27FC236}">
                    <a16:creationId xmlns:a16="http://schemas.microsoft.com/office/drawing/2014/main" id="{B4F926D5-F106-0F0F-ED9C-AE18EADAECA8}"/>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NoticeContent</a:t>
                </a:r>
                <a:endParaRPr sz="1100" dirty="0">
                  <a:latin typeface="Plus Jakarta Sans"/>
                  <a:ea typeface="Plus Jakarta Sans"/>
                  <a:cs typeface="Plus Jakarta Sans"/>
                  <a:sym typeface="Plus Jakarta Sans"/>
                </a:endParaRPr>
              </a:p>
            </p:txBody>
          </p:sp>
          <p:sp>
            <p:nvSpPr>
              <p:cNvPr id="552" name="Google Shape;148;p17">
                <a:extLst>
                  <a:ext uri="{FF2B5EF4-FFF2-40B4-BE49-F238E27FC236}">
                    <a16:creationId xmlns:a16="http://schemas.microsoft.com/office/drawing/2014/main" id="{5C030AB6-8F67-8107-B056-D94F3BEBE8EA}"/>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CreatedByID</a:t>
                </a:r>
                <a:endParaRPr sz="1100" dirty="0">
                  <a:latin typeface="Plus Jakarta Sans"/>
                  <a:ea typeface="Plus Jakarta Sans"/>
                  <a:cs typeface="Plus Jakarta Sans"/>
                  <a:sym typeface="Plus Jakarta Sans"/>
                </a:endParaRPr>
              </a:p>
            </p:txBody>
          </p:sp>
          <p:cxnSp>
            <p:nvCxnSpPr>
              <p:cNvPr id="553" name="Google Shape;151;p17">
                <a:extLst>
                  <a:ext uri="{FF2B5EF4-FFF2-40B4-BE49-F238E27FC236}">
                    <a16:creationId xmlns:a16="http://schemas.microsoft.com/office/drawing/2014/main" id="{34E531F4-1298-31DD-070E-AC39803FED6E}"/>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54" name="Google Shape;152;p17">
                <a:extLst>
                  <a:ext uri="{FF2B5EF4-FFF2-40B4-BE49-F238E27FC236}">
                    <a16:creationId xmlns:a16="http://schemas.microsoft.com/office/drawing/2014/main" id="{A0186999-3E02-BB87-D566-4FBFB226E935}"/>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55" name="Google Shape;153;p17">
                <a:extLst>
                  <a:ext uri="{FF2B5EF4-FFF2-40B4-BE49-F238E27FC236}">
                    <a16:creationId xmlns:a16="http://schemas.microsoft.com/office/drawing/2014/main" id="{6D8B39BC-0C48-1777-3535-28789FE6FA24}"/>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56" name="Google Shape;154;p17">
                <a:extLst>
                  <a:ext uri="{FF2B5EF4-FFF2-40B4-BE49-F238E27FC236}">
                    <a16:creationId xmlns:a16="http://schemas.microsoft.com/office/drawing/2014/main" id="{B58510F7-EF61-931C-A6BF-435E4D36B639}"/>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557" name="Google Shape;155;p17">
                <a:extLst>
                  <a:ext uri="{FF2B5EF4-FFF2-40B4-BE49-F238E27FC236}">
                    <a16:creationId xmlns:a16="http://schemas.microsoft.com/office/drawing/2014/main" id="{64F8E2E0-C142-BDE6-DB24-0C9E0E3115AB}"/>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58" name="Google Shape;156;p17">
                <a:extLst>
                  <a:ext uri="{FF2B5EF4-FFF2-40B4-BE49-F238E27FC236}">
                    <a16:creationId xmlns:a16="http://schemas.microsoft.com/office/drawing/2014/main" id="{350EF673-19AC-A9AB-6C94-E3987F511082}"/>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59" name="Google Shape;157;p17">
                <a:extLst>
                  <a:ext uri="{FF2B5EF4-FFF2-40B4-BE49-F238E27FC236}">
                    <a16:creationId xmlns:a16="http://schemas.microsoft.com/office/drawing/2014/main" id="{BE5C0CE5-5DE6-F688-FC9D-EDCEBAD7C118}"/>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sp>
          <p:nvSpPr>
            <p:cNvPr id="560" name="Google Shape;148;p17">
              <a:extLst>
                <a:ext uri="{FF2B5EF4-FFF2-40B4-BE49-F238E27FC236}">
                  <a16:creationId xmlns:a16="http://schemas.microsoft.com/office/drawing/2014/main" id="{49E14E81-2E6C-1B06-8A06-B084DEECD1D4}"/>
                </a:ext>
              </a:extLst>
            </p:cNvPr>
            <p:cNvSpPr txBox="1"/>
            <p:nvPr/>
          </p:nvSpPr>
          <p:spPr>
            <a:xfrm>
              <a:off x="5111656" y="5010844"/>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DepartmentIDList</a:t>
              </a:r>
              <a:endParaRPr sz="1100" dirty="0">
                <a:latin typeface="Plus Jakarta Sans"/>
                <a:ea typeface="Plus Jakarta Sans"/>
                <a:cs typeface="Plus Jakarta Sans"/>
                <a:sym typeface="Plus Jakarta Sans"/>
              </a:endParaRPr>
            </a:p>
          </p:txBody>
        </p:sp>
      </p:grpSp>
      <p:grpSp>
        <p:nvGrpSpPr>
          <p:cNvPr id="562" name="Google Shape;136;p17">
            <a:extLst>
              <a:ext uri="{FF2B5EF4-FFF2-40B4-BE49-F238E27FC236}">
                <a16:creationId xmlns:a16="http://schemas.microsoft.com/office/drawing/2014/main" id="{36B045A0-16AF-803C-5F0B-D7B04C43082B}"/>
              </a:ext>
            </a:extLst>
          </p:cNvPr>
          <p:cNvGrpSpPr/>
          <p:nvPr/>
        </p:nvGrpSpPr>
        <p:grpSpPr>
          <a:xfrm>
            <a:off x="6786823" y="2894783"/>
            <a:ext cx="2143200" cy="2574174"/>
            <a:chOff x="2428800" y="228600"/>
            <a:chExt cx="4286400" cy="4686300"/>
          </a:xfrm>
        </p:grpSpPr>
        <p:sp>
          <p:nvSpPr>
            <p:cNvPr id="563" name="Google Shape;137;p17">
              <a:extLst>
                <a:ext uri="{FF2B5EF4-FFF2-40B4-BE49-F238E27FC236}">
                  <a16:creationId xmlns:a16="http://schemas.microsoft.com/office/drawing/2014/main" id="{4735C42B-06AE-8A5A-9A2C-521ABBAFE96E}"/>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64" name="Google Shape;139;p17">
              <a:extLst>
                <a:ext uri="{FF2B5EF4-FFF2-40B4-BE49-F238E27FC236}">
                  <a16:creationId xmlns:a16="http://schemas.microsoft.com/office/drawing/2014/main" id="{1A1A53D3-DD3C-3333-C19E-D58C01E87D65}"/>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LeaveID</a:t>
              </a:r>
              <a:endParaRPr sz="1100" dirty="0">
                <a:latin typeface="Plus Jakarta Sans"/>
                <a:ea typeface="Plus Jakarta Sans"/>
                <a:cs typeface="Plus Jakarta Sans"/>
                <a:sym typeface="Plus Jakarta Sans"/>
              </a:endParaRPr>
            </a:p>
          </p:txBody>
        </p:sp>
        <p:sp>
          <p:nvSpPr>
            <p:cNvPr id="565" name="Google Shape;140;p17">
              <a:extLst>
                <a:ext uri="{FF2B5EF4-FFF2-40B4-BE49-F238E27FC236}">
                  <a16:creationId xmlns:a16="http://schemas.microsoft.com/office/drawing/2014/main" id="{8CEC2F35-3B7B-51EC-854D-4E8434B7A694}"/>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dirty="0">
                  <a:solidFill>
                    <a:schemeClr val="lt1"/>
                  </a:solidFill>
                  <a:latin typeface="Work Sans"/>
                  <a:ea typeface="Work Sans"/>
                  <a:cs typeface="Work Sans"/>
                  <a:sym typeface="Work Sans"/>
                </a:rPr>
                <a:t>8</a:t>
              </a:r>
              <a:endParaRPr sz="900" dirty="0">
                <a:solidFill>
                  <a:schemeClr val="lt1"/>
                </a:solidFill>
                <a:latin typeface="Work Sans"/>
                <a:ea typeface="Work Sans"/>
                <a:cs typeface="Work Sans"/>
                <a:sym typeface="Work Sans"/>
              </a:endParaRPr>
            </a:p>
          </p:txBody>
        </p:sp>
        <p:sp>
          <p:nvSpPr>
            <p:cNvPr id="566" name="Google Shape;141;p17">
              <a:extLst>
                <a:ext uri="{FF2B5EF4-FFF2-40B4-BE49-F238E27FC236}">
                  <a16:creationId xmlns:a16="http://schemas.microsoft.com/office/drawing/2014/main" id="{8E111868-DA7C-C05B-ADE6-E6E55F370C37}"/>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LEAVES TABLE</a:t>
              </a:r>
              <a:endParaRPr sz="1200" b="1" dirty="0">
                <a:latin typeface="Plus Jakarta Sans"/>
                <a:ea typeface="Plus Jakarta Sans"/>
                <a:cs typeface="Plus Jakarta Sans"/>
                <a:sym typeface="Plus Jakarta Sans"/>
              </a:endParaRPr>
            </a:p>
          </p:txBody>
        </p:sp>
        <p:sp>
          <p:nvSpPr>
            <p:cNvPr id="567" name="Google Shape;142;p17">
              <a:extLst>
                <a:ext uri="{FF2B5EF4-FFF2-40B4-BE49-F238E27FC236}">
                  <a16:creationId xmlns:a16="http://schemas.microsoft.com/office/drawing/2014/main" id="{1265BE23-97A0-AD8E-A9C2-B53E636AF896}"/>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LeaveDate</a:t>
              </a:r>
              <a:endParaRPr sz="1100" dirty="0">
                <a:latin typeface="Plus Jakarta Sans"/>
                <a:ea typeface="Plus Jakarta Sans"/>
                <a:cs typeface="Plus Jakarta Sans"/>
                <a:sym typeface="Plus Jakarta Sans"/>
              </a:endParaRPr>
            </a:p>
          </p:txBody>
        </p:sp>
        <p:sp>
          <p:nvSpPr>
            <p:cNvPr id="568" name="Google Shape;144;p17">
              <a:extLst>
                <a:ext uri="{FF2B5EF4-FFF2-40B4-BE49-F238E27FC236}">
                  <a16:creationId xmlns:a16="http://schemas.microsoft.com/office/drawing/2014/main" id="{3B3F370D-3A7D-9C52-FC6F-FB1DE5BC16D8}"/>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LeaveTitle</a:t>
              </a:r>
              <a:endParaRPr sz="1100" dirty="0">
                <a:latin typeface="Plus Jakarta Sans"/>
                <a:ea typeface="Plus Jakarta Sans"/>
                <a:cs typeface="Plus Jakarta Sans"/>
                <a:sym typeface="Plus Jakarta Sans"/>
              </a:endParaRPr>
            </a:p>
          </p:txBody>
        </p:sp>
        <p:sp>
          <p:nvSpPr>
            <p:cNvPr id="569" name="Google Shape;146;p17">
              <a:extLst>
                <a:ext uri="{FF2B5EF4-FFF2-40B4-BE49-F238E27FC236}">
                  <a16:creationId xmlns:a16="http://schemas.microsoft.com/office/drawing/2014/main" id="{50A66747-19E3-1A51-6FDC-16CF697514EA}"/>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LeaveContent</a:t>
              </a:r>
              <a:endParaRPr sz="1100" dirty="0">
                <a:latin typeface="Plus Jakarta Sans"/>
                <a:ea typeface="Plus Jakarta Sans"/>
                <a:cs typeface="Plus Jakarta Sans"/>
                <a:sym typeface="Plus Jakarta Sans"/>
              </a:endParaRPr>
            </a:p>
          </p:txBody>
        </p:sp>
        <p:sp>
          <p:nvSpPr>
            <p:cNvPr id="570" name="Google Shape;148;p17">
              <a:extLst>
                <a:ext uri="{FF2B5EF4-FFF2-40B4-BE49-F238E27FC236}">
                  <a16:creationId xmlns:a16="http://schemas.microsoft.com/office/drawing/2014/main" id="{F0E927A3-F741-2EDC-20EE-DCD0F52B39DE}"/>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CreatedBy</a:t>
              </a:r>
              <a:endParaRPr sz="1100" dirty="0">
                <a:latin typeface="Plus Jakarta Sans"/>
                <a:ea typeface="Plus Jakarta Sans"/>
                <a:cs typeface="Plus Jakarta Sans"/>
                <a:sym typeface="Plus Jakarta Sans"/>
              </a:endParaRPr>
            </a:p>
          </p:txBody>
        </p:sp>
        <p:sp>
          <p:nvSpPr>
            <p:cNvPr id="571" name="Google Shape;150;p17">
              <a:extLst>
                <a:ext uri="{FF2B5EF4-FFF2-40B4-BE49-F238E27FC236}">
                  <a16:creationId xmlns:a16="http://schemas.microsoft.com/office/drawing/2014/main" id="{52A02348-F177-75BD-DCAF-07457C36469E}"/>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ApprovalStatus</a:t>
              </a:r>
              <a:endParaRPr sz="1100" dirty="0">
                <a:latin typeface="Plus Jakarta Sans"/>
                <a:ea typeface="Plus Jakarta Sans"/>
                <a:cs typeface="Plus Jakarta Sans"/>
                <a:sym typeface="Plus Jakarta Sans"/>
              </a:endParaRPr>
            </a:p>
          </p:txBody>
        </p:sp>
        <p:cxnSp>
          <p:nvCxnSpPr>
            <p:cNvPr id="572" name="Google Shape;151;p17">
              <a:extLst>
                <a:ext uri="{FF2B5EF4-FFF2-40B4-BE49-F238E27FC236}">
                  <a16:creationId xmlns:a16="http://schemas.microsoft.com/office/drawing/2014/main" id="{E07EDB36-1576-ECBD-EE21-AB0EBAD6B89D}"/>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73" name="Google Shape;152;p17">
              <a:extLst>
                <a:ext uri="{FF2B5EF4-FFF2-40B4-BE49-F238E27FC236}">
                  <a16:creationId xmlns:a16="http://schemas.microsoft.com/office/drawing/2014/main" id="{0EF816C1-4C2A-4FC3-2DBB-A342903D99C1}"/>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74" name="Google Shape;153;p17">
              <a:extLst>
                <a:ext uri="{FF2B5EF4-FFF2-40B4-BE49-F238E27FC236}">
                  <a16:creationId xmlns:a16="http://schemas.microsoft.com/office/drawing/2014/main" id="{0E463161-1313-8A97-BDC7-4ECEFCAE42B7}"/>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75" name="Google Shape;154;p17">
              <a:extLst>
                <a:ext uri="{FF2B5EF4-FFF2-40B4-BE49-F238E27FC236}">
                  <a16:creationId xmlns:a16="http://schemas.microsoft.com/office/drawing/2014/main" id="{FB354C20-4A7F-EFF1-909E-CF6074EE0615}"/>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576" name="Google Shape;155;p17">
              <a:extLst>
                <a:ext uri="{FF2B5EF4-FFF2-40B4-BE49-F238E27FC236}">
                  <a16:creationId xmlns:a16="http://schemas.microsoft.com/office/drawing/2014/main" id="{326CBCE6-1967-1A9D-A3AF-EB59428EF3D3}"/>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77" name="Google Shape;156;p17">
              <a:extLst>
                <a:ext uri="{FF2B5EF4-FFF2-40B4-BE49-F238E27FC236}">
                  <a16:creationId xmlns:a16="http://schemas.microsoft.com/office/drawing/2014/main" id="{557B608C-A968-C4E6-7ED7-48FA4C0E5AE5}"/>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78" name="Google Shape;157;p17">
              <a:extLst>
                <a:ext uri="{FF2B5EF4-FFF2-40B4-BE49-F238E27FC236}">
                  <a16:creationId xmlns:a16="http://schemas.microsoft.com/office/drawing/2014/main" id="{0694B7DF-C856-55FB-700D-3B770F270396}"/>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579" name="Google Shape;136;p17">
            <a:extLst>
              <a:ext uri="{FF2B5EF4-FFF2-40B4-BE49-F238E27FC236}">
                <a16:creationId xmlns:a16="http://schemas.microsoft.com/office/drawing/2014/main" id="{6E938BA5-594B-9096-659D-105C2945A7B3}"/>
              </a:ext>
            </a:extLst>
          </p:cNvPr>
          <p:cNvGrpSpPr/>
          <p:nvPr/>
        </p:nvGrpSpPr>
        <p:grpSpPr>
          <a:xfrm>
            <a:off x="131080" y="3856413"/>
            <a:ext cx="2143200" cy="2574174"/>
            <a:chOff x="2428800" y="228600"/>
            <a:chExt cx="4286400" cy="4686300"/>
          </a:xfrm>
        </p:grpSpPr>
        <p:sp>
          <p:nvSpPr>
            <p:cNvPr id="580" name="Google Shape;137;p17">
              <a:extLst>
                <a:ext uri="{FF2B5EF4-FFF2-40B4-BE49-F238E27FC236}">
                  <a16:creationId xmlns:a16="http://schemas.microsoft.com/office/drawing/2014/main" id="{C1B95F7B-08D2-42BE-A987-099B589F370C}"/>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81" name="Google Shape;139;p17">
              <a:extLst>
                <a:ext uri="{FF2B5EF4-FFF2-40B4-BE49-F238E27FC236}">
                  <a16:creationId xmlns:a16="http://schemas.microsoft.com/office/drawing/2014/main" id="{89540D7B-39C2-8E96-AA25-2A0599B0A817}"/>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ClientID</a:t>
              </a:r>
              <a:endParaRPr sz="1100" dirty="0">
                <a:latin typeface="Plus Jakarta Sans"/>
                <a:ea typeface="Plus Jakarta Sans"/>
                <a:cs typeface="Plus Jakarta Sans"/>
                <a:sym typeface="Plus Jakarta Sans"/>
              </a:endParaRPr>
            </a:p>
          </p:txBody>
        </p:sp>
        <p:sp>
          <p:nvSpPr>
            <p:cNvPr id="582" name="Google Shape;140;p17">
              <a:extLst>
                <a:ext uri="{FF2B5EF4-FFF2-40B4-BE49-F238E27FC236}">
                  <a16:creationId xmlns:a16="http://schemas.microsoft.com/office/drawing/2014/main" id="{5A28C69A-19C2-D1AC-B35E-E26530A75C37}"/>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dirty="0">
                  <a:solidFill>
                    <a:schemeClr val="lt1"/>
                  </a:solidFill>
                  <a:latin typeface="Work Sans"/>
                  <a:ea typeface="Work Sans"/>
                  <a:cs typeface="Work Sans"/>
                  <a:sym typeface="Work Sans"/>
                </a:rPr>
                <a:t>5</a:t>
              </a:r>
              <a:endParaRPr sz="900" dirty="0">
                <a:solidFill>
                  <a:schemeClr val="lt1"/>
                </a:solidFill>
                <a:latin typeface="Work Sans"/>
                <a:ea typeface="Work Sans"/>
                <a:cs typeface="Work Sans"/>
                <a:sym typeface="Work Sans"/>
              </a:endParaRPr>
            </a:p>
          </p:txBody>
        </p:sp>
        <p:sp>
          <p:nvSpPr>
            <p:cNvPr id="583" name="Google Shape;141;p17">
              <a:extLst>
                <a:ext uri="{FF2B5EF4-FFF2-40B4-BE49-F238E27FC236}">
                  <a16:creationId xmlns:a16="http://schemas.microsoft.com/office/drawing/2014/main" id="{DF409BD9-81ED-AEC7-201D-C0564999B2E7}"/>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CLIENTS TABLE</a:t>
              </a:r>
              <a:endParaRPr sz="1200" b="1" dirty="0">
                <a:latin typeface="Plus Jakarta Sans"/>
                <a:ea typeface="Plus Jakarta Sans"/>
                <a:cs typeface="Plus Jakarta Sans"/>
                <a:sym typeface="Plus Jakarta Sans"/>
              </a:endParaRPr>
            </a:p>
          </p:txBody>
        </p:sp>
        <p:sp>
          <p:nvSpPr>
            <p:cNvPr id="584" name="Google Shape;142;p17">
              <a:extLst>
                <a:ext uri="{FF2B5EF4-FFF2-40B4-BE49-F238E27FC236}">
                  <a16:creationId xmlns:a16="http://schemas.microsoft.com/office/drawing/2014/main" id="{67B7CA25-1369-ECFE-FABE-7A9820B78655}"/>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ClientName</a:t>
              </a:r>
              <a:endParaRPr sz="1100" dirty="0">
                <a:latin typeface="Plus Jakarta Sans"/>
                <a:ea typeface="Plus Jakarta Sans"/>
                <a:cs typeface="Plus Jakarta Sans"/>
                <a:sym typeface="Plus Jakarta Sans"/>
              </a:endParaRPr>
            </a:p>
          </p:txBody>
        </p:sp>
        <p:sp>
          <p:nvSpPr>
            <p:cNvPr id="585" name="Google Shape;144;p17">
              <a:extLst>
                <a:ext uri="{FF2B5EF4-FFF2-40B4-BE49-F238E27FC236}">
                  <a16:creationId xmlns:a16="http://schemas.microsoft.com/office/drawing/2014/main" id="{42A226C2-D6C7-C7AE-4180-5E6D6779DCA0}"/>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TotalProjects</a:t>
              </a:r>
              <a:endParaRPr sz="1100" dirty="0">
                <a:latin typeface="Plus Jakarta Sans"/>
                <a:ea typeface="Plus Jakarta Sans"/>
                <a:cs typeface="Plus Jakarta Sans"/>
                <a:sym typeface="Plus Jakarta Sans"/>
              </a:endParaRPr>
            </a:p>
          </p:txBody>
        </p:sp>
        <p:sp>
          <p:nvSpPr>
            <p:cNvPr id="586" name="Google Shape;146;p17">
              <a:extLst>
                <a:ext uri="{FF2B5EF4-FFF2-40B4-BE49-F238E27FC236}">
                  <a16:creationId xmlns:a16="http://schemas.microsoft.com/office/drawing/2014/main" id="{EB3384B7-C702-F607-29E3-3705DDCC783F}"/>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ActiveProjects</a:t>
              </a:r>
              <a:endParaRPr sz="1100" dirty="0">
                <a:latin typeface="Plus Jakarta Sans"/>
                <a:ea typeface="Plus Jakarta Sans"/>
                <a:cs typeface="Plus Jakarta Sans"/>
                <a:sym typeface="Plus Jakarta Sans"/>
              </a:endParaRPr>
            </a:p>
          </p:txBody>
        </p:sp>
        <p:sp>
          <p:nvSpPr>
            <p:cNvPr id="587" name="Google Shape;148;p17">
              <a:extLst>
                <a:ext uri="{FF2B5EF4-FFF2-40B4-BE49-F238E27FC236}">
                  <a16:creationId xmlns:a16="http://schemas.microsoft.com/office/drawing/2014/main" id="{A0FAC5AC-7062-7BE0-4844-791D83069498}"/>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EmailID</a:t>
              </a:r>
              <a:endParaRPr sz="1100" dirty="0">
                <a:latin typeface="Plus Jakarta Sans"/>
                <a:ea typeface="Plus Jakarta Sans"/>
                <a:cs typeface="Plus Jakarta Sans"/>
                <a:sym typeface="Plus Jakarta Sans"/>
              </a:endParaRPr>
            </a:p>
          </p:txBody>
        </p:sp>
        <p:cxnSp>
          <p:nvCxnSpPr>
            <p:cNvPr id="588" name="Google Shape;151;p17">
              <a:extLst>
                <a:ext uri="{FF2B5EF4-FFF2-40B4-BE49-F238E27FC236}">
                  <a16:creationId xmlns:a16="http://schemas.microsoft.com/office/drawing/2014/main" id="{F2065CE8-AC49-CD16-8062-253005DB0DD4}"/>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89" name="Google Shape;152;p17">
              <a:extLst>
                <a:ext uri="{FF2B5EF4-FFF2-40B4-BE49-F238E27FC236}">
                  <a16:creationId xmlns:a16="http://schemas.microsoft.com/office/drawing/2014/main" id="{895BB495-EFEE-C84E-2471-5727F713766C}"/>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90" name="Google Shape;153;p17">
              <a:extLst>
                <a:ext uri="{FF2B5EF4-FFF2-40B4-BE49-F238E27FC236}">
                  <a16:creationId xmlns:a16="http://schemas.microsoft.com/office/drawing/2014/main" id="{E8717A71-ECFF-B64A-17BF-FFFE8C107DA5}"/>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91" name="Google Shape;154;p17">
              <a:extLst>
                <a:ext uri="{FF2B5EF4-FFF2-40B4-BE49-F238E27FC236}">
                  <a16:creationId xmlns:a16="http://schemas.microsoft.com/office/drawing/2014/main" id="{2A2FB26F-EA7E-B6F0-6CD6-C0DFA5D77CB6}"/>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592" name="Google Shape;155;p17">
              <a:extLst>
                <a:ext uri="{FF2B5EF4-FFF2-40B4-BE49-F238E27FC236}">
                  <a16:creationId xmlns:a16="http://schemas.microsoft.com/office/drawing/2014/main" id="{C6964E56-7AB4-8D58-7866-F7F25AF5F5D9}"/>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93" name="Google Shape;156;p17">
              <a:extLst>
                <a:ext uri="{FF2B5EF4-FFF2-40B4-BE49-F238E27FC236}">
                  <a16:creationId xmlns:a16="http://schemas.microsoft.com/office/drawing/2014/main" id="{2D7AF177-04FA-83E8-96D6-D264A7966BE7}"/>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94" name="Google Shape;157;p17">
              <a:extLst>
                <a:ext uri="{FF2B5EF4-FFF2-40B4-BE49-F238E27FC236}">
                  <a16:creationId xmlns:a16="http://schemas.microsoft.com/office/drawing/2014/main" id="{F1C95434-44A0-215C-8EAB-94B23BC48404}"/>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612" name="Group 611">
            <a:extLst>
              <a:ext uri="{FF2B5EF4-FFF2-40B4-BE49-F238E27FC236}">
                <a16:creationId xmlns:a16="http://schemas.microsoft.com/office/drawing/2014/main" id="{6DAF2ACA-1A26-30AF-A8BA-2C3CCEC9DC91}"/>
              </a:ext>
            </a:extLst>
          </p:cNvPr>
          <p:cNvGrpSpPr/>
          <p:nvPr/>
        </p:nvGrpSpPr>
        <p:grpSpPr>
          <a:xfrm>
            <a:off x="2363680" y="234662"/>
            <a:ext cx="2143200" cy="3886349"/>
            <a:chOff x="2363680" y="234662"/>
            <a:chExt cx="2143200" cy="3886349"/>
          </a:xfrm>
        </p:grpSpPr>
        <p:grpSp>
          <p:nvGrpSpPr>
            <p:cNvPr id="595" name="Google Shape;136;p17">
              <a:extLst>
                <a:ext uri="{FF2B5EF4-FFF2-40B4-BE49-F238E27FC236}">
                  <a16:creationId xmlns:a16="http://schemas.microsoft.com/office/drawing/2014/main" id="{DBBA0679-3515-19EF-ACB3-BF01DBCCA2A9}"/>
                </a:ext>
              </a:extLst>
            </p:cNvPr>
            <p:cNvGrpSpPr/>
            <p:nvPr/>
          </p:nvGrpSpPr>
          <p:grpSpPr>
            <a:xfrm>
              <a:off x="2363680" y="1546837"/>
              <a:ext cx="2143200" cy="2574174"/>
              <a:chOff x="2428800" y="228600"/>
              <a:chExt cx="4286400" cy="4686300"/>
            </a:xfrm>
          </p:grpSpPr>
          <p:sp>
            <p:nvSpPr>
              <p:cNvPr id="596" name="Google Shape;137;p17">
                <a:extLst>
                  <a:ext uri="{FF2B5EF4-FFF2-40B4-BE49-F238E27FC236}">
                    <a16:creationId xmlns:a16="http://schemas.microsoft.com/office/drawing/2014/main" id="{40DD64E5-BBC0-35C2-C352-E44EC609A7D5}"/>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97" name="Google Shape;139;p17">
                <a:extLst>
                  <a:ext uri="{FF2B5EF4-FFF2-40B4-BE49-F238E27FC236}">
                    <a16:creationId xmlns:a16="http://schemas.microsoft.com/office/drawing/2014/main" id="{88024557-ABEE-2B63-E8CF-7F143AC774A4}"/>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DepartmentID</a:t>
                </a:r>
                <a:endParaRPr sz="1100" dirty="0">
                  <a:latin typeface="Plus Jakarta Sans"/>
                  <a:ea typeface="Plus Jakarta Sans"/>
                  <a:cs typeface="Plus Jakarta Sans"/>
                  <a:sym typeface="Plus Jakarta Sans"/>
                </a:endParaRPr>
              </a:p>
            </p:txBody>
          </p:sp>
          <p:sp>
            <p:nvSpPr>
              <p:cNvPr id="598" name="Google Shape;140;p17">
                <a:extLst>
                  <a:ext uri="{FF2B5EF4-FFF2-40B4-BE49-F238E27FC236}">
                    <a16:creationId xmlns:a16="http://schemas.microsoft.com/office/drawing/2014/main" id="{C74990BF-B898-D198-CB80-AB63F78EF773}"/>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599" name="Google Shape;141;p17">
                <a:extLst>
                  <a:ext uri="{FF2B5EF4-FFF2-40B4-BE49-F238E27FC236}">
                    <a16:creationId xmlns:a16="http://schemas.microsoft.com/office/drawing/2014/main" id="{CEE21707-E753-0A3E-FBB7-ACC6ECAFB465}"/>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DEPARTMENT TABLE</a:t>
                </a:r>
                <a:endParaRPr sz="1200" b="1" dirty="0">
                  <a:latin typeface="Plus Jakarta Sans"/>
                  <a:ea typeface="Plus Jakarta Sans"/>
                  <a:cs typeface="Plus Jakarta Sans"/>
                  <a:sym typeface="Plus Jakarta Sans"/>
                </a:endParaRPr>
              </a:p>
            </p:txBody>
          </p:sp>
          <p:sp>
            <p:nvSpPr>
              <p:cNvPr id="600" name="Google Shape;142;p17">
                <a:extLst>
                  <a:ext uri="{FF2B5EF4-FFF2-40B4-BE49-F238E27FC236}">
                    <a16:creationId xmlns:a16="http://schemas.microsoft.com/office/drawing/2014/main" id="{83DCC6CF-83A0-CE74-025E-8411A6A99698}"/>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EmployeeList</a:t>
                </a:r>
                <a:endParaRPr sz="1100" dirty="0">
                  <a:latin typeface="Plus Jakarta Sans"/>
                  <a:ea typeface="Plus Jakarta Sans"/>
                  <a:cs typeface="Plus Jakarta Sans"/>
                  <a:sym typeface="Plus Jakarta Sans"/>
                </a:endParaRPr>
              </a:p>
            </p:txBody>
          </p:sp>
          <p:sp>
            <p:nvSpPr>
              <p:cNvPr id="601" name="Google Shape;144;p17">
                <a:extLst>
                  <a:ext uri="{FF2B5EF4-FFF2-40B4-BE49-F238E27FC236}">
                    <a16:creationId xmlns:a16="http://schemas.microsoft.com/office/drawing/2014/main" id="{83210E64-3F96-2E90-2C31-4FB26CE52C16}"/>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OngoingProjects</a:t>
                </a:r>
                <a:endParaRPr sz="1100" dirty="0">
                  <a:latin typeface="Plus Jakarta Sans"/>
                  <a:ea typeface="Plus Jakarta Sans"/>
                  <a:cs typeface="Plus Jakarta Sans"/>
                  <a:sym typeface="Plus Jakarta Sans"/>
                </a:endParaRPr>
              </a:p>
            </p:txBody>
          </p:sp>
          <p:sp>
            <p:nvSpPr>
              <p:cNvPr id="602" name="Google Shape;146;p17">
                <a:extLst>
                  <a:ext uri="{FF2B5EF4-FFF2-40B4-BE49-F238E27FC236}">
                    <a16:creationId xmlns:a16="http://schemas.microsoft.com/office/drawing/2014/main" id="{79312827-432B-9BD0-3D56-B43A131D41CC}"/>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DepartmentNotices</a:t>
                </a:r>
                <a:endParaRPr sz="1100" dirty="0">
                  <a:latin typeface="Plus Jakarta Sans"/>
                  <a:ea typeface="Plus Jakarta Sans"/>
                  <a:cs typeface="Plus Jakarta Sans"/>
                  <a:sym typeface="Plus Jakarta Sans"/>
                </a:endParaRPr>
              </a:p>
            </p:txBody>
          </p:sp>
          <p:sp>
            <p:nvSpPr>
              <p:cNvPr id="603" name="Google Shape;148;p17">
                <a:extLst>
                  <a:ext uri="{FF2B5EF4-FFF2-40B4-BE49-F238E27FC236}">
                    <a16:creationId xmlns:a16="http://schemas.microsoft.com/office/drawing/2014/main" id="{9492E21A-0B25-1A80-51B8-4D9500DF69CC}"/>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DepartmentHeadID</a:t>
                </a:r>
                <a:endParaRPr sz="1100" dirty="0">
                  <a:latin typeface="Plus Jakarta Sans"/>
                  <a:ea typeface="Plus Jakarta Sans"/>
                  <a:cs typeface="Plus Jakarta Sans"/>
                  <a:sym typeface="Plus Jakarta Sans"/>
                </a:endParaRPr>
              </a:p>
            </p:txBody>
          </p:sp>
          <p:cxnSp>
            <p:nvCxnSpPr>
              <p:cNvPr id="604" name="Google Shape;151;p17">
                <a:extLst>
                  <a:ext uri="{FF2B5EF4-FFF2-40B4-BE49-F238E27FC236}">
                    <a16:creationId xmlns:a16="http://schemas.microsoft.com/office/drawing/2014/main" id="{60DC9041-CD2B-5F1F-D0DF-E22542640BA7}"/>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05" name="Google Shape;152;p17">
                <a:extLst>
                  <a:ext uri="{FF2B5EF4-FFF2-40B4-BE49-F238E27FC236}">
                    <a16:creationId xmlns:a16="http://schemas.microsoft.com/office/drawing/2014/main" id="{BB3B1C51-3522-2A6D-263C-16F916EB396D}"/>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06" name="Google Shape;153;p17">
                <a:extLst>
                  <a:ext uri="{FF2B5EF4-FFF2-40B4-BE49-F238E27FC236}">
                    <a16:creationId xmlns:a16="http://schemas.microsoft.com/office/drawing/2014/main" id="{29ED7C05-71C0-DDDB-661A-49D365AB26FC}"/>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07" name="Google Shape;154;p17">
                <a:extLst>
                  <a:ext uri="{FF2B5EF4-FFF2-40B4-BE49-F238E27FC236}">
                    <a16:creationId xmlns:a16="http://schemas.microsoft.com/office/drawing/2014/main" id="{127585F4-71D3-1448-20CF-DAD4896063F2}"/>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608" name="Google Shape;155;p17">
                <a:extLst>
                  <a:ext uri="{FF2B5EF4-FFF2-40B4-BE49-F238E27FC236}">
                    <a16:creationId xmlns:a16="http://schemas.microsoft.com/office/drawing/2014/main" id="{689A89C8-A3C9-BDB5-F844-921024375F92}"/>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09" name="Google Shape;156;p17">
                <a:extLst>
                  <a:ext uri="{FF2B5EF4-FFF2-40B4-BE49-F238E27FC236}">
                    <a16:creationId xmlns:a16="http://schemas.microsoft.com/office/drawing/2014/main" id="{81CF3710-4133-F65D-CA5E-2C2387883657}"/>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10" name="Google Shape;157;p17">
                <a:extLst>
                  <a:ext uri="{FF2B5EF4-FFF2-40B4-BE49-F238E27FC236}">
                    <a16:creationId xmlns:a16="http://schemas.microsoft.com/office/drawing/2014/main" id="{B1B18B24-E57E-2DAE-A981-B48C9EA7E80E}"/>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47" name="Group 46">
              <a:extLst>
                <a:ext uri="{FF2B5EF4-FFF2-40B4-BE49-F238E27FC236}">
                  <a16:creationId xmlns:a16="http://schemas.microsoft.com/office/drawing/2014/main" id="{448300B2-F2F4-DA80-CEB3-FC7F47A6791E}"/>
                </a:ext>
              </a:extLst>
            </p:cNvPr>
            <p:cNvGrpSpPr/>
            <p:nvPr/>
          </p:nvGrpSpPr>
          <p:grpSpPr>
            <a:xfrm>
              <a:off x="2363680" y="234662"/>
              <a:ext cx="2143200" cy="3551648"/>
              <a:chOff x="314028" y="234662"/>
              <a:chExt cx="2143200" cy="3551648"/>
            </a:xfrm>
          </p:grpSpPr>
          <p:grpSp>
            <p:nvGrpSpPr>
              <p:cNvPr id="48" name="Google Shape;136;p17">
                <a:extLst>
                  <a:ext uri="{FF2B5EF4-FFF2-40B4-BE49-F238E27FC236}">
                    <a16:creationId xmlns:a16="http://schemas.microsoft.com/office/drawing/2014/main" id="{E5157DAC-F818-1331-5033-892B79854A98}"/>
                  </a:ext>
                </a:extLst>
              </p:cNvPr>
              <p:cNvGrpSpPr/>
              <p:nvPr/>
            </p:nvGrpSpPr>
            <p:grpSpPr>
              <a:xfrm>
                <a:off x="314028" y="1212136"/>
                <a:ext cx="2143200" cy="2574174"/>
                <a:chOff x="2428800" y="228600"/>
                <a:chExt cx="4286400" cy="4686300"/>
              </a:xfrm>
            </p:grpSpPr>
            <p:sp>
              <p:nvSpPr>
                <p:cNvPr id="450" name="Google Shape;137;p17">
                  <a:extLst>
                    <a:ext uri="{FF2B5EF4-FFF2-40B4-BE49-F238E27FC236}">
                      <a16:creationId xmlns:a16="http://schemas.microsoft.com/office/drawing/2014/main" id="{F69BBDD2-528F-77D0-F214-ED3E2D9DA98D}"/>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dirty="0">
                    <a:latin typeface="Work Sans"/>
                    <a:ea typeface="Work Sans"/>
                    <a:cs typeface="Work Sans"/>
                    <a:sym typeface="Work Sans"/>
                  </a:endParaRPr>
                </a:p>
              </p:txBody>
            </p:sp>
            <p:sp>
              <p:nvSpPr>
                <p:cNvPr id="451" name="Google Shape;139;p17">
                  <a:extLst>
                    <a:ext uri="{FF2B5EF4-FFF2-40B4-BE49-F238E27FC236}">
                      <a16:creationId xmlns:a16="http://schemas.microsoft.com/office/drawing/2014/main" id="{204FB9AA-D934-F763-9F20-3C371D2326D9}"/>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EmployeeID</a:t>
                  </a:r>
                  <a:r>
                    <a:rPr lang="en-US" sz="1100" dirty="0">
                      <a:latin typeface="Plus Jakarta Sans"/>
                      <a:ea typeface="Plus Jakarta Sans"/>
                      <a:cs typeface="Plus Jakarta Sans"/>
                      <a:sym typeface="Plus Jakarta Sans"/>
                    </a:rPr>
                    <a:t>	</a:t>
                  </a:r>
                  <a:endParaRPr sz="1100" dirty="0">
                    <a:latin typeface="Plus Jakarta Sans"/>
                    <a:ea typeface="Plus Jakarta Sans"/>
                    <a:cs typeface="Plus Jakarta Sans"/>
                    <a:sym typeface="Plus Jakarta Sans"/>
                  </a:endParaRPr>
                </a:p>
              </p:txBody>
            </p:sp>
            <p:sp>
              <p:nvSpPr>
                <p:cNvPr id="452" name="Google Shape;140;p17">
                  <a:extLst>
                    <a:ext uri="{FF2B5EF4-FFF2-40B4-BE49-F238E27FC236}">
                      <a16:creationId xmlns:a16="http://schemas.microsoft.com/office/drawing/2014/main" id="{72081FAB-F17A-BFB2-E759-C8AD68175BA8}"/>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453" name="Google Shape;141;p17">
                  <a:extLst>
                    <a:ext uri="{FF2B5EF4-FFF2-40B4-BE49-F238E27FC236}">
                      <a16:creationId xmlns:a16="http://schemas.microsoft.com/office/drawing/2014/main" id="{F6750ECD-5B60-E8BE-E082-97E29DB0DC9E}"/>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EMPLOYEES TABLE</a:t>
                  </a:r>
                  <a:endParaRPr sz="1200" b="1" dirty="0">
                    <a:latin typeface="Plus Jakarta Sans"/>
                    <a:ea typeface="Plus Jakarta Sans"/>
                    <a:cs typeface="Plus Jakarta Sans"/>
                    <a:sym typeface="Plus Jakarta Sans"/>
                  </a:endParaRPr>
                </a:p>
              </p:txBody>
            </p:sp>
            <p:sp>
              <p:nvSpPr>
                <p:cNvPr id="454" name="Google Shape;142;p17">
                  <a:extLst>
                    <a:ext uri="{FF2B5EF4-FFF2-40B4-BE49-F238E27FC236}">
                      <a16:creationId xmlns:a16="http://schemas.microsoft.com/office/drawing/2014/main" id="{560F59E4-028C-AA03-27DF-B2CB8334A82D}"/>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Password</a:t>
                  </a:r>
                  <a:endParaRPr sz="1100" dirty="0">
                    <a:latin typeface="Plus Jakarta Sans"/>
                    <a:ea typeface="Plus Jakarta Sans"/>
                    <a:cs typeface="Plus Jakarta Sans"/>
                    <a:sym typeface="Plus Jakarta Sans"/>
                  </a:endParaRPr>
                </a:p>
              </p:txBody>
            </p:sp>
            <p:sp>
              <p:nvSpPr>
                <p:cNvPr id="455" name="Google Shape;144;p17">
                  <a:extLst>
                    <a:ext uri="{FF2B5EF4-FFF2-40B4-BE49-F238E27FC236}">
                      <a16:creationId xmlns:a16="http://schemas.microsoft.com/office/drawing/2014/main" id="{12A12261-2D59-A994-1ECF-12855F02C366}"/>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EmployeeName</a:t>
                  </a:r>
                  <a:endParaRPr sz="1100" dirty="0">
                    <a:latin typeface="Plus Jakarta Sans"/>
                    <a:ea typeface="Plus Jakarta Sans"/>
                    <a:cs typeface="Plus Jakarta Sans"/>
                    <a:sym typeface="Plus Jakarta Sans"/>
                  </a:endParaRPr>
                </a:p>
              </p:txBody>
            </p:sp>
            <p:sp>
              <p:nvSpPr>
                <p:cNvPr id="456" name="Google Shape;146;p17">
                  <a:extLst>
                    <a:ext uri="{FF2B5EF4-FFF2-40B4-BE49-F238E27FC236}">
                      <a16:creationId xmlns:a16="http://schemas.microsoft.com/office/drawing/2014/main" id="{B8A16138-994B-11B1-38BE-319B1C51E18B}"/>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TeamLead</a:t>
                  </a:r>
                  <a:endParaRPr lang="en-US" sz="1100" dirty="0">
                    <a:latin typeface="Plus Jakarta Sans"/>
                    <a:ea typeface="Plus Jakarta Sans"/>
                    <a:cs typeface="Plus Jakarta Sans"/>
                    <a:sym typeface="Plus Jakarta Sans"/>
                  </a:endParaRPr>
                </a:p>
              </p:txBody>
            </p:sp>
            <p:sp>
              <p:nvSpPr>
                <p:cNvPr id="457" name="Google Shape;148;p17">
                  <a:extLst>
                    <a:ext uri="{FF2B5EF4-FFF2-40B4-BE49-F238E27FC236}">
                      <a16:creationId xmlns:a16="http://schemas.microsoft.com/office/drawing/2014/main" id="{EC63A20D-AFA6-05B4-3812-CFA8CD878E6C}"/>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Status</a:t>
                  </a:r>
                  <a:endParaRPr sz="1100" dirty="0">
                    <a:latin typeface="Plus Jakarta Sans"/>
                    <a:ea typeface="Plus Jakarta Sans"/>
                    <a:cs typeface="Plus Jakarta Sans"/>
                    <a:sym typeface="Plus Jakarta Sans"/>
                  </a:endParaRPr>
                </a:p>
              </p:txBody>
            </p:sp>
            <p:sp>
              <p:nvSpPr>
                <p:cNvPr id="458" name="Google Shape;150;p17">
                  <a:extLst>
                    <a:ext uri="{FF2B5EF4-FFF2-40B4-BE49-F238E27FC236}">
                      <a16:creationId xmlns:a16="http://schemas.microsoft.com/office/drawing/2014/main" id="{BA151B72-4441-965A-D87D-B9F3F374FA40}"/>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ClientID</a:t>
                  </a:r>
                  <a:endParaRPr sz="1100" dirty="0">
                    <a:latin typeface="Plus Jakarta Sans"/>
                    <a:ea typeface="Plus Jakarta Sans"/>
                    <a:cs typeface="Plus Jakarta Sans"/>
                    <a:sym typeface="Plus Jakarta Sans"/>
                  </a:endParaRPr>
                </a:p>
              </p:txBody>
            </p:sp>
            <p:cxnSp>
              <p:nvCxnSpPr>
                <p:cNvPr id="459" name="Google Shape;151;p17">
                  <a:extLst>
                    <a:ext uri="{FF2B5EF4-FFF2-40B4-BE49-F238E27FC236}">
                      <a16:creationId xmlns:a16="http://schemas.microsoft.com/office/drawing/2014/main" id="{4B0BA066-9204-0A9F-944E-462F1FF9AAF8}"/>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60" name="Google Shape;152;p17">
                  <a:extLst>
                    <a:ext uri="{FF2B5EF4-FFF2-40B4-BE49-F238E27FC236}">
                      <a16:creationId xmlns:a16="http://schemas.microsoft.com/office/drawing/2014/main" id="{7747F35E-D30E-3EC9-407E-43D3AE0B8DDC}"/>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61" name="Google Shape;153;p17">
                  <a:extLst>
                    <a:ext uri="{FF2B5EF4-FFF2-40B4-BE49-F238E27FC236}">
                      <a16:creationId xmlns:a16="http://schemas.microsoft.com/office/drawing/2014/main" id="{3187C028-F697-378A-A0D2-B2588F12CBBA}"/>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62" name="Google Shape;154;p17">
                  <a:extLst>
                    <a:ext uri="{FF2B5EF4-FFF2-40B4-BE49-F238E27FC236}">
                      <a16:creationId xmlns:a16="http://schemas.microsoft.com/office/drawing/2014/main" id="{C97BEFCB-7033-4C8F-6192-047AA0B786D4}"/>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463" name="Google Shape;155;p17">
                  <a:extLst>
                    <a:ext uri="{FF2B5EF4-FFF2-40B4-BE49-F238E27FC236}">
                      <a16:creationId xmlns:a16="http://schemas.microsoft.com/office/drawing/2014/main" id="{EA9FC82F-FC1E-6A6D-DE53-BD366531E16E}"/>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64" name="Google Shape;156;p17">
                  <a:extLst>
                    <a:ext uri="{FF2B5EF4-FFF2-40B4-BE49-F238E27FC236}">
                      <a16:creationId xmlns:a16="http://schemas.microsoft.com/office/drawing/2014/main" id="{ABAA864C-FEBB-E506-AF01-675385A3EA96}"/>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65" name="Google Shape;157;p17">
                  <a:extLst>
                    <a:ext uri="{FF2B5EF4-FFF2-40B4-BE49-F238E27FC236}">
                      <a16:creationId xmlns:a16="http://schemas.microsoft.com/office/drawing/2014/main" id="{DEBF9FB0-38EF-8FDC-F9D3-C2475277D794}"/>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49" name="Google Shape;136;p17">
                <a:extLst>
                  <a:ext uri="{FF2B5EF4-FFF2-40B4-BE49-F238E27FC236}">
                    <a16:creationId xmlns:a16="http://schemas.microsoft.com/office/drawing/2014/main" id="{A03EC767-2563-4E64-5CFD-EE4208A3F7CA}"/>
                  </a:ext>
                </a:extLst>
              </p:cNvPr>
              <p:cNvGrpSpPr/>
              <p:nvPr/>
            </p:nvGrpSpPr>
            <p:grpSpPr>
              <a:xfrm>
                <a:off x="314028" y="234662"/>
                <a:ext cx="2143200" cy="2574174"/>
                <a:chOff x="2428800" y="228600"/>
                <a:chExt cx="4286400" cy="4686300"/>
              </a:xfrm>
            </p:grpSpPr>
            <p:sp>
              <p:nvSpPr>
                <p:cNvPr id="50" name="Google Shape;137;p17">
                  <a:extLst>
                    <a:ext uri="{FF2B5EF4-FFF2-40B4-BE49-F238E27FC236}">
                      <a16:creationId xmlns:a16="http://schemas.microsoft.com/office/drawing/2014/main" id="{C599B637-F8E6-484E-DE86-EE4C406796DF}"/>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1" name="Google Shape;139;p17">
                  <a:extLst>
                    <a:ext uri="{FF2B5EF4-FFF2-40B4-BE49-F238E27FC236}">
                      <a16:creationId xmlns:a16="http://schemas.microsoft.com/office/drawing/2014/main" id="{DC50ED32-FB9A-7434-2997-46F2E7D8B23C}"/>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ProjectID</a:t>
                  </a:r>
                  <a:endParaRPr sz="1100" dirty="0">
                    <a:latin typeface="Plus Jakarta Sans"/>
                    <a:ea typeface="Plus Jakarta Sans"/>
                    <a:cs typeface="Plus Jakarta Sans"/>
                    <a:sym typeface="Plus Jakarta Sans"/>
                  </a:endParaRPr>
                </a:p>
              </p:txBody>
            </p:sp>
            <p:sp>
              <p:nvSpPr>
                <p:cNvPr id="52" name="Google Shape;140;p17">
                  <a:extLst>
                    <a:ext uri="{FF2B5EF4-FFF2-40B4-BE49-F238E27FC236}">
                      <a16:creationId xmlns:a16="http://schemas.microsoft.com/office/drawing/2014/main" id="{A8D67744-5F52-336E-90E2-862D41D7724D}"/>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dirty="0">
                      <a:solidFill>
                        <a:schemeClr val="lt1"/>
                      </a:solidFill>
                      <a:latin typeface="Work Sans"/>
                      <a:ea typeface="Work Sans"/>
                      <a:cs typeface="Work Sans"/>
                      <a:sym typeface="Work Sans"/>
                    </a:rPr>
                    <a:t>2</a:t>
                  </a:r>
                  <a:endParaRPr sz="900" dirty="0">
                    <a:solidFill>
                      <a:schemeClr val="lt1"/>
                    </a:solidFill>
                    <a:latin typeface="Work Sans"/>
                    <a:ea typeface="Work Sans"/>
                    <a:cs typeface="Work Sans"/>
                    <a:sym typeface="Work Sans"/>
                  </a:endParaRPr>
                </a:p>
              </p:txBody>
            </p:sp>
            <p:sp>
              <p:nvSpPr>
                <p:cNvPr id="53" name="Google Shape;141;p17">
                  <a:extLst>
                    <a:ext uri="{FF2B5EF4-FFF2-40B4-BE49-F238E27FC236}">
                      <a16:creationId xmlns:a16="http://schemas.microsoft.com/office/drawing/2014/main" id="{128E8D0D-09A1-6059-9EA1-9B0FCAF62BBA}"/>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PROJECTS TABLE</a:t>
                  </a:r>
                  <a:endParaRPr sz="1200" b="1" dirty="0">
                    <a:latin typeface="Plus Jakarta Sans"/>
                    <a:ea typeface="Plus Jakarta Sans"/>
                    <a:cs typeface="Plus Jakarta Sans"/>
                    <a:sym typeface="Plus Jakarta Sans"/>
                  </a:endParaRPr>
                </a:p>
              </p:txBody>
            </p:sp>
            <p:sp>
              <p:nvSpPr>
                <p:cNvPr id="54" name="Google Shape;142;p17">
                  <a:extLst>
                    <a:ext uri="{FF2B5EF4-FFF2-40B4-BE49-F238E27FC236}">
                      <a16:creationId xmlns:a16="http://schemas.microsoft.com/office/drawing/2014/main" id="{98A78DA8-F7CA-9E1B-4936-24052535AEA2}"/>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StartDate</a:t>
                  </a:r>
                  <a:endParaRPr sz="1100" dirty="0">
                    <a:latin typeface="Plus Jakarta Sans"/>
                    <a:ea typeface="Plus Jakarta Sans"/>
                    <a:cs typeface="Plus Jakarta Sans"/>
                    <a:sym typeface="Plus Jakarta Sans"/>
                  </a:endParaRPr>
                </a:p>
              </p:txBody>
            </p:sp>
            <p:sp>
              <p:nvSpPr>
                <p:cNvPr id="55" name="Google Shape;144;p17">
                  <a:extLst>
                    <a:ext uri="{FF2B5EF4-FFF2-40B4-BE49-F238E27FC236}">
                      <a16:creationId xmlns:a16="http://schemas.microsoft.com/office/drawing/2014/main" id="{BABA196A-0DD4-7B62-BA3E-4A075A67F3B0}"/>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TaskList</a:t>
                  </a:r>
                  <a:endParaRPr sz="1100" dirty="0">
                    <a:latin typeface="Plus Jakarta Sans"/>
                    <a:ea typeface="Plus Jakarta Sans"/>
                    <a:cs typeface="Plus Jakarta Sans"/>
                    <a:sym typeface="Plus Jakarta Sans"/>
                  </a:endParaRPr>
                </a:p>
              </p:txBody>
            </p:sp>
            <p:sp>
              <p:nvSpPr>
                <p:cNvPr id="56" name="Google Shape;146;p17">
                  <a:extLst>
                    <a:ext uri="{FF2B5EF4-FFF2-40B4-BE49-F238E27FC236}">
                      <a16:creationId xmlns:a16="http://schemas.microsoft.com/office/drawing/2014/main" id="{418A8D3A-61A2-3780-2A8A-B3624FBBBC7C}"/>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LogList</a:t>
                  </a:r>
                  <a:endParaRPr sz="1100" dirty="0">
                    <a:latin typeface="Plus Jakarta Sans"/>
                    <a:ea typeface="Plus Jakarta Sans"/>
                    <a:cs typeface="Plus Jakarta Sans"/>
                    <a:sym typeface="Plus Jakarta Sans"/>
                  </a:endParaRPr>
                </a:p>
              </p:txBody>
            </p:sp>
            <p:sp>
              <p:nvSpPr>
                <p:cNvPr id="57" name="Google Shape;148;p17">
                  <a:extLst>
                    <a:ext uri="{FF2B5EF4-FFF2-40B4-BE49-F238E27FC236}">
                      <a16:creationId xmlns:a16="http://schemas.microsoft.com/office/drawing/2014/main" id="{2F4E154D-4121-96EC-6403-EE48539113C5}"/>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DepartmentList</a:t>
                  </a:r>
                  <a:endParaRPr sz="1100" dirty="0">
                    <a:latin typeface="Plus Jakarta Sans"/>
                    <a:ea typeface="Plus Jakarta Sans"/>
                    <a:cs typeface="Plus Jakarta Sans"/>
                    <a:sym typeface="Plus Jakarta Sans"/>
                  </a:endParaRPr>
                </a:p>
              </p:txBody>
            </p:sp>
            <p:sp>
              <p:nvSpPr>
                <p:cNvPr id="58" name="Google Shape;150;p17">
                  <a:extLst>
                    <a:ext uri="{FF2B5EF4-FFF2-40B4-BE49-F238E27FC236}">
                      <a16:creationId xmlns:a16="http://schemas.microsoft.com/office/drawing/2014/main" id="{E863562B-C5B2-5220-C73A-CA3EB0FE2759}"/>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EmployeeList</a:t>
                  </a:r>
                  <a:endParaRPr sz="1100" dirty="0">
                    <a:latin typeface="Plus Jakarta Sans"/>
                    <a:ea typeface="Plus Jakarta Sans"/>
                    <a:cs typeface="Plus Jakarta Sans"/>
                    <a:sym typeface="Plus Jakarta Sans"/>
                  </a:endParaRPr>
                </a:p>
              </p:txBody>
            </p:sp>
            <p:cxnSp>
              <p:nvCxnSpPr>
                <p:cNvPr id="59" name="Google Shape;151;p17">
                  <a:extLst>
                    <a:ext uri="{FF2B5EF4-FFF2-40B4-BE49-F238E27FC236}">
                      <a16:creationId xmlns:a16="http://schemas.microsoft.com/office/drawing/2014/main" id="{35DD47CE-7C2C-054A-32F6-16B31F879718}"/>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0" name="Google Shape;152;p17">
                  <a:extLst>
                    <a:ext uri="{FF2B5EF4-FFF2-40B4-BE49-F238E27FC236}">
                      <a16:creationId xmlns:a16="http://schemas.microsoft.com/office/drawing/2014/main" id="{03E72A4D-1DC9-B3B9-D893-5EC4F450A01F}"/>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1" name="Google Shape;153;p17">
                  <a:extLst>
                    <a:ext uri="{FF2B5EF4-FFF2-40B4-BE49-F238E27FC236}">
                      <a16:creationId xmlns:a16="http://schemas.microsoft.com/office/drawing/2014/main" id="{2154E036-4886-9939-2FCA-A763D21DD523}"/>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2" name="Google Shape;154;p17">
                  <a:extLst>
                    <a:ext uri="{FF2B5EF4-FFF2-40B4-BE49-F238E27FC236}">
                      <a16:creationId xmlns:a16="http://schemas.microsoft.com/office/drawing/2014/main" id="{F99601E1-DBBA-BD56-90F6-585B676918BF}"/>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63" name="Google Shape;155;p17">
                  <a:extLst>
                    <a:ext uri="{FF2B5EF4-FFF2-40B4-BE49-F238E27FC236}">
                      <a16:creationId xmlns:a16="http://schemas.microsoft.com/office/drawing/2014/main" id="{80CBC549-E2B6-9414-B671-9E081734BC6E}"/>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48" name="Google Shape;156;p17">
                  <a:extLst>
                    <a:ext uri="{FF2B5EF4-FFF2-40B4-BE49-F238E27FC236}">
                      <a16:creationId xmlns:a16="http://schemas.microsoft.com/office/drawing/2014/main" id="{C0C75CD5-3D31-5F9E-B7C7-3DB4CB1BB391}"/>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49" name="Google Shape;157;p17">
                  <a:extLst>
                    <a:ext uri="{FF2B5EF4-FFF2-40B4-BE49-F238E27FC236}">
                      <a16:creationId xmlns:a16="http://schemas.microsoft.com/office/drawing/2014/main" id="{D737B674-907F-E62C-2633-8D5575673208}"/>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sp>
          <p:nvSpPr>
            <p:cNvPr id="611" name="Google Shape;150;p17">
              <a:extLst>
                <a:ext uri="{FF2B5EF4-FFF2-40B4-BE49-F238E27FC236}">
                  <a16:creationId xmlns:a16="http://schemas.microsoft.com/office/drawing/2014/main" id="{0BB7AD74-E035-C85E-5C9F-B53FB4A6C835}"/>
                </a:ext>
              </a:extLst>
            </p:cNvPr>
            <p:cNvSpPr txBox="1"/>
            <p:nvPr/>
          </p:nvSpPr>
          <p:spPr>
            <a:xfrm>
              <a:off x="2904222" y="3658106"/>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ClientSpecs</a:t>
              </a:r>
              <a:endParaRPr sz="1100" dirty="0">
                <a:latin typeface="Plus Jakarta Sans"/>
                <a:ea typeface="Plus Jakarta Sans"/>
                <a:cs typeface="Plus Jakarta Sans"/>
                <a:sym typeface="Plus Jakarta Sans"/>
              </a:endParaRPr>
            </a:p>
          </p:txBody>
        </p:sp>
      </p:grpSp>
      <p:sp>
        <p:nvSpPr>
          <p:cNvPr id="613" name="Google Shape;148;p17">
            <a:extLst>
              <a:ext uri="{FF2B5EF4-FFF2-40B4-BE49-F238E27FC236}">
                <a16:creationId xmlns:a16="http://schemas.microsoft.com/office/drawing/2014/main" id="{16110860-AEA7-7C78-79B9-D0C726F19905}"/>
              </a:ext>
            </a:extLst>
          </p:cNvPr>
          <p:cNvSpPr txBox="1"/>
          <p:nvPr/>
        </p:nvSpPr>
        <p:spPr>
          <a:xfrm>
            <a:off x="665325" y="5993257"/>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ContactNumber</a:t>
            </a:r>
            <a:endParaRPr sz="1100" dirty="0">
              <a:latin typeface="Plus Jakarta Sans"/>
              <a:ea typeface="Plus Jakarta Sans"/>
              <a:cs typeface="Plus Jakarta Sans"/>
              <a:sym typeface="Plus Jakarta Sans"/>
            </a:endParaRPr>
          </a:p>
        </p:txBody>
      </p:sp>
      <p:grpSp>
        <p:nvGrpSpPr>
          <p:cNvPr id="614" name="Google Shape;136;p17">
            <a:extLst>
              <a:ext uri="{FF2B5EF4-FFF2-40B4-BE49-F238E27FC236}">
                <a16:creationId xmlns:a16="http://schemas.microsoft.com/office/drawing/2014/main" id="{30238992-FDB4-92C0-6F91-67F77F06423B}"/>
              </a:ext>
            </a:extLst>
          </p:cNvPr>
          <p:cNvGrpSpPr/>
          <p:nvPr/>
        </p:nvGrpSpPr>
        <p:grpSpPr>
          <a:xfrm>
            <a:off x="2363680" y="4186613"/>
            <a:ext cx="2143200" cy="2574174"/>
            <a:chOff x="2428800" y="228600"/>
            <a:chExt cx="4286400" cy="4686300"/>
          </a:xfrm>
        </p:grpSpPr>
        <p:sp>
          <p:nvSpPr>
            <p:cNvPr id="615" name="Google Shape;137;p17">
              <a:extLst>
                <a:ext uri="{FF2B5EF4-FFF2-40B4-BE49-F238E27FC236}">
                  <a16:creationId xmlns:a16="http://schemas.microsoft.com/office/drawing/2014/main" id="{27115168-D0DE-3237-64A9-56460CB324CF}"/>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616" name="Google Shape;139;p17">
              <a:extLst>
                <a:ext uri="{FF2B5EF4-FFF2-40B4-BE49-F238E27FC236}">
                  <a16:creationId xmlns:a16="http://schemas.microsoft.com/office/drawing/2014/main" id="{B9FC72C0-1DB6-0389-05F0-9BE96D7F7CD4}"/>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LogID</a:t>
              </a:r>
              <a:endParaRPr sz="1100" dirty="0">
                <a:latin typeface="Plus Jakarta Sans"/>
                <a:ea typeface="Plus Jakarta Sans"/>
                <a:cs typeface="Plus Jakarta Sans"/>
                <a:sym typeface="Plus Jakarta Sans"/>
              </a:endParaRPr>
            </a:p>
          </p:txBody>
        </p:sp>
        <p:sp>
          <p:nvSpPr>
            <p:cNvPr id="617" name="Google Shape;140;p17">
              <a:extLst>
                <a:ext uri="{FF2B5EF4-FFF2-40B4-BE49-F238E27FC236}">
                  <a16:creationId xmlns:a16="http://schemas.microsoft.com/office/drawing/2014/main" id="{8C9FD1DD-7015-8118-9948-26538555913B}"/>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dirty="0">
                  <a:solidFill>
                    <a:schemeClr val="lt1"/>
                  </a:solidFill>
                  <a:latin typeface="Work Sans"/>
                  <a:ea typeface="Work Sans"/>
                  <a:cs typeface="Work Sans"/>
                  <a:sym typeface="Work Sans"/>
                </a:rPr>
                <a:t>6</a:t>
              </a:r>
              <a:endParaRPr sz="900" dirty="0">
                <a:solidFill>
                  <a:schemeClr val="lt1"/>
                </a:solidFill>
                <a:latin typeface="Work Sans"/>
                <a:ea typeface="Work Sans"/>
                <a:cs typeface="Work Sans"/>
                <a:sym typeface="Work Sans"/>
              </a:endParaRPr>
            </a:p>
          </p:txBody>
        </p:sp>
        <p:sp>
          <p:nvSpPr>
            <p:cNvPr id="618" name="Google Shape;141;p17">
              <a:extLst>
                <a:ext uri="{FF2B5EF4-FFF2-40B4-BE49-F238E27FC236}">
                  <a16:creationId xmlns:a16="http://schemas.microsoft.com/office/drawing/2014/main" id="{2C9B7AC6-4720-307F-356A-1560FE386B80}"/>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LOGS TABLE</a:t>
              </a:r>
              <a:endParaRPr sz="1200" b="1" dirty="0">
                <a:latin typeface="Plus Jakarta Sans"/>
                <a:ea typeface="Plus Jakarta Sans"/>
                <a:cs typeface="Plus Jakarta Sans"/>
                <a:sym typeface="Plus Jakarta Sans"/>
              </a:endParaRPr>
            </a:p>
          </p:txBody>
        </p:sp>
        <p:sp>
          <p:nvSpPr>
            <p:cNvPr id="619" name="Google Shape;142;p17">
              <a:extLst>
                <a:ext uri="{FF2B5EF4-FFF2-40B4-BE49-F238E27FC236}">
                  <a16:creationId xmlns:a16="http://schemas.microsoft.com/office/drawing/2014/main" id="{C76D5003-BED1-D73F-BA09-53ABC4DBFA83}"/>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TimeofCreation</a:t>
              </a:r>
              <a:endParaRPr sz="1100" dirty="0">
                <a:latin typeface="Plus Jakarta Sans"/>
                <a:ea typeface="Plus Jakarta Sans"/>
                <a:cs typeface="Plus Jakarta Sans"/>
                <a:sym typeface="Plus Jakarta Sans"/>
              </a:endParaRPr>
            </a:p>
          </p:txBody>
        </p:sp>
        <p:sp>
          <p:nvSpPr>
            <p:cNvPr id="620" name="Google Shape;144;p17">
              <a:extLst>
                <a:ext uri="{FF2B5EF4-FFF2-40B4-BE49-F238E27FC236}">
                  <a16:creationId xmlns:a16="http://schemas.microsoft.com/office/drawing/2014/main" id="{2D0EFF98-6F23-D047-3D4E-71109BAB02D3}"/>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LogContent</a:t>
              </a:r>
              <a:endParaRPr sz="1100" dirty="0">
                <a:latin typeface="Plus Jakarta Sans"/>
                <a:ea typeface="Plus Jakarta Sans"/>
                <a:cs typeface="Plus Jakarta Sans"/>
                <a:sym typeface="Plus Jakarta Sans"/>
              </a:endParaRPr>
            </a:p>
          </p:txBody>
        </p:sp>
        <p:sp>
          <p:nvSpPr>
            <p:cNvPr id="621" name="Google Shape;146;p17">
              <a:extLst>
                <a:ext uri="{FF2B5EF4-FFF2-40B4-BE49-F238E27FC236}">
                  <a16:creationId xmlns:a16="http://schemas.microsoft.com/office/drawing/2014/main" id="{CB468F49-63FD-0D50-F847-5FA8C56ADCF7}"/>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CreatedByID</a:t>
              </a:r>
              <a:endParaRPr sz="1100" dirty="0">
                <a:latin typeface="Plus Jakarta Sans"/>
                <a:ea typeface="Plus Jakarta Sans"/>
                <a:cs typeface="Plus Jakarta Sans"/>
                <a:sym typeface="Plus Jakarta Sans"/>
              </a:endParaRPr>
            </a:p>
          </p:txBody>
        </p:sp>
        <p:sp>
          <p:nvSpPr>
            <p:cNvPr id="622" name="Google Shape;148;p17">
              <a:extLst>
                <a:ext uri="{FF2B5EF4-FFF2-40B4-BE49-F238E27FC236}">
                  <a16:creationId xmlns:a16="http://schemas.microsoft.com/office/drawing/2014/main" id="{45397DC1-4531-FBAF-65A0-C5670E63956E}"/>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ProjectID</a:t>
              </a:r>
              <a:endParaRPr sz="1100" dirty="0">
                <a:latin typeface="Plus Jakarta Sans"/>
                <a:ea typeface="Plus Jakarta Sans"/>
                <a:cs typeface="Plus Jakarta Sans"/>
                <a:sym typeface="Plus Jakarta Sans"/>
              </a:endParaRPr>
            </a:p>
          </p:txBody>
        </p:sp>
        <p:cxnSp>
          <p:nvCxnSpPr>
            <p:cNvPr id="623" name="Google Shape;151;p17">
              <a:extLst>
                <a:ext uri="{FF2B5EF4-FFF2-40B4-BE49-F238E27FC236}">
                  <a16:creationId xmlns:a16="http://schemas.microsoft.com/office/drawing/2014/main" id="{357104FC-E927-4E91-8474-5B00C69C8E02}"/>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24" name="Google Shape;152;p17">
              <a:extLst>
                <a:ext uri="{FF2B5EF4-FFF2-40B4-BE49-F238E27FC236}">
                  <a16:creationId xmlns:a16="http://schemas.microsoft.com/office/drawing/2014/main" id="{A385CAA5-277B-C4C6-6210-53A5A778303C}"/>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25" name="Google Shape;153;p17">
              <a:extLst>
                <a:ext uri="{FF2B5EF4-FFF2-40B4-BE49-F238E27FC236}">
                  <a16:creationId xmlns:a16="http://schemas.microsoft.com/office/drawing/2014/main" id="{FB65AD36-0920-CF3D-EF04-076F54A1B28A}"/>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26" name="Google Shape;154;p17">
              <a:extLst>
                <a:ext uri="{FF2B5EF4-FFF2-40B4-BE49-F238E27FC236}">
                  <a16:creationId xmlns:a16="http://schemas.microsoft.com/office/drawing/2014/main" id="{FFDB2B56-028E-5D8F-7B2E-7F51BA7B0792}"/>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627" name="Google Shape;155;p17">
              <a:extLst>
                <a:ext uri="{FF2B5EF4-FFF2-40B4-BE49-F238E27FC236}">
                  <a16:creationId xmlns:a16="http://schemas.microsoft.com/office/drawing/2014/main" id="{2A34160D-AE8C-34DF-40F9-83C6746D8623}"/>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28" name="Google Shape;156;p17">
              <a:extLst>
                <a:ext uri="{FF2B5EF4-FFF2-40B4-BE49-F238E27FC236}">
                  <a16:creationId xmlns:a16="http://schemas.microsoft.com/office/drawing/2014/main" id="{7A12FC82-AF84-AFE5-B909-06549F42E4D2}"/>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29" name="Google Shape;157;p17">
              <a:extLst>
                <a:ext uri="{FF2B5EF4-FFF2-40B4-BE49-F238E27FC236}">
                  <a16:creationId xmlns:a16="http://schemas.microsoft.com/office/drawing/2014/main" id="{56319D93-E0F8-7CC6-7DCA-A8C753908F54}"/>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645" name="Google Shape;136;p17">
            <a:extLst>
              <a:ext uri="{FF2B5EF4-FFF2-40B4-BE49-F238E27FC236}">
                <a16:creationId xmlns:a16="http://schemas.microsoft.com/office/drawing/2014/main" id="{CAD121E7-A3E0-DF1C-C881-378202F921D5}"/>
              </a:ext>
            </a:extLst>
          </p:cNvPr>
          <p:cNvGrpSpPr/>
          <p:nvPr/>
        </p:nvGrpSpPr>
        <p:grpSpPr>
          <a:xfrm>
            <a:off x="4632339" y="5202613"/>
            <a:ext cx="2143200" cy="2574174"/>
            <a:chOff x="2428800" y="228600"/>
            <a:chExt cx="4286400" cy="4686300"/>
          </a:xfrm>
        </p:grpSpPr>
        <p:sp>
          <p:nvSpPr>
            <p:cNvPr id="646" name="Google Shape;137;p17">
              <a:extLst>
                <a:ext uri="{FF2B5EF4-FFF2-40B4-BE49-F238E27FC236}">
                  <a16:creationId xmlns:a16="http://schemas.microsoft.com/office/drawing/2014/main" id="{E43A0E7B-BF34-BFF3-5C8C-E98F5969E3C8}"/>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647" name="Google Shape;139;p17">
              <a:extLst>
                <a:ext uri="{FF2B5EF4-FFF2-40B4-BE49-F238E27FC236}">
                  <a16:creationId xmlns:a16="http://schemas.microsoft.com/office/drawing/2014/main" id="{F399ADFF-FF6E-D2F0-0B03-03E475DE3E35}"/>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TaskID</a:t>
              </a:r>
              <a:endParaRPr sz="1100" dirty="0">
                <a:latin typeface="Plus Jakarta Sans"/>
                <a:ea typeface="Plus Jakarta Sans"/>
                <a:cs typeface="Plus Jakarta Sans"/>
                <a:sym typeface="Plus Jakarta Sans"/>
              </a:endParaRPr>
            </a:p>
          </p:txBody>
        </p:sp>
        <p:sp>
          <p:nvSpPr>
            <p:cNvPr id="648" name="Google Shape;140;p17">
              <a:extLst>
                <a:ext uri="{FF2B5EF4-FFF2-40B4-BE49-F238E27FC236}">
                  <a16:creationId xmlns:a16="http://schemas.microsoft.com/office/drawing/2014/main" id="{BEA9F956-680C-BBD7-64D6-8DEE380C975E}"/>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dirty="0">
                  <a:solidFill>
                    <a:schemeClr val="lt1"/>
                  </a:solidFill>
                  <a:latin typeface="Work Sans"/>
                  <a:ea typeface="Work Sans"/>
                  <a:cs typeface="Work Sans"/>
                  <a:sym typeface="Work Sans"/>
                </a:rPr>
                <a:t>9</a:t>
              </a:r>
              <a:endParaRPr sz="900" dirty="0">
                <a:solidFill>
                  <a:schemeClr val="lt1"/>
                </a:solidFill>
                <a:latin typeface="Work Sans"/>
                <a:ea typeface="Work Sans"/>
                <a:cs typeface="Work Sans"/>
                <a:sym typeface="Work Sans"/>
              </a:endParaRPr>
            </a:p>
          </p:txBody>
        </p:sp>
        <p:sp>
          <p:nvSpPr>
            <p:cNvPr id="649" name="Google Shape;141;p17">
              <a:extLst>
                <a:ext uri="{FF2B5EF4-FFF2-40B4-BE49-F238E27FC236}">
                  <a16:creationId xmlns:a16="http://schemas.microsoft.com/office/drawing/2014/main" id="{93E189A4-7470-C0D6-3C71-DB9E8063EADC}"/>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TASKS TABLE</a:t>
              </a:r>
              <a:endParaRPr sz="1200" b="1" dirty="0">
                <a:latin typeface="Plus Jakarta Sans"/>
                <a:ea typeface="Plus Jakarta Sans"/>
                <a:cs typeface="Plus Jakarta Sans"/>
                <a:sym typeface="Plus Jakarta Sans"/>
              </a:endParaRPr>
            </a:p>
          </p:txBody>
        </p:sp>
        <p:sp>
          <p:nvSpPr>
            <p:cNvPr id="650" name="Google Shape;142;p17">
              <a:extLst>
                <a:ext uri="{FF2B5EF4-FFF2-40B4-BE49-F238E27FC236}">
                  <a16:creationId xmlns:a16="http://schemas.microsoft.com/office/drawing/2014/main" id="{C9A2C20F-5F61-B149-225A-EE2B368AB43C}"/>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TimeofCreation</a:t>
              </a:r>
              <a:endParaRPr sz="1100" dirty="0">
                <a:latin typeface="Plus Jakarta Sans"/>
                <a:ea typeface="Plus Jakarta Sans"/>
                <a:cs typeface="Plus Jakarta Sans"/>
                <a:sym typeface="Plus Jakarta Sans"/>
              </a:endParaRPr>
            </a:p>
          </p:txBody>
        </p:sp>
        <p:sp>
          <p:nvSpPr>
            <p:cNvPr id="651" name="Google Shape;144;p17">
              <a:extLst>
                <a:ext uri="{FF2B5EF4-FFF2-40B4-BE49-F238E27FC236}">
                  <a16:creationId xmlns:a16="http://schemas.microsoft.com/office/drawing/2014/main" id="{06075EDE-0D5A-8AD5-A0C5-827F42416662}"/>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TaskContent</a:t>
              </a:r>
              <a:endParaRPr sz="1100" dirty="0">
                <a:latin typeface="Plus Jakarta Sans"/>
                <a:ea typeface="Plus Jakarta Sans"/>
                <a:cs typeface="Plus Jakarta Sans"/>
                <a:sym typeface="Plus Jakarta Sans"/>
              </a:endParaRPr>
            </a:p>
          </p:txBody>
        </p:sp>
        <p:sp>
          <p:nvSpPr>
            <p:cNvPr id="652" name="Google Shape;146;p17">
              <a:extLst>
                <a:ext uri="{FF2B5EF4-FFF2-40B4-BE49-F238E27FC236}">
                  <a16:creationId xmlns:a16="http://schemas.microsoft.com/office/drawing/2014/main" id="{EBE7DC56-1F8E-88FC-A569-F15DF8231BB6}"/>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CreatedByID</a:t>
              </a:r>
              <a:endParaRPr sz="1100" dirty="0">
                <a:latin typeface="Plus Jakarta Sans"/>
                <a:ea typeface="Plus Jakarta Sans"/>
                <a:cs typeface="Plus Jakarta Sans"/>
                <a:sym typeface="Plus Jakarta Sans"/>
              </a:endParaRPr>
            </a:p>
          </p:txBody>
        </p:sp>
        <p:sp>
          <p:nvSpPr>
            <p:cNvPr id="653" name="Google Shape;148;p17">
              <a:extLst>
                <a:ext uri="{FF2B5EF4-FFF2-40B4-BE49-F238E27FC236}">
                  <a16:creationId xmlns:a16="http://schemas.microsoft.com/office/drawing/2014/main" id="{53132353-9ABC-2E07-C996-6F5D8BC692CB}"/>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ProjectID</a:t>
              </a:r>
              <a:endParaRPr sz="1100" dirty="0">
                <a:latin typeface="Plus Jakarta Sans"/>
                <a:ea typeface="Plus Jakarta Sans"/>
                <a:cs typeface="Plus Jakarta Sans"/>
                <a:sym typeface="Plus Jakarta Sans"/>
              </a:endParaRPr>
            </a:p>
          </p:txBody>
        </p:sp>
        <p:cxnSp>
          <p:nvCxnSpPr>
            <p:cNvPr id="654" name="Google Shape;151;p17">
              <a:extLst>
                <a:ext uri="{FF2B5EF4-FFF2-40B4-BE49-F238E27FC236}">
                  <a16:creationId xmlns:a16="http://schemas.microsoft.com/office/drawing/2014/main" id="{435EA600-E6A6-9D7E-4EE7-8697F2244FE2}"/>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55" name="Google Shape;152;p17">
              <a:extLst>
                <a:ext uri="{FF2B5EF4-FFF2-40B4-BE49-F238E27FC236}">
                  <a16:creationId xmlns:a16="http://schemas.microsoft.com/office/drawing/2014/main" id="{53F2E4A1-A8E1-38BB-FD71-B3BDFD37481D}"/>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56" name="Google Shape;153;p17">
              <a:extLst>
                <a:ext uri="{FF2B5EF4-FFF2-40B4-BE49-F238E27FC236}">
                  <a16:creationId xmlns:a16="http://schemas.microsoft.com/office/drawing/2014/main" id="{D618D1A5-2C70-92D3-600E-B0E56D8CC4D6}"/>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57" name="Google Shape;154;p17">
              <a:extLst>
                <a:ext uri="{FF2B5EF4-FFF2-40B4-BE49-F238E27FC236}">
                  <a16:creationId xmlns:a16="http://schemas.microsoft.com/office/drawing/2014/main" id="{B52CA855-75B6-8808-1001-D754B52A13F5}"/>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658" name="Google Shape;155;p17">
              <a:extLst>
                <a:ext uri="{FF2B5EF4-FFF2-40B4-BE49-F238E27FC236}">
                  <a16:creationId xmlns:a16="http://schemas.microsoft.com/office/drawing/2014/main" id="{0E917870-8BBA-3EDF-8F8F-02D5789AC7DA}"/>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59" name="Google Shape;156;p17">
              <a:extLst>
                <a:ext uri="{FF2B5EF4-FFF2-40B4-BE49-F238E27FC236}">
                  <a16:creationId xmlns:a16="http://schemas.microsoft.com/office/drawing/2014/main" id="{3F862BEF-69B3-F89F-F8C5-61B31B747B19}"/>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60" name="Google Shape;157;p17">
              <a:extLst>
                <a:ext uri="{FF2B5EF4-FFF2-40B4-BE49-F238E27FC236}">
                  <a16:creationId xmlns:a16="http://schemas.microsoft.com/office/drawing/2014/main" id="{F882C70B-3425-3462-6E9E-F1BE11501DBA}"/>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sp>
        <p:nvSpPr>
          <p:cNvPr id="661" name="Google Shape;148;p17">
            <a:extLst>
              <a:ext uri="{FF2B5EF4-FFF2-40B4-BE49-F238E27FC236}">
                <a16:creationId xmlns:a16="http://schemas.microsoft.com/office/drawing/2014/main" id="{656A0BF5-2912-6285-8CED-2E38C201B125}"/>
              </a:ext>
            </a:extLst>
          </p:cNvPr>
          <p:cNvSpPr txBox="1"/>
          <p:nvPr/>
        </p:nvSpPr>
        <p:spPr>
          <a:xfrm>
            <a:off x="5164414" y="7339457"/>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CompletionStatus</a:t>
            </a:r>
            <a:endParaRPr sz="1100" dirty="0">
              <a:latin typeface="Plus Jakarta Sans"/>
              <a:ea typeface="Plus Jakarta Sans"/>
              <a:cs typeface="Plus Jakarta Sans"/>
              <a:sym typeface="Plus Jakarta Sans"/>
            </a:endParaRPr>
          </a:p>
        </p:txBody>
      </p:sp>
      <p:sp>
        <p:nvSpPr>
          <p:cNvPr id="662" name="Google Shape;475;p26">
            <a:extLst>
              <a:ext uri="{FF2B5EF4-FFF2-40B4-BE49-F238E27FC236}">
                <a16:creationId xmlns:a16="http://schemas.microsoft.com/office/drawing/2014/main" id="{6DB222F5-244B-7763-40E4-C7BF3AFE38C7}"/>
              </a:ext>
            </a:extLst>
          </p:cNvPr>
          <p:cNvSpPr/>
          <p:nvPr/>
        </p:nvSpPr>
        <p:spPr>
          <a:xfrm>
            <a:off x="665344" y="-4230256"/>
            <a:ext cx="1212900" cy="460500"/>
          </a:xfrm>
          <a:prstGeom prst="rect">
            <a:avLst/>
          </a:prstGeom>
          <a:solidFill>
            <a:srgbClr val="EFBC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663" name="Google Shape;476;p26">
            <a:extLst>
              <a:ext uri="{FF2B5EF4-FFF2-40B4-BE49-F238E27FC236}">
                <a16:creationId xmlns:a16="http://schemas.microsoft.com/office/drawing/2014/main" id="{BFB5660C-6BED-367D-F65E-B57BABCCA2AE}"/>
              </a:ext>
            </a:extLst>
          </p:cNvPr>
          <p:cNvGrpSpPr/>
          <p:nvPr/>
        </p:nvGrpSpPr>
        <p:grpSpPr>
          <a:xfrm>
            <a:off x="7547" y="-5061866"/>
            <a:ext cx="4572034" cy="2898865"/>
            <a:chOff x="2408475" y="1200156"/>
            <a:chExt cx="4326300" cy="2743059"/>
          </a:xfrm>
          <a:solidFill>
            <a:schemeClr val="bg1"/>
          </a:solidFill>
        </p:grpSpPr>
        <p:sp>
          <p:nvSpPr>
            <p:cNvPr id="664" name="Google Shape;477;p26">
              <a:extLst>
                <a:ext uri="{FF2B5EF4-FFF2-40B4-BE49-F238E27FC236}">
                  <a16:creationId xmlns:a16="http://schemas.microsoft.com/office/drawing/2014/main" id="{D6631D91-CB84-1E88-71B0-D3780EAD3206}"/>
                </a:ext>
              </a:extLst>
            </p:cNvPr>
            <p:cNvSpPr/>
            <p:nvPr/>
          </p:nvSpPr>
          <p:spPr>
            <a:xfrm>
              <a:off x="2411987" y="1200156"/>
              <a:ext cx="4319400" cy="2635200"/>
            </a:xfrm>
            <a:prstGeom prst="rect">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65" name="Google Shape;478;p26">
              <a:extLst>
                <a:ext uri="{FF2B5EF4-FFF2-40B4-BE49-F238E27FC236}">
                  <a16:creationId xmlns:a16="http://schemas.microsoft.com/office/drawing/2014/main" id="{39F4BE86-E6EB-66A8-1E4F-01117BD9A501}"/>
                </a:ext>
              </a:extLst>
            </p:cNvPr>
            <p:cNvSpPr/>
            <p:nvPr/>
          </p:nvSpPr>
          <p:spPr>
            <a:xfrm>
              <a:off x="241198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66" name="Google Shape;479;p26">
              <a:extLst>
                <a:ext uri="{FF2B5EF4-FFF2-40B4-BE49-F238E27FC236}">
                  <a16:creationId xmlns:a16="http://schemas.microsoft.com/office/drawing/2014/main" id="{5473383A-C881-A3E5-084E-6A993CB651A9}"/>
                </a:ext>
              </a:extLst>
            </p:cNvPr>
            <p:cNvSpPr/>
            <p:nvPr/>
          </p:nvSpPr>
          <p:spPr>
            <a:xfrm>
              <a:off x="2627956"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67" name="Google Shape;480;p26">
              <a:extLst>
                <a:ext uri="{FF2B5EF4-FFF2-40B4-BE49-F238E27FC236}">
                  <a16:creationId xmlns:a16="http://schemas.microsoft.com/office/drawing/2014/main" id="{446FD957-E732-5F72-7DF3-D0B12886C344}"/>
                </a:ext>
              </a:extLst>
            </p:cNvPr>
            <p:cNvSpPr/>
            <p:nvPr/>
          </p:nvSpPr>
          <p:spPr>
            <a:xfrm>
              <a:off x="2843925"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68" name="Google Shape;481;p26">
              <a:extLst>
                <a:ext uri="{FF2B5EF4-FFF2-40B4-BE49-F238E27FC236}">
                  <a16:creationId xmlns:a16="http://schemas.microsoft.com/office/drawing/2014/main" id="{20F665B8-CE05-D932-EFDC-D8B764C6D276}"/>
                </a:ext>
              </a:extLst>
            </p:cNvPr>
            <p:cNvSpPr/>
            <p:nvPr/>
          </p:nvSpPr>
          <p:spPr>
            <a:xfrm>
              <a:off x="3059894"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69" name="Google Shape;482;p26">
              <a:extLst>
                <a:ext uri="{FF2B5EF4-FFF2-40B4-BE49-F238E27FC236}">
                  <a16:creationId xmlns:a16="http://schemas.microsoft.com/office/drawing/2014/main" id="{1227F084-D0F6-E6B0-0316-1CA14FDA2033}"/>
                </a:ext>
              </a:extLst>
            </p:cNvPr>
            <p:cNvSpPr/>
            <p:nvPr/>
          </p:nvSpPr>
          <p:spPr>
            <a:xfrm>
              <a:off x="3275863"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0" name="Google Shape;483;p26">
              <a:extLst>
                <a:ext uri="{FF2B5EF4-FFF2-40B4-BE49-F238E27FC236}">
                  <a16:creationId xmlns:a16="http://schemas.microsoft.com/office/drawing/2014/main" id="{A3CE149B-41F3-AC0A-E295-3C67B9289D3C}"/>
                </a:ext>
              </a:extLst>
            </p:cNvPr>
            <p:cNvSpPr/>
            <p:nvPr/>
          </p:nvSpPr>
          <p:spPr>
            <a:xfrm>
              <a:off x="3491832"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1" name="Google Shape;484;p26">
              <a:extLst>
                <a:ext uri="{FF2B5EF4-FFF2-40B4-BE49-F238E27FC236}">
                  <a16:creationId xmlns:a16="http://schemas.microsoft.com/office/drawing/2014/main" id="{AB9DCA0F-C265-EFE9-F63E-AB713D4522C1}"/>
                </a:ext>
              </a:extLst>
            </p:cNvPr>
            <p:cNvSpPr/>
            <p:nvPr/>
          </p:nvSpPr>
          <p:spPr>
            <a:xfrm>
              <a:off x="3707801"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2" name="Google Shape;485;p26">
              <a:extLst>
                <a:ext uri="{FF2B5EF4-FFF2-40B4-BE49-F238E27FC236}">
                  <a16:creationId xmlns:a16="http://schemas.microsoft.com/office/drawing/2014/main" id="{DF31ED19-3C02-4E57-6F51-D7DDDD34E680}"/>
                </a:ext>
              </a:extLst>
            </p:cNvPr>
            <p:cNvSpPr/>
            <p:nvPr/>
          </p:nvSpPr>
          <p:spPr>
            <a:xfrm>
              <a:off x="3923770"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3" name="Google Shape;486;p26">
              <a:extLst>
                <a:ext uri="{FF2B5EF4-FFF2-40B4-BE49-F238E27FC236}">
                  <a16:creationId xmlns:a16="http://schemas.microsoft.com/office/drawing/2014/main" id="{B9005034-0B20-B974-8091-E77EC976BEEF}"/>
                </a:ext>
              </a:extLst>
            </p:cNvPr>
            <p:cNvSpPr/>
            <p:nvPr/>
          </p:nvSpPr>
          <p:spPr>
            <a:xfrm>
              <a:off x="4139739"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4" name="Google Shape;487;p26">
              <a:extLst>
                <a:ext uri="{FF2B5EF4-FFF2-40B4-BE49-F238E27FC236}">
                  <a16:creationId xmlns:a16="http://schemas.microsoft.com/office/drawing/2014/main" id="{CA27FCCA-A1BE-E863-2360-8C20FA8C0107}"/>
                </a:ext>
              </a:extLst>
            </p:cNvPr>
            <p:cNvSpPr/>
            <p:nvPr/>
          </p:nvSpPr>
          <p:spPr>
            <a:xfrm>
              <a:off x="4355708"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5" name="Google Shape;488;p26">
              <a:extLst>
                <a:ext uri="{FF2B5EF4-FFF2-40B4-BE49-F238E27FC236}">
                  <a16:creationId xmlns:a16="http://schemas.microsoft.com/office/drawing/2014/main" id="{41D4744A-F84A-A80A-F1DB-EC84712F5732}"/>
                </a:ext>
              </a:extLst>
            </p:cNvPr>
            <p:cNvSpPr/>
            <p:nvPr/>
          </p:nvSpPr>
          <p:spPr>
            <a:xfrm>
              <a:off x="457167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6" name="Google Shape;489;p26">
              <a:extLst>
                <a:ext uri="{FF2B5EF4-FFF2-40B4-BE49-F238E27FC236}">
                  <a16:creationId xmlns:a16="http://schemas.microsoft.com/office/drawing/2014/main" id="{DE69EB59-DB72-1B60-7E91-2A1F74E87234}"/>
                </a:ext>
              </a:extLst>
            </p:cNvPr>
            <p:cNvSpPr/>
            <p:nvPr/>
          </p:nvSpPr>
          <p:spPr>
            <a:xfrm>
              <a:off x="4787645"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7" name="Google Shape;490;p26">
              <a:extLst>
                <a:ext uri="{FF2B5EF4-FFF2-40B4-BE49-F238E27FC236}">
                  <a16:creationId xmlns:a16="http://schemas.microsoft.com/office/drawing/2014/main" id="{CE0E3D53-DBC7-C151-37F2-2EEBF4CB8F7C}"/>
                </a:ext>
              </a:extLst>
            </p:cNvPr>
            <p:cNvSpPr/>
            <p:nvPr/>
          </p:nvSpPr>
          <p:spPr>
            <a:xfrm>
              <a:off x="5003614"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8" name="Google Shape;491;p26">
              <a:extLst>
                <a:ext uri="{FF2B5EF4-FFF2-40B4-BE49-F238E27FC236}">
                  <a16:creationId xmlns:a16="http://schemas.microsoft.com/office/drawing/2014/main" id="{2F6BBC21-8FE3-8996-27FC-BF3E7F412CA9}"/>
                </a:ext>
              </a:extLst>
            </p:cNvPr>
            <p:cNvSpPr/>
            <p:nvPr/>
          </p:nvSpPr>
          <p:spPr>
            <a:xfrm>
              <a:off x="5219583"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9" name="Google Shape;492;p26">
              <a:extLst>
                <a:ext uri="{FF2B5EF4-FFF2-40B4-BE49-F238E27FC236}">
                  <a16:creationId xmlns:a16="http://schemas.microsoft.com/office/drawing/2014/main" id="{57B69C42-5C44-3EFB-B5F0-B5AB9E19EF74}"/>
                </a:ext>
              </a:extLst>
            </p:cNvPr>
            <p:cNvSpPr/>
            <p:nvPr/>
          </p:nvSpPr>
          <p:spPr>
            <a:xfrm>
              <a:off x="5435552"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80" name="Google Shape;493;p26">
              <a:extLst>
                <a:ext uri="{FF2B5EF4-FFF2-40B4-BE49-F238E27FC236}">
                  <a16:creationId xmlns:a16="http://schemas.microsoft.com/office/drawing/2014/main" id="{625DDC53-6580-E92C-3F82-7EBA9D39A6FC}"/>
                </a:ext>
              </a:extLst>
            </p:cNvPr>
            <p:cNvSpPr/>
            <p:nvPr/>
          </p:nvSpPr>
          <p:spPr>
            <a:xfrm>
              <a:off x="5651521"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81" name="Google Shape;494;p26">
              <a:extLst>
                <a:ext uri="{FF2B5EF4-FFF2-40B4-BE49-F238E27FC236}">
                  <a16:creationId xmlns:a16="http://schemas.microsoft.com/office/drawing/2014/main" id="{18D8CB0F-09FC-4D62-CCE7-EA126F998D21}"/>
                </a:ext>
              </a:extLst>
            </p:cNvPr>
            <p:cNvSpPr/>
            <p:nvPr/>
          </p:nvSpPr>
          <p:spPr>
            <a:xfrm>
              <a:off x="5867490"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82" name="Google Shape;495;p26">
              <a:extLst>
                <a:ext uri="{FF2B5EF4-FFF2-40B4-BE49-F238E27FC236}">
                  <a16:creationId xmlns:a16="http://schemas.microsoft.com/office/drawing/2014/main" id="{61BA81CB-908D-0B2A-6D78-17FC55A1181E}"/>
                </a:ext>
              </a:extLst>
            </p:cNvPr>
            <p:cNvSpPr/>
            <p:nvPr/>
          </p:nvSpPr>
          <p:spPr>
            <a:xfrm>
              <a:off x="6083459"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83" name="Google Shape;496;p26">
              <a:extLst>
                <a:ext uri="{FF2B5EF4-FFF2-40B4-BE49-F238E27FC236}">
                  <a16:creationId xmlns:a16="http://schemas.microsoft.com/office/drawing/2014/main" id="{ED3C8AAF-344B-CD1C-4581-40F541564587}"/>
                </a:ext>
              </a:extLst>
            </p:cNvPr>
            <p:cNvSpPr/>
            <p:nvPr/>
          </p:nvSpPr>
          <p:spPr>
            <a:xfrm>
              <a:off x="6299428"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84" name="Google Shape;497;p26">
              <a:extLst>
                <a:ext uri="{FF2B5EF4-FFF2-40B4-BE49-F238E27FC236}">
                  <a16:creationId xmlns:a16="http://schemas.microsoft.com/office/drawing/2014/main" id="{BCBFF7C9-6AF6-E811-0EBB-3F5D993CD1F7}"/>
                </a:ext>
              </a:extLst>
            </p:cNvPr>
            <p:cNvSpPr/>
            <p:nvPr/>
          </p:nvSpPr>
          <p:spPr>
            <a:xfrm>
              <a:off x="651539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85" name="Google Shape;498;p26">
              <a:extLst>
                <a:ext uri="{FF2B5EF4-FFF2-40B4-BE49-F238E27FC236}">
                  <a16:creationId xmlns:a16="http://schemas.microsoft.com/office/drawing/2014/main" id="{A28B5801-1FF8-2670-3A03-8A695B44705B}"/>
                </a:ext>
              </a:extLst>
            </p:cNvPr>
            <p:cNvSpPr txBox="1"/>
            <p:nvPr/>
          </p:nvSpPr>
          <p:spPr>
            <a:xfrm>
              <a:off x="2411982" y="2018758"/>
              <a:ext cx="3333900" cy="1736700"/>
            </a:xfrm>
            <a:prstGeom prst="rect">
              <a:avLst/>
            </a:prstGeom>
            <a:grpFill/>
            <a:ln>
              <a:noFill/>
            </a:ln>
          </p:spPr>
          <p:txBody>
            <a:bodyPr spcFirstLastPara="1" wrap="square" lIns="289875" tIns="96625" rIns="289875" bIns="96625" anchor="ctr" anchorCtr="0">
              <a:noAutofit/>
            </a:bodyPr>
            <a:lstStyle/>
            <a:p>
              <a:pPr marL="0" lvl="0" indent="0" algn="l" rtl="0">
                <a:lnSpc>
                  <a:spcPct val="90000"/>
                </a:lnSpc>
                <a:spcBef>
                  <a:spcPts val="0"/>
                </a:spcBef>
                <a:spcAft>
                  <a:spcPts val="0"/>
                </a:spcAft>
                <a:buNone/>
              </a:pPr>
              <a:r>
                <a:rPr lang="en" sz="4361" dirty="0">
                  <a:solidFill>
                    <a:srgbClr val="282929"/>
                  </a:solidFill>
                  <a:latin typeface="Noto Serif Gujarati"/>
                  <a:ea typeface="Noto Serif Gujarati"/>
                  <a:cs typeface="Noto Serif Gujarati"/>
                  <a:sym typeface="Noto Serif Gujarati"/>
                </a:rPr>
                <a:t>DATABASE TABLES</a:t>
              </a:r>
              <a:endParaRPr sz="4361" dirty="0">
                <a:solidFill>
                  <a:srgbClr val="282929"/>
                </a:solidFill>
                <a:latin typeface="Noto Serif Gujarati"/>
                <a:ea typeface="Noto Serif Gujarati"/>
                <a:cs typeface="Noto Serif Gujarati"/>
                <a:sym typeface="Noto Serif Gujarati"/>
              </a:endParaRPr>
            </a:p>
          </p:txBody>
        </p:sp>
        <p:cxnSp>
          <p:nvCxnSpPr>
            <p:cNvPr id="686" name="Google Shape;499;p26">
              <a:extLst>
                <a:ext uri="{FF2B5EF4-FFF2-40B4-BE49-F238E27FC236}">
                  <a16:creationId xmlns:a16="http://schemas.microsoft.com/office/drawing/2014/main" id="{D2D5BA40-E248-4477-D2AB-518777260099}"/>
                </a:ext>
              </a:extLst>
            </p:cNvPr>
            <p:cNvCxnSpPr/>
            <p:nvPr/>
          </p:nvCxnSpPr>
          <p:spPr>
            <a:xfrm>
              <a:off x="2408475" y="2018754"/>
              <a:ext cx="4326300" cy="0"/>
            </a:xfrm>
            <a:prstGeom prst="straightConnector1">
              <a:avLst/>
            </a:prstGeom>
            <a:grpFill/>
            <a:ln w="20125" cap="flat" cmpd="sng">
              <a:solidFill>
                <a:srgbClr val="282929"/>
              </a:solidFill>
              <a:prstDash val="solid"/>
              <a:round/>
              <a:headEnd type="none" w="med" len="med"/>
              <a:tailEnd type="none" w="med" len="med"/>
            </a:ln>
          </p:spPr>
        </p:cxnSp>
        <p:cxnSp>
          <p:nvCxnSpPr>
            <p:cNvPr id="687" name="Google Shape;500;p26">
              <a:extLst>
                <a:ext uri="{FF2B5EF4-FFF2-40B4-BE49-F238E27FC236}">
                  <a16:creationId xmlns:a16="http://schemas.microsoft.com/office/drawing/2014/main" id="{6C6E11D4-689D-8506-1847-771AAD4AEB2A}"/>
                </a:ext>
              </a:extLst>
            </p:cNvPr>
            <p:cNvCxnSpPr/>
            <p:nvPr/>
          </p:nvCxnSpPr>
          <p:spPr>
            <a:xfrm>
              <a:off x="2408475" y="1744654"/>
              <a:ext cx="4326300" cy="0"/>
            </a:xfrm>
            <a:prstGeom prst="straightConnector1">
              <a:avLst/>
            </a:prstGeom>
            <a:grpFill/>
            <a:ln w="20125" cap="flat" cmpd="sng">
              <a:solidFill>
                <a:srgbClr val="282929"/>
              </a:solidFill>
              <a:prstDash val="solid"/>
              <a:round/>
              <a:headEnd type="none" w="med" len="med"/>
              <a:tailEnd type="none" w="med" len="med"/>
            </a:ln>
          </p:spPr>
        </p:cxnSp>
        <p:cxnSp>
          <p:nvCxnSpPr>
            <p:cNvPr id="688" name="Google Shape;501;p26">
              <a:extLst>
                <a:ext uri="{FF2B5EF4-FFF2-40B4-BE49-F238E27FC236}">
                  <a16:creationId xmlns:a16="http://schemas.microsoft.com/office/drawing/2014/main" id="{4C8BC545-169E-C2F8-FCE7-B241D35B2E7D}"/>
                </a:ext>
              </a:extLst>
            </p:cNvPr>
            <p:cNvCxnSpPr/>
            <p:nvPr/>
          </p:nvCxnSpPr>
          <p:spPr>
            <a:xfrm>
              <a:off x="2408475" y="1470554"/>
              <a:ext cx="4326300" cy="0"/>
            </a:xfrm>
            <a:prstGeom prst="straightConnector1">
              <a:avLst/>
            </a:prstGeom>
            <a:grpFill/>
            <a:ln w="20125" cap="flat" cmpd="sng">
              <a:solidFill>
                <a:srgbClr val="282929"/>
              </a:solidFill>
              <a:prstDash val="solid"/>
              <a:round/>
              <a:headEnd type="none" w="med" len="med"/>
              <a:tailEnd type="none" w="med" len="med"/>
            </a:ln>
          </p:spPr>
        </p:cxnSp>
        <p:sp>
          <p:nvSpPr>
            <p:cNvPr id="689" name="Google Shape;502;p26">
              <a:extLst>
                <a:ext uri="{FF2B5EF4-FFF2-40B4-BE49-F238E27FC236}">
                  <a16:creationId xmlns:a16="http://schemas.microsoft.com/office/drawing/2014/main" id="{E1393ED2-C7D6-CECB-0321-DF408ECF4DDE}"/>
                </a:ext>
              </a:extLst>
            </p:cNvPr>
            <p:cNvSpPr txBox="1"/>
            <p:nvPr/>
          </p:nvSpPr>
          <p:spPr>
            <a:xfrm>
              <a:off x="2408475" y="1470554"/>
              <a:ext cx="2177400" cy="273600"/>
            </a:xfrm>
            <a:prstGeom prst="rect">
              <a:avLst/>
            </a:prstGeom>
            <a:grpFill/>
            <a:ln>
              <a:noFill/>
            </a:ln>
          </p:spPr>
          <p:txBody>
            <a:bodyPr spcFirstLastPara="1" wrap="square" lIns="289875" tIns="96625" rIns="289875" bIns="96625" anchor="ctr" anchorCtr="0">
              <a:noAutofit/>
            </a:bodyPr>
            <a:lstStyle/>
            <a:p>
              <a:pPr marL="0" lvl="0" indent="0" algn="l"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WORKFLOW  MANAGEMENT SYSTEM</a:t>
              </a:r>
              <a:endParaRPr sz="845">
                <a:solidFill>
                  <a:srgbClr val="282929"/>
                </a:solidFill>
                <a:latin typeface="Roboto Condensed"/>
                <a:ea typeface="Roboto Condensed"/>
                <a:cs typeface="Roboto Condensed"/>
                <a:sym typeface="Roboto Condensed"/>
              </a:endParaRPr>
            </a:p>
          </p:txBody>
        </p:sp>
        <p:sp>
          <p:nvSpPr>
            <p:cNvPr id="690" name="Google Shape;503;p26">
              <a:extLst>
                <a:ext uri="{FF2B5EF4-FFF2-40B4-BE49-F238E27FC236}">
                  <a16:creationId xmlns:a16="http://schemas.microsoft.com/office/drawing/2014/main" id="{9BE57DD5-B327-4492-5DB4-918D057C4C7F}"/>
                </a:ext>
              </a:extLst>
            </p:cNvPr>
            <p:cNvSpPr txBox="1"/>
            <p:nvPr/>
          </p:nvSpPr>
          <p:spPr>
            <a:xfrm>
              <a:off x="4864218" y="1470554"/>
              <a:ext cx="1867500" cy="273600"/>
            </a:xfrm>
            <a:prstGeom prst="rect">
              <a:avLst/>
            </a:prstGeom>
            <a:grpFill/>
            <a:ln>
              <a:noFill/>
            </a:ln>
          </p:spPr>
          <p:txBody>
            <a:bodyPr spcFirstLastPara="1" wrap="square" lIns="289875" tIns="96625" rIns="289875" bIns="96625" anchor="ctr" anchorCtr="0">
              <a:noAutofit/>
            </a:bodyPr>
            <a:lstStyle/>
            <a:p>
              <a:pPr marL="0" lvl="0" indent="0" algn="r"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GURLAKSHPREET KAUR</a:t>
              </a:r>
              <a:endParaRPr sz="845">
                <a:solidFill>
                  <a:srgbClr val="282929"/>
                </a:solidFill>
                <a:latin typeface="Roboto Condensed"/>
                <a:ea typeface="Roboto Condensed"/>
                <a:cs typeface="Roboto Condensed"/>
                <a:sym typeface="Roboto Condensed"/>
              </a:endParaRPr>
            </a:p>
          </p:txBody>
        </p:sp>
        <p:sp>
          <p:nvSpPr>
            <p:cNvPr id="691" name="Google Shape;504;p26">
              <a:extLst>
                <a:ext uri="{FF2B5EF4-FFF2-40B4-BE49-F238E27FC236}">
                  <a16:creationId xmlns:a16="http://schemas.microsoft.com/office/drawing/2014/main" id="{83E4E53B-021C-5723-79A3-2C382A71B628}"/>
                </a:ext>
              </a:extLst>
            </p:cNvPr>
            <p:cNvSpPr/>
            <p:nvPr/>
          </p:nvSpPr>
          <p:spPr>
            <a:xfrm>
              <a:off x="5607637" y="2402884"/>
              <a:ext cx="956400" cy="956400"/>
            </a:xfrm>
            <a:prstGeom prst="ellipse">
              <a:avLst/>
            </a:prstGeom>
            <a:grpFill/>
            <a:ln w="20125" cap="flat" cmpd="sng">
              <a:solidFill>
                <a:srgbClr val="282929"/>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 sz="5073">
                  <a:solidFill>
                    <a:srgbClr val="282929"/>
                  </a:solidFill>
                  <a:latin typeface="Roboto Condensed"/>
                  <a:ea typeface="Roboto Condensed"/>
                  <a:cs typeface="Roboto Condensed"/>
                  <a:sym typeface="Roboto Condensed"/>
                </a:rPr>
                <a:t>03</a:t>
              </a:r>
              <a:endParaRPr sz="5073">
                <a:solidFill>
                  <a:srgbClr val="282929"/>
                </a:solidFill>
                <a:latin typeface="Roboto Condensed"/>
                <a:ea typeface="Roboto Condensed"/>
                <a:cs typeface="Roboto Condensed"/>
                <a:sym typeface="Roboto Condensed"/>
              </a:endParaRPr>
            </a:p>
          </p:txBody>
        </p:sp>
      </p:grpSp>
      <p:sp>
        <p:nvSpPr>
          <p:cNvPr id="692" name="Google Shape;505;p26">
            <a:extLst>
              <a:ext uri="{FF2B5EF4-FFF2-40B4-BE49-F238E27FC236}">
                <a16:creationId xmlns:a16="http://schemas.microsoft.com/office/drawing/2014/main" id="{44154521-4E39-5145-824E-F611DA8C350F}"/>
              </a:ext>
            </a:extLst>
          </p:cNvPr>
          <p:cNvSpPr txBox="1"/>
          <p:nvPr/>
        </p:nvSpPr>
        <p:spPr>
          <a:xfrm>
            <a:off x="105666" y="-2070868"/>
            <a:ext cx="4375800" cy="194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Noto Serif Gujarati"/>
                <a:ea typeface="Noto Serif Gujarati"/>
                <a:cs typeface="Noto Serif Gujarati"/>
                <a:sym typeface="Noto Serif Gujarati"/>
              </a:rPr>
              <a:t>The database includes employee and client tables storing personal details, roles, and contact information. Employees are linked to ongoing projects, while clients track total and active projects and engagement duration. Together, these tables organize workforce and client data, supporting efficient workflow management, project tracking, communication, and structured storage for the system.</a:t>
            </a:r>
            <a:endParaRPr sz="1300" dirty="0">
              <a:solidFill>
                <a:schemeClr val="accent1"/>
              </a:solidFill>
              <a:latin typeface="Noto Serif Gujarati"/>
              <a:ea typeface="Noto Serif Gujarati"/>
              <a:cs typeface="Noto Serif Gujarati"/>
              <a:sym typeface="Noto Serif Gujarati"/>
            </a:endParaRPr>
          </a:p>
        </p:txBody>
      </p:sp>
      <p:cxnSp>
        <p:nvCxnSpPr>
          <p:cNvPr id="693" name="Google Shape;506;p26">
            <a:extLst>
              <a:ext uri="{FF2B5EF4-FFF2-40B4-BE49-F238E27FC236}">
                <a16:creationId xmlns:a16="http://schemas.microsoft.com/office/drawing/2014/main" id="{A040FDF8-5634-B1B4-DD55-6E1E82D09572}"/>
              </a:ext>
            </a:extLst>
          </p:cNvPr>
          <p:cNvCxnSpPr/>
          <p:nvPr/>
        </p:nvCxnSpPr>
        <p:spPr>
          <a:xfrm>
            <a:off x="4672669" y="-5046581"/>
            <a:ext cx="0" cy="4882500"/>
          </a:xfrm>
          <a:prstGeom prst="straightConnector1">
            <a:avLst/>
          </a:prstGeom>
          <a:noFill/>
          <a:ln w="9525" cap="flat" cmpd="sng">
            <a:solidFill>
              <a:schemeClr val="dk2"/>
            </a:solidFill>
            <a:prstDash val="solid"/>
            <a:round/>
            <a:headEnd type="none" w="med" len="med"/>
            <a:tailEnd type="none" w="med" len="med"/>
          </a:ln>
        </p:spPr>
      </p:cxnSp>
      <p:grpSp>
        <p:nvGrpSpPr>
          <p:cNvPr id="694" name="Google Shape;507;p26">
            <a:extLst>
              <a:ext uri="{FF2B5EF4-FFF2-40B4-BE49-F238E27FC236}">
                <a16:creationId xmlns:a16="http://schemas.microsoft.com/office/drawing/2014/main" id="{CF1E0230-E1AF-62B8-75AB-1C819930CCCC}"/>
              </a:ext>
            </a:extLst>
          </p:cNvPr>
          <p:cNvGrpSpPr/>
          <p:nvPr/>
        </p:nvGrpSpPr>
        <p:grpSpPr>
          <a:xfrm>
            <a:off x="4963676" y="-3871473"/>
            <a:ext cx="3969485" cy="2762700"/>
            <a:chOff x="4813297" y="426970"/>
            <a:chExt cx="3969485" cy="2762700"/>
          </a:xfrm>
        </p:grpSpPr>
        <p:sp>
          <p:nvSpPr>
            <p:cNvPr id="695" name="Google Shape;508;p26">
              <a:extLst>
                <a:ext uri="{FF2B5EF4-FFF2-40B4-BE49-F238E27FC236}">
                  <a16:creationId xmlns:a16="http://schemas.microsoft.com/office/drawing/2014/main" id="{3A7170B2-64D9-739B-EE8A-9A2C9368FB44}"/>
                </a:ext>
              </a:extLst>
            </p:cNvPr>
            <p:cNvSpPr txBox="1"/>
            <p:nvPr/>
          </p:nvSpPr>
          <p:spPr>
            <a:xfrm>
              <a:off x="4813297" y="2557523"/>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8</a:t>
              </a:r>
              <a:endParaRPr sz="1100">
                <a:latin typeface="Work Sans"/>
                <a:ea typeface="Work Sans"/>
                <a:cs typeface="Work Sans"/>
                <a:sym typeface="Work Sans"/>
              </a:endParaRPr>
            </a:p>
          </p:txBody>
        </p:sp>
        <p:sp>
          <p:nvSpPr>
            <p:cNvPr id="696" name="Google Shape;509;p26">
              <a:extLst>
                <a:ext uri="{FF2B5EF4-FFF2-40B4-BE49-F238E27FC236}">
                  <a16:creationId xmlns:a16="http://schemas.microsoft.com/office/drawing/2014/main" id="{A9015A04-33D1-9B33-64BC-A3AAE8DACD81}"/>
                </a:ext>
              </a:extLst>
            </p:cNvPr>
            <p:cNvSpPr txBox="1"/>
            <p:nvPr/>
          </p:nvSpPr>
          <p:spPr>
            <a:xfrm>
              <a:off x="5271582" y="426970"/>
              <a:ext cx="3511200" cy="27627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EMPLOYEES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DEPARTMENTS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CALENDAR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NOTICES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PROJECTS TABLE</a:t>
              </a:r>
            </a:p>
            <a:p>
              <a:pPr marL="0" lvl="0" indent="0" algn="l" rtl="0">
                <a:lnSpc>
                  <a:spcPct val="90000"/>
                </a:lnSpc>
                <a:spcBef>
                  <a:spcPts val="0"/>
                </a:spcBef>
                <a:spcAft>
                  <a:spcPts val="0"/>
                </a:spcAft>
                <a:buSzPts val="514"/>
                <a:buNone/>
              </a:pPr>
              <a:r>
                <a:rPr lang="en-US" sz="2158" dirty="0">
                  <a:solidFill>
                    <a:srgbClr val="006183"/>
                  </a:solidFill>
                  <a:latin typeface="Work Sans Medium"/>
                  <a:ea typeface="Work Sans Medium"/>
                  <a:cs typeface="Work Sans Medium"/>
                  <a:sym typeface="Work Sans Medium"/>
                </a:rPr>
                <a:t>TASKS TABLE</a:t>
              </a:r>
            </a:p>
            <a:p>
              <a:pPr marL="0" lvl="0" indent="0" algn="l" rtl="0">
                <a:lnSpc>
                  <a:spcPct val="90000"/>
                </a:lnSpc>
                <a:spcBef>
                  <a:spcPts val="0"/>
                </a:spcBef>
                <a:spcAft>
                  <a:spcPts val="0"/>
                </a:spcAft>
                <a:buSzPts val="514"/>
                <a:buNone/>
              </a:pPr>
              <a:r>
                <a:rPr lang="en-US" sz="2158" dirty="0">
                  <a:solidFill>
                    <a:srgbClr val="006183"/>
                  </a:solidFill>
                  <a:latin typeface="Work Sans Medium"/>
                  <a:ea typeface="Work Sans Medium"/>
                  <a:cs typeface="Work Sans Medium"/>
                  <a:sym typeface="Work Sans Medium"/>
                </a:rPr>
                <a:t>LOGS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LEAVES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CLIENTS TABLE</a:t>
              </a:r>
              <a:endParaRPr sz="2158" dirty="0">
                <a:solidFill>
                  <a:srgbClr val="006183"/>
                </a:solidFill>
                <a:latin typeface="Work Sans Medium"/>
                <a:ea typeface="Work Sans Medium"/>
                <a:cs typeface="Work Sans Medium"/>
                <a:sym typeface="Work Sans Medium"/>
              </a:endParaRPr>
            </a:p>
          </p:txBody>
        </p:sp>
        <p:sp>
          <p:nvSpPr>
            <p:cNvPr id="697" name="Google Shape;510;p26">
              <a:extLst>
                <a:ext uri="{FF2B5EF4-FFF2-40B4-BE49-F238E27FC236}">
                  <a16:creationId xmlns:a16="http://schemas.microsoft.com/office/drawing/2014/main" id="{BEA85AE0-BA4D-95D3-9671-0E78FE4C1286}"/>
                </a:ext>
              </a:extLst>
            </p:cNvPr>
            <p:cNvSpPr txBox="1"/>
            <p:nvPr/>
          </p:nvSpPr>
          <p:spPr>
            <a:xfrm>
              <a:off x="4813299" y="481258"/>
              <a:ext cx="340436" cy="17071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sz="1140">
                  <a:latin typeface="Familjen Grotesk"/>
                  <a:ea typeface="Familjen Grotesk"/>
                  <a:cs typeface="Familjen Grotesk"/>
                  <a:sym typeface="Familjen Grotesk"/>
                </a:rPr>
                <a:t>1</a:t>
              </a:r>
              <a:endParaRPr sz="1140">
                <a:latin typeface="Work Sans"/>
                <a:ea typeface="Work Sans"/>
                <a:cs typeface="Work Sans"/>
                <a:sym typeface="Work Sans"/>
              </a:endParaRPr>
            </a:p>
          </p:txBody>
        </p:sp>
        <p:sp>
          <p:nvSpPr>
            <p:cNvPr id="698" name="Google Shape;511;p26">
              <a:extLst>
                <a:ext uri="{FF2B5EF4-FFF2-40B4-BE49-F238E27FC236}">
                  <a16:creationId xmlns:a16="http://schemas.microsoft.com/office/drawing/2014/main" id="{65F8270C-AFA3-9955-FDA0-2FDDEC061ED4}"/>
                </a:ext>
              </a:extLst>
            </p:cNvPr>
            <p:cNvSpPr txBox="1"/>
            <p:nvPr/>
          </p:nvSpPr>
          <p:spPr>
            <a:xfrm>
              <a:off x="4813300" y="768607"/>
              <a:ext cx="340436" cy="170713"/>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2</a:t>
              </a:r>
              <a:endParaRPr sz="1100">
                <a:latin typeface="Work Sans"/>
                <a:ea typeface="Work Sans"/>
                <a:cs typeface="Work Sans"/>
                <a:sym typeface="Work Sans"/>
              </a:endParaRPr>
            </a:p>
          </p:txBody>
        </p:sp>
        <p:sp>
          <p:nvSpPr>
            <p:cNvPr id="699" name="Google Shape;512;p26">
              <a:extLst>
                <a:ext uri="{FF2B5EF4-FFF2-40B4-BE49-F238E27FC236}">
                  <a16:creationId xmlns:a16="http://schemas.microsoft.com/office/drawing/2014/main" id="{CD075033-6758-3046-5721-8A68B230E7DA}"/>
                </a:ext>
              </a:extLst>
            </p:cNvPr>
            <p:cNvSpPr txBox="1"/>
            <p:nvPr/>
          </p:nvSpPr>
          <p:spPr>
            <a:xfrm>
              <a:off x="4813297" y="1055956"/>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3</a:t>
              </a:r>
              <a:endParaRPr sz="1100">
                <a:latin typeface="Work Sans"/>
                <a:ea typeface="Work Sans"/>
                <a:cs typeface="Work Sans"/>
                <a:sym typeface="Work Sans"/>
              </a:endParaRPr>
            </a:p>
          </p:txBody>
        </p:sp>
        <p:sp>
          <p:nvSpPr>
            <p:cNvPr id="700" name="Google Shape;513;p26">
              <a:extLst>
                <a:ext uri="{FF2B5EF4-FFF2-40B4-BE49-F238E27FC236}">
                  <a16:creationId xmlns:a16="http://schemas.microsoft.com/office/drawing/2014/main" id="{7173A631-0AE5-6BEA-356E-CC5170061856}"/>
                </a:ext>
              </a:extLst>
            </p:cNvPr>
            <p:cNvSpPr txBox="1"/>
            <p:nvPr/>
          </p:nvSpPr>
          <p:spPr>
            <a:xfrm>
              <a:off x="4813297" y="1353037"/>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4</a:t>
              </a:r>
              <a:endParaRPr sz="1100">
                <a:latin typeface="Work Sans"/>
                <a:ea typeface="Work Sans"/>
                <a:cs typeface="Work Sans"/>
                <a:sym typeface="Work Sans"/>
              </a:endParaRPr>
            </a:p>
          </p:txBody>
        </p:sp>
        <p:sp>
          <p:nvSpPr>
            <p:cNvPr id="701" name="Google Shape;514;p26">
              <a:extLst>
                <a:ext uri="{FF2B5EF4-FFF2-40B4-BE49-F238E27FC236}">
                  <a16:creationId xmlns:a16="http://schemas.microsoft.com/office/drawing/2014/main" id="{EFADBE32-3AFA-CA37-9EEE-82054999757D}"/>
                </a:ext>
              </a:extLst>
            </p:cNvPr>
            <p:cNvSpPr txBox="1"/>
            <p:nvPr/>
          </p:nvSpPr>
          <p:spPr>
            <a:xfrm>
              <a:off x="4813297" y="1650117"/>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5</a:t>
              </a:r>
              <a:endParaRPr sz="1100">
                <a:latin typeface="Work Sans"/>
                <a:ea typeface="Work Sans"/>
                <a:cs typeface="Work Sans"/>
                <a:sym typeface="Work Sans"/>
              </a:endParaRPr>
            </a:p>
          </p:txBody>
        </p:sp>
        <p:sp>
          <p:nvSpPr>
            <p:cNvPr id="702" name="Google Shape;515;p26">
              <a:extLst>
                <a:ext uri="{FF2B5EF4-FFF2-40B4-BE49-F238E27FC236}">
                  <a16:creationId xmlns:a16="http://schemas.microsoft.com/office/drawing/2014/main" id="{46124CBA-3DA7-5BCB-1B39-32CE9341A701}"/>
                </a:ext>
              </a:extLst>
            </p:cNvPr>
            <p:cNvSpPr txBox="1"/>
            <p:nvPr/>
          </p:nvSpPr>
          <p:spPr>
            <a:xfrm>
              <a:off x="4813297" y="1947198"/>
              <a:ext cx="340436" cy="188526"/>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6</a:t>
              </a:r>
              <a:endParaRPr sz="1100">
                <a:latin typeface="Work Sans"/>
                <a:ea typeface="Work Sans"/>
                <a:cs typeface="Work Sans"/>
                <a:sym typeface="Work Sans"/>
              </a:endParaRPr>
            </a:p>
          </p:txBody>
        </p:sp>
        <p:sp>
          <p:nvSpPr>
            <p:cNvPr id="703" name="Google Shape;516;p26">
              <a:extLst>
                <a:ext uri="{FF2B5EF4-FFF2-40B4-BE49-F238E27FC236}">
                  <a16:creationId xmlns:a16="http://schemas.microsoft.com/office/drawing/2014/main" id="{4DCC9D57-0B62-D89B-7C32-71E6A789D70F}"/>
                </a:ext>
              </a:extLst>
            </p:cNvPr>
            <p:cNvSpPr txBox="1"/>
            <p:nvPr/>
          </p:nvSpPr>
          <p:spPr>
            <a:xfrm>
              <a:off x="4813297" y="2252361"/>
              <a:ext cx="340436" cy="188526"/>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7</a:t>
              </a:r>
              <a:endParaRPr sz="1100">
                <a:latin typeface="Work Sans"/>
                <a:ea typeface="Work Sans"/>
                <a:cs typeface="Work Sans"/>
                <a:sym typeface="Work Sans"/>
              </a:endParaRPr>
            </a:p>
          </p:txBody>
        </p:sp>
        <p:sp>
          <p:nvSpPr>
            <p:cNvPr id="704" name="Google Shape;517;p26">
              <a:extLst>
                <a:ext uri="{FF2B5EF4-FFF2-40B4-BE49-F238E27FC236}">
                  <a16:creationId xmlns:a16="http://schemas.microsoft.com/office/drawing/2014/main" id="{2B09D2A0-9CBC-F3C1-62DA-635938BBD9DF}"/>
                </a:ext>
              </a:extLst>
            </p:cNvPr>
            <p:cNvSpPr txBox="1"/>
            <p:nvPr/>
          </p:nvSpPr>
          <p:spPr>
            <a:xfrm>
              <a:off x="4813297" y="2849123"/>
              <a:ext cx="340500" cy="1803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9</a:t>
              </a:r>
              <a:endParaRPr sz="1100">
                <a:latin typeface="Work Sans"/>
                <a:ea typeface="Work Sans"/>
                <a:cs typeface="Work Sans"/>
                <a:sym typeface="Work Sans"/>
              </a:endParaRPr>
            </a:p>
          </p:txBody>
        </p:sp>
      </p:grpSp>
    </p:spTree>
    <p:extLst>
      <p:ext uri="{BB962C8B-B14F-4D97-AF65-F5344CB8AC3E}">
        <p14:creationId xmlns:p14="http://schemas.microsoft.com/office/powerpoint/2010/main" val="37908309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BC3F"/>
        </a:solidFill>
        <a:effectLst/>
      </p:bgPr>
    </p:bg>
    <p:spTree>
      <p:nvGrpSpPr>
        <p:cNvPr id="1" name="Shape 474">
          <a:extLst>
            <a:ext uri="{FF2B5EF4-FFF2-40B4-BE49-F238E27FC236}">
              <a16:creationId xmlns:a16="http://schemas.microsoft.com/office/drawing/2014/main" id="{196CADD8-C271-7272-49C7-CAE222BBDB5A}"/>
            </a:ext>
          </a:extLst>
        </p:cNvPr>
        <p:cNvGrpSpPr/>
        <p:nvPr/>
      </p:nvGrpSpPr>
      <p:grpSpPr>
        <a:xfrm>
          <a:off x="0" y="0"/>
          <a:ext cx="0" cy="0"/>
          <a:chOff x="0" y="0"/>
          <a:chExt cx="0" cy="0"/>
        </a:xfrm>
      </p:grpSpPr>
      <p:sp>
        <p:nvSpPr>
          <p:cNvPr id="475" name="Google Shape;475;p26">
            <a:extLst>
              <a:ext uri="{FF2B5EF4-FFF2-40B4-BE49-F238E27FC236}">
                <a16:creationId xmlns:a16="http://schemas.microsoft.com/office/drawing/2014/main" id="{ADDBD60E-9AA8-020F-5E3D-BA22AFC7DCCA}"/>
              </a:ext>
            </a:extLst>
          </p:cNvPr>
          <p:cNvSpPr/>
          <p:nvPr/>
        </p:nvSpPr>
        <p:spPr>
          <a:xfrm>
            <a:off x="665325" y="946825"/>
            <a:ext cx="1212900" cy="460500"/>
          </a:xfrm>
          <a:prstGeom prst="rect">
            <a:avLst/>
          </a:prstGeom>
          <a:solidFill>
            <a:srgbClr val="EFBC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507" name="Google Shape;507;p26">
            <a:extLst>
              <a:ext uri="{FF2B5EF4-FFF2-40B4-BE49-F238E27FC236}">
                <a16:creationId xmlns:a16="http://schemas.microsoft.com/office/drawing/2014/main" id="{7495C9B6-D90A-B4FB-C542-91F0A289B289}"/>
              </a:ext>
            </a:extLst>
          </p:cNvPr>
          <p:cNvGrpSpPr/>
          <p:nvPr/>
        </p:nvGrpSpPr>
        <p:grpSpPr>
          <a:xfrm>
            <a:off x="4473900" y="-6218228"/>
            <a:ext cx="340500" cy="2548165"/>
            <a:chOff x="4813297" y="481258"/>
            <a:chExt cx="340500" cy="2548165"/>
          </a:xfrm>
        </p:grpSpPr>
        <p:sp>
          <p:nvSpPr>
            <p:cNvPr id="508" name="Google Shape;508;p26">
              <a:extLst>
                <a:ext uri="{FF2B5EF4-FFF2-40B4-BE49-F238E27FC236}">
                  <a16:creationId xmlns:a16="http://schemas.microsoft.com/office/drawing/2014/main" id="{F51A1DE0-6FD9-ABB0-EE20-055A9EC64202}"/>
                </a:ext>
              </a:extLst>
            </p:cNvPr>
            <p:cNvSpPr txBox="1"/>
            <p:nvPr/>
          </p:nvSpPr>
          <p:spPr>
            <a:xfrm>
              <a:off x="4813297" y="2557523"/>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8</a:t>
              </a:r>
              <a:endParaRPr sz="1100">
                <a:latin typeface="Work Sans"/>
                <a:ea typeface="Work Sans"/>
                <a:cs typeface="Work Sans"/>
                <a:sym typeface="Work Sans"/>
              </a:endParaRPr>
            </a:p>
          </p:txBody>
        </p:sp>
        <p:sp>
          <p:nvSpPr>
            <p:cNvPr id="510" name="Google Shape;510;p26">
              <a:extLst>
                <a:ext uri="{FF2B5EF4-FFF2-40B4-BE49-F238E27FC236}">
                  <a16:creationId xmlns:a16="http://schemas.microsoft.com/office/drawing/2014/main" id="{C62D8FFD-AE0D-E707-4D69-52A1A930EE29}"/>
                </a:ext>
              </a:extLst>
            </p:cNvPr>
            <p:cNvSpPr txBox="1"/>
            <p:nvPr/>
          </p:nvSpPr>
          <p:spPr>
            <a:xfrm>
              <a:off x="4813299" y="481258"/>
              <a:ext cx="340436" cy="17071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sz="1140">
                  <a:latin typeface="Familjen Grotesk"/>
                  <a:ea typeface="Familjen Grotesk"/>
                  <a:cs typeface="Familjen Grotesk"/>
                  <a:sym typeface="Familjen Grotesk"/>
                </a:rPr>
                <a:t>1</a:t>
              </a:r>
              <a:endParaRPr sz="1140">
                <a:latin typeface="Work Sans"/>
                <a:ea typeface="Work Sans"/>
                <a:cs typeface="Work Sans"/>
                <a:sym typeface="Work Sans"/>
              </a:endParaRPr>
            </a:p>
          </p:txBody>
        </p:sp>
        <p:sp>
          <p:nvSpPr>
            <p:cNvPr id="511" name="Google Shape;511;p26">
              <a:extLst>
                <a:ext uri="{FF2B5EF4-FFF2-40B4-BE49-F238E27FC236}">
                  <a16:creationId xmlns:a16="http://schemas.microsoft.com/office/drawing/2014/main" id="{C4BF4DEB-82D7-349C-A6FD-8949CBE09D17}"/>
                </a:ext>
              </a:extLst>
            </p:cNvPr>
            <p:cNvSpPr txBox="1"/>
            <p:nvPr/>
          </p:nvSpPr>
          <p:spPr>
            <a:xfrm>
              <a:off x="4813300" y="768607"/>
              <a:ext cx="340436" cy="170713"/>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2</a:t>
              </a:r>
              <a:endParaRPr sz="1100">
                <a:latin typeface="Work Sans"/>
                <a:ea typeface="Work Sans"/>
                <a:cs typeface="Work Sans"/>
                <a:sym typeface="Work Sans"/>
              </a:endParaRPr>
            </a:p>
          </p:txBody>
        </p:sp>
        <p:sp>
          <p:nvSpPr>
            <p:cNvPr id="512" name="Google Shape;512;p26">
              <a:extLst>
                <a:ext uri="{FF2B5EF4-FFF2-40B4-BE49-F238E27FC236}">
                  <a16:creationId xmlns:a16="http://schemas.microsoft.com/office/drawing/2014/main" id="{5D627E5F-F358-92B2-BA45-E68CEA523D8C}"/>
                </a:ext>
              </a:extLst>
            </p:cNvPr>
            <p:cNvSpPr txBox="1"/>
            <p:nvPr/>
          </p:nvSpPr>
          <p:spPr>
            <a:xfrm>
              <a:off x="4813297" y="1055956"/>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3</a:t>
              </a:r>
              <a:endParaRPr sz="1100">
                <a:latin typeface="Work Sans"/>
                <a:ea typeface="Work Sans"/>
                <a:cs typeface="Work Sans"/>
                <a:sym typeface="Work Sans"/>
              </a:endParaRPr>
            </a:p>
          </p:txBody>
        </p:sp>
        <p:sp>
          <p:nvSpPr>
            <p:cNvPr id="513" name="Google Shape;513;p26">
              <a:extLst>
                <a:ext uri="{FF2B5EF4-FFF2-40B4-BE49-F238E27FC236}">
                  <a16:creationId xmlns:a16="http://schemas.microsoft.com/office/drawing/2014/main" id="{BB3D42FE-6FDB-5419-EBBA-209483354EDE}"/>
                </a:ext>
              </a:extLst>
            </p:cNvPr>
            <p:cNvSpPr txBox="1"/>
            <p:nvPr/>
          </p:nvSpPr>
          <p:spPr>
            <a:xfrm>
              <a:off x="4813297" y="1353037"/>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4</a:t>
              </a:r>
              <a:endParaRPr sz="1100">
                <a:latin typeface="Work Sans"/>
                <a:ea typeface="Work Sans"/>
                <a:cs typeface="Work Sans"/>
                <a:sym typeface="Work Sans"/>
              </a:endParaRPr>
            </a:p>
          </p:txBody>
        </p:sp>
        <p:sp>
          <p:nvSpPr>
            <p:cNvPr id="514" name="Google Shape;514;p26">
              <a:extLst>
                <a:ext uri="{FF2B5EF4-FFF2-40B4-BE49-F238E27FC236}">
                  <a16:creationId xmlns:a16="http://schemas.microsoft.com/office/drawing/2014/main" id="{D0792CAC-2A58-A6C5-567D-75D21C242908}"/>
                </a:ext>
              </a:extLst>
            </p:cNvPr>
            <p:cNvSpPr txBox="1"/>
            <p:nvPr/>
          </p:nvSpPr>
          <p:spPr>
            <a:xfrm>
              <a:off x="4813297" y="1650117"/>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5</a:t>
              </a:r>
              <a:endParaRPr sz="1100">
                <a:latin typeface="Work Sans"/>
                <a:ea typeface="Work Sans"/>
                <a:cs typeface="Work Sans"/>
                <a:sym typeface="Work Sans"/>
              </a:endParaRPr>
            </a:p>
          </p:txBody>
        </p:sp>
        <p:sp>
          <p:nvSpPr>
            <p:cNvPr id="515" name="Google Shape;515;p26">
              <a:extLst>
                <a:ext uri="{FF2B5EF4-FFF2-40B4-BE49-F238E27FC236}">
                  <a16:creationId xmlns:a16="http://schemas.microsoft.com/office/drawing/2014/main" id="{AEC6E079-CDAB-10C7-A118-47E66979A0AF}"/>
                </a:ext>
              </a:extLst>
            </p:cNvPr>
            <p:cNvSpPr txBox="1"/>
            <p:nvPr/>
          </p:nvSpPr>
          <p:spPr>
            <a:xfrm>
              <a:off x="4813297" y="1947198"/>
              <a:ext cx="340436" cy="188526"/>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6</a:t>
              </a:r>
              <a:endParaRPr sz="1100">
                <a:latin typeface="Work Sans"/>
                <a:ea typeface="Work Sans"/>
                <a:cs typeface="Work Sans"/>
                <a:sym typeface="Work Sans"/>
              </a:endParaRPr>
            </a:p>
          </p:txBody>
        </p:sp>
        <p:sp>
          <p:nvSpPr>
            <p:cNvPr id="516" name="Google Shape;516;p26">
              <a:extLst>
                <a:ext uri="{FF2B5EF4-FFF2-40B4-BE49-F238E27FC236}">
                  <a16:creationId xmlns:a16="http://schemas.microsoft.com/office/drawing/2014/main" id="{21058883-03DF-AF7E-F34B-0A4ECBB7F4CD}"/>
                </a:ext>
              </a:extLst>
            </p:cNvPr>
            <p:cNvSpPr txBox="1"/>
            <p:nvPr/>
          </p:nvSpPr>
          <p:spPr>
            <a:xfrm>
              <a:off x="4813297" y="2252361"/>
              <a:ext cx="340436" cy="188526"/>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7</a:t>
              </a:r>
              <a:endParaRPr sz="1100">
                <a:latin typeface="Work Sans"/>
                <a:ea typeface="Work Sans"/>
                <a:cs typeface="Work Sans"/>
                <a:sym typeface="Work Sans"/>
              </a:endParaRPr>
            </a:p>
          </p:txBody>
        </p:sp>
        <p:sp>
          <p:nvSpPr>
            <p:cNvPr id="517" name="Google Shape;517;p26">
              <a:extLst>
                <a:ext uri="{FF2B5EF4-FFF2-40B4-BE49-F238E27FC236}">
                  <a16:creationId xmlns:a16="http://schemas.microsoft.com/office/drawing/2014/main" id="{C3D9DC74-5D05-CC75-A19F-A5C81DC84496}"/>
                </a:ext>
              </a:extLst>
            </p:cNvPr>
            <p:cNvSpPr txBox="1"/>
            <p:nvPr/>
          </p:nvSpPr>
          <p:spPr>
            <a:xfrm>
              <a:off x="4813297" y="2849123"/>
              <a:ext cx="340500" cy="1803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9</a:t>
              </a:r>
              <a:endParaRPr sz="1100">
                <a:latin typeface="Work Sans"/>
                <a:ea typeface="Work Sans"/>
                <a:cs typeface="Work Sans"/>
                <a:sym typeface="Work Sans"/>
              </a:endParaRPr>
            </a:p>
          </p:txBody>
        </p:sp>
      </p:grpSp>
      <p:grpSp>
        <p:nvGrpSpPr>
          <p:cNvPr id="46" name="Group 45">
            <a:extLst>
              <a:ext uri="{FF2B5EF4-FFF2-40B4-BE49-F238E27FC236}">
                <a16:creationId xmlns:a16="http://schemas.microsoft.com/office/drawing/2014/main" id="{11B11B13-DDF3-4B61-DD70-6CC2BA71F1FC}"/>
              </a:ext>
            </a:extLst>
          </p:cNvPr>
          <p:cNvGrpSpPr/>
          <p:nvPr/>
        </p:nvGrpSpPr>
        <p:grpSpPr>
          <a:xfrm>
            <a:off x="176534" y="-2547389"/>
            <a:ext cx="2143200" cy="3551648"/>
            <a:chOff x="314028" y="234662"/>
            <a:chExt cx="2143200" cy="3551648"/>
          </a:xfrm>
        </p:grpSpPr>
        <p:grpSp>
          <p:nvGrpSpPr>
            <p:cNvPr id="29" name="Google Shape;136;p17">
              <a:extLst>
                <a:ext uri="{FF2B5EF4-FFF2-40B4-BE49-F238E27FC236}">
                  <a16:creationId xmlns:a16="http://schemas.microsoft.com/office/drawing/2014/main" id="{C7E6F571-5EA7-85A8-6842-31E79892C680}"/>
                </a:ext>
              </a:extLst>
            </p:cNvPr>
            <p:cNvGrpSpPr/>
            <p:nvPr/>
          </p:nvGrpSpPr>
          <p:grpSpPr>
            <a:xfrm>
              <a:off x="314028" y="1212136"/>
              <a:ext cx="2143200" cy="2574174"/>
              <a:chOff x="2428800" y="228600"/>
              <a:chExt cx="4286400" cy="4686300"/>
            </a:xfrm>
          </p:grpSpPr>
          <p:sp>
            <p:nvSpPr>
              <p:cNvPr id="30" name="Google Shape;137;p17">
                <a:extLst>
                  <a:ext uri="{FF2B5EF4-FFF2-40B4-BE49-F238E27FC236}">
                    <a16:creationId xmlns:a16="http://schemas.microsoft.com/office/drawing/2014/main" id="{E0C85B50-6279-BECC-B3A6-35A3563106BA}"/>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31" name="Google Shape;139;p17">
                <a:extLst>
                  <a:ext uri="{FF2B5EF4-FFF2-40B4-BE49-F238E27FC236}">
                    <a16:creationId xmlns:a16="http://schemas.microsoft.com/office/drawing/2014/main" id="{F9A2F1BB-D93F-8C39-B857-92FC99DF1A63}"/>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EmployeeID</a:t>
                </a:r>
                <a:r>
                  <a:rPr lang="en-US" sz="1100" dirty="0">
                    <a:latin typeface="Plus Jakarta Sans"/>
                    <a:ea typeface="Plus Jakarta Sans"/>
                    <a:cs typeface="Plus Jakarta Sans"/>
                    <a:sym typeface="Plus Jakarta Sans"/>
                  </a:rPr>
                  <a:t>	</a:t>
                </a:r>
                <a:endParaRPr sz="1100" dirty="0">
                  <a:latin typeface="Plus Jakarta Sans"/>
                  <a:ea typeface="Plus Jakarta Sans"/>
                  <a:cs typeface="Plus Jakarta Sans"/>
                  <a:sym typeface="Plus Jakarta Sans"/>
                </a:endParaRPr>
              </a:p>
            </p:txBody>
          </p:sp>
          <p:sp>
            <p:nvSpPr>
              <p:cNvPr id="32" name="Google Shape;140;p17">
                <a:extLst>
                  <a:ext uri="{FF2B5EF4-FFF2-40B4-BE49-F238E27FC236}">
                    <a16:creationId xmlns:a16="http://schemas.microsoft.com/office/drawing/2014/main" id="{303348B9-9C3E-6F41-9470-18DAC349457E}"/>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33" name="Google Shape;141;p17">
                <a:extLst>
                  <a:ext uri="{FF2B5EF4-FFF2-40B4-BE49-F238E27FC236}">
                    <a16:creationId xmlns:a16="http://schemas.microsoft.com/office/drawing/2014/main" id="{4A4659CC-B5D9-1A28-8F78-7D7A1024B16C}"/>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EMPLOYEES TABLE</a:t>
                </a:r>
                <a:endParaRPr sz="1200" b="1" dirty="0">
                  <a:latin typeface="Plus Jakarta Sans"/>
                  <a:ea typeface="Plus Jakarta Sans"/>
                  <a:cs typeface="Plus Jakarta Sans"/>
                  <a:sym typeface="Plus Jakarta Sans"/>
                </a:endParaRPr>
              </a:p>
            </p:txBody>
          </p:sp>
          <p:sp>
            <p:nvSpPr>
              <p:cNvPr id="34" name="Google Shape;142;p17">
                <a:extLst>
                  <a:ext uri="{FF2B5EF4-FFF2-40B4-BE49-F238E27FC236}">
                    <a16:creationId xmlns:a16="http://schemas.microsoft.com/office/drawing/2014/main" id="{FC85EE87-89D2-AF83-9123-45525C96A473}"/>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Password</a:t>
                </a:r>
                <a:endParaRPr sz="1100" dirty="0">
                  <a:latin typeface="Plus Jakarta Sans"/>
                  <a:ea typeface="Plus Jakarta Sans"/>
                  <a:cs typeface="Plus Jakarta Sans"/>
                  <a:sym typeface="Plus Jakarta Sans"/>
                </a:endParaRPr>
              </a:p>
            </p:txBody>
          </p:sp>
          <p:sp>
            <p:nvSpPr>
              <p:cNvPr id="35" name="Google Shape;144;p17">
                <a:extLst>
                  <a:ext uri="{FF2B5EF4-FFF2-40B4-BE49-F238E27FC236}">
                    <a16:creationId xmlns:a16="http://schemas.microsoft.com/office/drawing/2014/main" id="{1F61A5B7-4860-CB5B-01F7-4278FFC63F8F}"/>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EmployeeName</a:t>
                </a:r>
                <a:endParaRPr sz="1100" dirty="0">
                  <a:latin typeface="Plus Jakarta Sans"/>
                  <a:ea typeface="Plus Jakarta Sans"/>
                  <a:cs typeface="Plus Jakarta Sans"/>
                  <a:sym typeface="Plus Jakarta Sans"/>
                </a:endParaRPr>
              </a:p>
            </p:txBody>
          </p:sp>
          <p:sp>
            <p:nvSpPr>
              <p:cNvPr id="36" name="Google Shape;146;p17">
                <a:extLst>
                  <a:ext uri="{FF2B5EF4-FFF2-40B4-BE49-F238E27FC236}">
                    <a16:creationId xmlns:a16="http://schemas.microsoft.com/office/drawing/2014/main" id="{C06BD361-C020-EEB5-1656-8A32836FA3FD}"/>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EmailID</a:t>
                </a:r>
                <a:endParaRPr sz="1100" dirty="0">
                  <a:latin typeface="Plus Jakarta Sans"/>
                  <a:ea typeface="Plus Jakarta Sans"/>
                  <a:cs typeface="Plus Jakarta Sans"/>
                  <a:sym typeface="Plus Jakarta Sans"/>
                </a:endParaRPr>
              </a:p>
            </p:txBody>
          </p:sp>
          <p:sp>
            <p:nvSpPr>
              <p:cNvPr id="37" name="Google Shape;148;p17">
                <a:extLst>
                  <a:ext uri="{FF2B5EF4-FFF2-40B4-BE49-F238E27FC236}">
                    <a16:creationId xmlns:a16="http://schemas.microsoft.com/office/drawing/2014/main" id="{F9B36262-6B9C-0093-D058-0B9F34785FCA}"/>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DateOfJoining</a:t>
                </a:r>
                <a:endParaRPr sz="1100" dirty="0">
                  <a:latin typeface="Plus Jakarta Sans"/>
                  <a:ea typeface="Plus Jakarta Sans"/>
                  <a:cs typeface="Plus Jakarta Sans"/>
                  <a:sym typeface="Plus Jakarta Sans"/>
                </a:endParaRPr>
              </a:p>
            </p:txBody>
          </p:sp>
          <p:sp>
            <p:nvSpPr>
              <p:cNvPr id="38" name="Google Shape;150;p17">
                <a:extLst>
                  <a:ext uri="{FF2B5EF4-FFF2-40B4-BE49-F238E27FC236}">
                    <a16:creationId xmlns:a16="http://schemas.microsoft.com/office/drawing/2014/main" id="{3B9038CC-BCE9-F36A-46FE-8459148A175D}"/>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OngoingProjectsList</a:t>
                </a:r>
                <a:endParaRPr sz="1100" dirty="0">
                  <a:latin typeface="Plus Jakarta Sans"/>
                  <a:ea typeface="Plus Jakarta Sans"/>
                  <a:cs typeface="Plus Jakarta Sans"/>
                  <a:sym typeface="Plus Jakarta Sans"/>
                </a:endParaRPr>
              </a:p>
            </p:txBody>
          </p:sp>
          <p:cxnSp>
            <p:nvCxnSpPr>
              <p:cNvPr id="39" name="Google Shape;151;p17">
                <a:extLst>
                  <a:ext uri="{FF2B5EF4-FFF2-40B4-BE49-F238E27FC236}">
                    <a16:creationId xmlns:a16="http://schemas.microsoft.com/office/drawing/2014/main" id="{B13169F6-8F2F-43E8-F47A-EA91C3D92182}"/>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0" name="Google Shape;152;p17">
                <a:extLst>
                  <a:ext uri="{FF2B5EF4-FFF2-40B4-BE49-F238E27FC236}">
                    <a16:creationId xmlns:a16="http://schemas.microsoft.com/office/drawing/2014/main" id="{54854F98-1A35-338B-09B6-D3081E24EEC0}"/>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1" name="Google Shape;153;p17">
                <a:extLst>
                  <a:ext uri="{FF2B5EF4-FFF2-40B4-BE49-F238E27FC236}">
                    <a16:creationId xmlns:a16="http://schemas.microsoft.com/office/drawing/2014/main" id="{95C2C228-1BC2-F574-5D4B-D686A5313B9C}"/>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2" name="Google Shape;154;p17">
                <a:extLst>
                  <a:ext uri="{FF2B5EF4-FFF2-40B4-BE49-F238E27FC236}">
                    <a16:creationId xmlns:a16="http://schemas.microsoft.com/office/drawing/2014/main" id="{E2777B67-838C-727B-4EE9-5686E55510F1}"/>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43" name="Google Shape;155;p17">
                <a:extLst>
                  <a:ext uri="{FF2B5EF4-FFF2-40B4-BE49-F238E27FC236}">
                    <a16:creationId xmlns:a16="http://schemas.microsoft.com/office/drawing/2014/main" id="{EFC1D409-2B06-AC16-B567-B2DB09E02DBB}"/>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4" name="Google Shape;156;p17">
                <a:extLst>
                  <a:ext uri="{FF2B5EF4-FFF2-40B4-BE49-F238E27FC236}">
                    <a16:creationId xmlns:a16="http://schemas.microsoft.com/office/drawing/2014/main" id="{31E75749-031D-A0B4-E59B-0550E10F776F}"/>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5" name="Google Shape;157;p17">
                <a:extLst>
                  <a:ext uri="{FF2B5EF4-FFF2-40B4-BE49-F238E27FC236}">
                    <a16:creationId xmlns:a16="http://schemas.microsoft.com/office/drawing/2014/main" id="{A535135B-6B34-AC46-F908-B7FB0A38D39B}"/>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6" name="Google Shape;136;p17">
              <a:extLst>
                <a:ext uri="{FF2B5EF4-FFF2-40B4-BE49-F238E27FC236}">
                  <a16:creationId xmlns:a16="http://schemas.microsoft.com/office/drawing/2014/main" id="{FAA763CC-F91A-084A-650F-075807900FCF}"/>
                </a:ext>
              </a:extLst>
            </p:cNvPr>
            <p:cNvGrpSpPr/>
            <p:nvPr/>
          </p:nvGrpSpPr>
          <p:grpSpPr>
            <a:xfrm>
              <a:off x="314028" y="234662"/>
              <a:ext cx="2143200" cy="2574174"/>
              <a:chOff x="2428800" y="228600"/>
              <a:chExt cx="4286400" cy="4686300"/>
            </a:xfrm>
          </p:grpSpPr>
          <p:sp>
            <p:nvSpPr>
              <p:cNvPr id="7" name="Google Shape;137;p17">
                <a:extLst>
                  <a:ext uri="{FF2B5EF4-FFF2-40B4-BE49-F238E27FC236}">
                    <a16:creationId xmlns:a16="http://schemas.microsoft.com/office/drawing/2014/main" id="{7B4594F0-29D5-22C0-B7A6-2C74D4F4B7DA}"/>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9" name="Google Shape;139;p17">
                <a:extLst>
                  <a:ext uri="{FF2B5EF4-FFF2-40B4-BE49-F238E27FC236}">
                    <a16:creationId xmlns:a16="http://schemas.microsoft.com/office/drawing/2014/main" id="{C3CDF257-B7AF-CB86-C13F-66D7FD9847E5}"/>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EmployeeID</a:t>
                </a:r>
                <a:r>
                  <a:rPr lang="en-US" sz="1100" dirty="0">
                    <a:latin typeface="Plus Jakarta Sans"/>
                    <a:ea typeface="Plus Jakarta Sans"/>
                    <a:cs typeface="Plus Jakarta Sans"/>
                    <a:sym typeface="Plus Jakarta Sans"/>
                  </a:rPr>
                  <a:t>	</a:t>
                </a:r>
                <a:endParaRPr sz="1100" dirty="0">
                  <a:latin typeface="Plus Jakarta Sans"/>
                  <a:ea typeface="Plus Jakarta Sans"/>
                  <a:cs typeface="Plus Jakarta Sans"/>
                  <a:sym typeface="Plus Jakarta Sans"/>
                </a:endParaRPr>
              </a:p>
            </p:txBody>
          </p:sp>
          <p:sp>
            <p:nvSpPr>
              <p:cNvPr id="10" name="Google Shape;140;p17">
                <a:extLst>
                  <a:ext uri="{FF2B5EF4-FFF2-40B4-BE49-F238E27FC236}">
                    <a16:creationId xmlns:a16="http://schemas.microsoft.com/office/drawing/2014/main" id="{754829C3-8D96-A2DA-4751-1D41859FE2BE}"/>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11" name="Google Shape;141;p17">
                <a:extLst>
                  <a:ext uri="{FF2B5EF4-FFF2-40B4-BE49-F238E27FC236}">
                    <a16:creationId xmlns:a16="http://schemas.microsoft.com/office/drawing/2014/main" id="{59E6ADD1-A0A1-7F41-7E45-A89E5970C74F}"/>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EMPLOYEES TABLE</a:t>
                </a:r>
                <a:endParaRPr sz="1200" b="1" dirty="0">
                  <a:latin typeface="Plus Jakarta Sans"/>
                  <a:ea typeface="Plus Jakarta Sans"/>
                  <a:cs typeface="Plus Jakarta Sans"/>
                  <a:sym typeface="Plus Jakarta Sans"/>
                </a:endParaRPr>
              </a:p>
            </p:txBody>
          </p:sp>
          <p:sp>
            <p:nvSpPr>
              <p:cNvPr id="12" name="Google Shape;142;p17">
                <a:extLst>
                  <a:ext uri="{FF2B5EF4-FFF2-40B4-BE49-F238E27FC236}">
                    <a16:creationId xmlns:a16="http://schemas.microsoft.com/office/drawing/2014/main" id="{4B3A09DE-AD8D-9A99-7903-261BB7356FF1}"/>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Password</a:t>
                </a:r>
                <a:endParaRPr sz="1100" dirty="0">
                  <a:latin typeface="Plus Jakarta Sans"/>
                  <a:ea typeface="Plus Jakarta Sans"/>
                  <a:cs typeface="Plus Jakarta Sans"/>
                  <a:sym typeface="Plus Jakarta Sans"/>
                </a:endParaRPr>
              </a:p>
            </p:txBody>
          </p:sp>
          <p:sp>
            <p:nvSpPr>
              <p:cNvPr id="14" name="Google Shape;144;p17">
                <a:extLst>
                  <a:ext uri="{FF2B5EF4-FFF2-40B4-BE49-F238E27FC236}">
                    <a16:creationId xmlns:a16="http://schemas.microsoft.com/office/drawing/2014/main" id="{3204ED16-1619-85B8-EF61-5FBC5FAC3DB2}"/>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EmployeeName</a:t>
                </a:r>
                <a:endParaRPr sz="1100" dirty="0">
                  <a:latin typeface="Plus Jakarta Sans"/>
                  <a:ea typeface="Plus Jakarta Sans"/>
                  <a:cs typeface="Plus Jakarta Sans"/>
                  <a:sym typeface="Plus Jakarta Sans"/>
                </a:endParaRPr>
              </a:p>
            </p:txBody>
          </p:sp>
          <p:sp>
            <p:nvSpPr>
              <p:cNvPr id="16" name="Google Shape;146;p17">
                <a:extLst>
                  <a:ext uri="{FF2B5EF4-FFF2-40B4-BE49-F238E27FC236}">
                    <a16:creationId xmlns:a16="http://schemas.microsoft.com/office/drawing/2014/main" id="{28FC5DA1-1F12-B90B-A334-14CD1CD0B4D1}"/>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DerpartmentID</a:t>
                </a:r>
                <a:endParaRPr sz="1100" dirty="0">
                  <a:latin typeface="Plus Jakarta Sans"/>
                  <a:ea typeface="Plus Jakarta Sans"/>
                  <a:cs typeface="Plus Jakarta Sans"/>
                  <a:sym typeface="Plus Jakarta Sans"/>
                </a:endParaRPr>
              </a:p>
            </p:txBody>
          </p:sp>
          <p:sp>
            <p:nvSpPr>
              <p:cNvPr id="18" name="Google Shape;148;p17">
                <a:extLst>
                  <a:ext uri="{FF2B5EF4-FFF2-40B4-BE49-F238E27FC236}">
                    <a16:creationId xmlns:a16="http://schemas.microsoft.com/office/drawing/2014/main" id="{23DD128D-3AA8-BF54-1B34-E3A602B5CD46}"/>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Designation</a:t>
                </a:r>
                <a:endParaRPr sz="1100" dirty="0">
                  <a:latin typeface="Plus Jakarta Sans"/>
                  <a:ea typeface="Plus Jakarta Sans"/>
                  <a:cs typeface="Plus Jakarta Sans"/>
                  <a:sym typeface="Plus Jakarta Sans"/>
                </a:endParaRPr>
              </a:p>
            </p:txBody>
          </p:sp>
          <p:sp>
            <p:nvSpPr>
              <p:cNvPr id="20" name="Google Shape;150;p17">
                <a:extLst>
                  <a:ext uri="{FF2B5EF4-FFF2-40B4-BE49-F238E27FC236}">
                    <a16:creationId xmlns:a16="http://schemas.microsoft.com/office/drawing/2014/main" id="{2A31D19B-DCC3-48C9-8506-F0737B68D7CF}"/>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PhoneNumber</a:t>
                </a:r>
                <a:endParaRPr sz="1100" dirty="0">
                  <a:latin typeface="Plus Jakarta Sans"/>
                  <a:ea typeface="Plus Jakarta Sans"/>
                  <a:cs typeface="Plus Jakarta Sans"/>
                  <a:sym typeface="Plus Jakarta Sans"/>
                </a:endParaRPr>
              </a:p>
            </p:txBody>
          </p:sp>
          <p:cxnSp>
            <p:nvCxnSpPr>
              <p:cNvPr id="21" name="Google Shape;151;p17">
                <a:extLst>
                  <a:ext uri="{FF2B5EF4-FFF2-40B4-BE49-F238E27FC236}">
                    <a16:creationId xmlns:a16="http://schemas.microsoft.com/office/drawing/2014/main" id="{329640AF-D6DE-231A-A571-FF379EEC9C84}"/>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22" name="Google Shape;152;p17">
                <a:extLst>
                  <a:ext uri="{FF2B5EF4-FFF2-40B4-BE49-F238E27FC236}">
                    <a16:creationId xmlns:a16="http://schemas.microsoft.com/office/drawing/2014/main" id="{17D5AFD8-6C45-BF1A-9042-DA701FAB18F4}"/>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23" name="Google Shape;153;p17">
                <a:extLst>
                  <a:ext uri="{FF2B5EF4-FFF2-40B4-BE49-F238E27FC236}">
                    <a16:creationId xmlns:a16="http://schemas.microsoft.com/office/drawing/2014/main" id="{4978829A-E2E4-751E-FCCC-3C2E0D6E0D7D}"/>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24" name="Google Shape;154;p17">
                <a:extLst>
                  <a:ext uri="{FF2B5EF4-FFF2-40B4-BE49-F238E27FC236}">
                    <a16:creationId xmlns:a16="http://schemas.microsoft.com/office/drawing/2014/main" id="{3C08E71A-3693-612E-9E60-1F021DDE1C45}"/>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25" name="Google Shape;155;p17">
                <a:extLst>
                  <a:ext uri="{FF2B5EF4-FFF2-40B4-BE49-F238E27FC236}">
                    <a16:creationId xmlns:a16="http://schemas.microsoft.com/office/drawing/2014/main" id="{B5F28452-946A-46FC-CF8A-64B5667698BE}"/>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26" name="Google Shape;156;p17">
                <a:extLst>
                  <a:ext uri="{FF2B5EF4-FFF2-40B4-BE49-F238E27FC236}">
                    <a16:creationId xmlns:a16="http://schemas.microsoft.com/office/drawing/2014/main" id="{91608BD2-D4A0-57E7-A55F-45A49A74918C}"/>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27" name="Google Shape;157;p17">
                <a:extLst>
                  <a:ext uri="{FF2B5EF4-FFF2-40B4-BE49-F238E27FC236}">
                    <a16:creationId xmlns:a16="http://schemas.microsoft.com/office/drawing/2014/main" id="{3D387160-6F5E-386E-6894-FD87ED7D3A0B}"/>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cxnSp>
        <p:nvCxnSpPr>
          <p:cNvPr id="537" name="Google Shape;151;p17">
            <a:extLst>
              <a:ext uri="{FF2B5EF4-FFF2-40B4-BE49-F238E27FC236}">
                <a16:creationId xmlns:a16="http://schemas.microsoft.com/office/drawing/2014/main" id="{8E63570F-50C1-5993-706A-B799FC1FEED6}"/>
              </a:ext>
            </a:extLst>
          </p:cNvPr>
          <p:cNvCxnSpPr/>
          <p:nvPr/>
        </p:nvCxnSpPr>
        <p:spPr>
          <a:xfrm rot="10800000" flipH="1">
            <a:off x="4920114" y="695726"/>
            <a:ext cx="1567650" cy="3625"/>
          </a:xfrm>
          <a:prstGeom prst="straightConnector1">
            <a:avLst/>
          </a:prstGeom>
          <a:noFill/>
          <a:ln w="9525" cap="flat" cmpd="sng">
            <a:solidFill>
              <a:srgbClr val="349160"/>
            </a:solidFill>
            <a:prstDash val="solid"/>
            <a:round/>
            <a:headEnd type="none" w="med" len="med"/>
            <a:tailEnd type="none" w="med" len="med"/>
          </a:ln>
        </p:spPr>
      </p:cxnSp>
      <p:cxnSp>
        <p:nvCxnSpPr>
          <p:cNvPr id="539" name="Google Shape;153;p17">
            <a:extLst>
              <a:ext uri="{FF2B5EF4-FFF2-40B4-BE49-F238E27FC236}">
                <a16:creationId xmlns:a16="http://schemas.microsoft.com/office/drawing/2014/main" id="{160A096D-86E1-06AD-9489-04F36904ED10}"/>
              </a:ext>
            </a:extLst>
          </p:cNvPr>
          <p:cNvCxnSpPr/>
          <p:nvPr/>
        </p:nvCxnSpPr>
        <p:spPr>
          <a:xfrm rot="10800000" flipH="1">
            <a:off x="4920114" y="1348313"/>
            <a:ext cx="1567650" cy="3625"/>
          </a:xfrm>
          <a:prstGeom prst="straightConnector1">
            <a:avLst/>
          </a:prstGeom>
          <a:noFill/>
          <a:ln w="9525" cap="flat" cmpd="sng">
            <a:solidFill>
              <a:srgbClr val="349160"/>
            </a:solidFill>
            <a:prstDash val="solid"/>
            <a:round/>
            <a:headEnd type="none" w="med" len="med"/>
            <a:tailEnd type="none" w="med" len="med"/>
          </a:ln>
        </p:spPr>
      </p:cxnSp>
      <p:grpSp>
        <p:nvGrpSpPr>
          <p:cNvPr id="705" name="Group 704">
            <a:extLst>
              <a:ext uri="{FF2B5EF4-FFF2-40B4-BE49-F238E27FC236}">
                <a16:creationId xmlns:a16="http://schemas.microsoft.com/office/drawing/2014/main" id="{2E22FE1D-F86C-44CA-6D66-7AACC9E65C73}"/>
              </a:ext>
            </a:extLst>
          </p:cNvPr>
          <p:cNvGrpSpPr/>
          <p:nvPr/>
        </p:nvGrpSpPr>
        <p:grpSpPr>
          <a:xfrm>
            <a:off x="4601070" y="-2522147"/>
            <a:ext cx="2143200" cy="2216596"/>
            <a:chOff x="4579581" y="259904"/>
            <a:chExt cx="2143200" cy="2216596"/>
          </a:xfrm>
        </p:grpSpPr>
        <p:sp>
          <p:nvSpPr>
            <p:cNvPr id="528" name="Google Shape;137;p17">
              <a:extLst>
                <a:ext uri="{FF2B5EF4-FFF2-40B4-BE49-F238E27FC236}">
                  <a16:creationId xmlns:a16="http://schemas.microsoft.com/office/drawing/2014/main" id="{A24AC282-D89C-B05A-6D2F-2EE3C524FB34}"/>
                </a:ext>
              </a:extLst>
            </p:cNvPr>
            <p:cNvSpPr/>
            <p:nvPr/>
          </p:nvSpPr>
          <p:spPr>
            <a:xfrm>
              <a:off x="4579581" y="259904"/>
              <a:ext cx="2143200" cy="2216596"/>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29" name="Google Shape;139;p17">
              <a:extLst>
                <a:ext uri="{FF2B5EF4-FFF2-40B4-BE49-F238E27FC236}">
                  <a16:creationId xmlns:a16="http://schemas.microsoft.com/office/drawing/2014/main" id="{67DB9261-6D5D-FDD9-D081-FF7CFFB05ADF}"/>
                </a:ext>
              </a:extLst>
            </p:cNvPr>
            <p:cNvSpPr txBox="1"/>
            <p:nvPr/>
          </p:nvSpPr>
          <p:spPr>
            <a:xfrm>
              <a:off x="5111656" y="762409"/>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DepartmentID</a:t>
              </a:r>
              <a:endParaRPr sz="1100" dirty="0">
                <a:latin typeface="Plus Jakarta Sans"/>
                <a:ea typeface="Plus Jakarta Sans"/>
                <a:cs typeface="Plus Jakarta Sans"/>
                <a:sym typeface="Plus Jakarta Sans"/>
              </a:endParaRPr>
            </a:p>
          </p:txBody>
        </p:sp>
        <p:sp>
          <p:nvSpPr>
            <p:cNvPr id="530" name="Google Shape;140;p17">
              <a:extLst>
                <a:ext uri="{FF2B5EF4-FFF2-40B4-BE49-F238E27FC236}">
                  <a16:creationId xmlns:a16="http://schemas.microsoft.com/office/drawing/2014/main" id="{4B00B857-6CAE-C399-4797-7A394BD9860D}"/>
                </a:ext>
              </a:extLst>
            </p:cNvPr>
            <p:cNvSpPr/>
            <p:nvPr/>
          </p:nvSpPr>
          <p:spPr>
            <a:xfrm>
              <a:off x="4799364" y="436391"/>
              <a:ext cx="241500" cy="265311"/>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531" name="Google Shape;141;p17">
              <a:extLst>
                <a:ext uri="{FF2B5EF4-FFF2-40B4-BE49-F238E27FC236}">
                  <a16:creationId xmlns:a16="http://schemas.microsoft.com/office/drawing/2014/main" id="{82E426EF-56B2-8BD5-ED5C-027CC3C11446}"/>
                </a:ext>
              </a:extLst>
            </p:cNvPr>
            <p:cNvSpPr txBox="1"/>
            <p:nvPr/>
          </p:nvSpPr>
          <p:spPr>
            <a:xfrm>
              <a:off x="5111656" y="436393"/>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DEPARTMENT TABLE</a:t>
              </a:r>
              <a:endParaRPr sz="1200" b="1" dirty="0">
                <a:latin typeface="Plus Jakarta Sans"/>
                <a:ea typeface="Plus Jakarta Sans"/>
                <a:cs typeface="Plus Jakarta Sans"/>
                <a:sym typeface="Plus Jakarta Sans"/>
              </a:endParaRPr>
            </a:p>
          </p:txBody>
        </p:sp>
        <p:sp>
          <p:nvSpPr>
            <p:cNvPr id="532" name="Google Shape;142;p17">
              <a:extLst>
                <a:ext uri="{FF2B5EF4-FFF2-40B4-BE49-F238E27FC236}">
                  <a16:creationId xmlns:a16="http://schemas.microsoft.com/office/drawing/2014/main" id="{2C167046-1919-71AE-758A-D3319B89D2B9}"/>
                </a:ext>
              </a:extLst>
            </p:cNvPr>
            <p:cNvSpPr txBox="1"/>
            <p:nvPr/>
          </p:nvSpPr>
          <p:spPr>
            <a:xfrm>
              <a:off x="5111656" y="1088426"/>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EmployeeList</a:t>
              </a:r>
              <a:endParaRPr sz="1100" dirty="0">
                <a:latin typeface="Plus Jakarta Sans"/>
                <a:ea typeface="Plus Jakarta Sans"/>
                <a:cs typeface="Plus Jakarta Sans"/>
                <a:sym typeface="Plus Jakarta Sans"/>
              </a:endParaRPr>
            </a:p>
          </p:txBody>
        </p:sp>
        <p:sp>
          <p:nvSpPr>
            <p:cNvPr id="533" name="Google Shape;144;p17">
              <a:extLst>
                <a:ext uri="{FF2B5EF4-FFF2-40B4-BE49-F238E27FC236}">
                  <a16:creationId xmlns:a16="http://schemas.microsoft.com/office/drawing/2014/main" id="{04244657-5C1F-55BB-D9CB-433E167ECB0D}"/>
                </a:ext>
              </a:extLst>
            </p:cNvPr>
            <p:cNvSpPr txBox="1"/>
            <p:nvPr/>
          </p:nvSpPr>
          <p:spPr>
            <a:xfrm>
              <a:off x="5111656" y="1414457"/>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OngoingProjects</a:t>
              </a:r>
              <a:endParaRPr sz="1100" dirty="0">
                <a:latin typeface="Plus Jakarta Sans"/>
                <a:ea typeface="Plus Jakarta Sans"/>
                <a:cs typeface="Plus Jakarta Sans"/>
                <a:sym typeface="Plus Jakarta Sans"/>
              </a:endParaRPr>
            </a:p>
          </p:txBody>
        </p:sp>
        <p:sp>
          <p:nvSpPr>
            <p:cNvPr id="534" name="Google Shape;146;p17">
              <a:extLst>
                <a:ext uri="{FF2B5EF4-FFF2-40B4-BE49-F238E27FC236}">
                  <a16:creationId xmlns:a16="http://schemas.microsoft.com/office/drawing/2014/main" id="{047E7775-406D-7F93-7B3B-21E606507737}"/>
                </a:ext>
              </a:extLst>
            </p:cNvPr>
            <p:cNvSpPr txBox="1"/>
            <p:nvPr/>
          </p:nvSpPr>
          <p:spPr>
            <a:xfrm>
              <a:off x="5111656" y="1740498"/>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DepartmentNotices</a:t>
              </a:r>
              <a:endParaRPr sz="1100" dirty="0">
                <a:latin typeface="Plus Jakarta Sans"/>
                <a:ea typeface="Plus Jakarta Sans"/>
                <a:cs typeface="Plus Jakarta Sans"/>
                <a:sym typeface="Plus Jakarta Sans"/>
              </a:endParaRPr>
            </a:p>
          </p:txBody>
        </p:sp>
        <p:sp>
          <p:nvSpPr>
            <p:cNvPr id="535" name="Google Shape;148;p17">
              <a:extLst>
                <a:ext uri="{FF2B5EF4-FFF2-40B4-BE49-F238E27FC236}">
                  <a16:creationId xmlns:a16="http://schemas.microsoft.com/office/drawing/2014/main" id="{6D0DA8A9-1ADD-65BE-A08E-8AAE46062C5E}"/>
                </a:ext>
              </a:extLst>
            </p:cNvPr>
            <p:cNvSpPr txBox="1"/>
            <p:nvPr/>
          </p:nvSpPr>
          <p:spPr>
            <a:xfrm>
              <a:off x="5111656" y="2066548"/>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DepartmentHeadID</a:t>
              </a:r>
              <a:endParaRPr sz="1100" dirty="0">
                <a:latin typeface="Plus Jakarta Sans"/>
                <a:ea typeface="Plus Jakarta Sans"/>
                <a:cs typeface="Plus Jakarta Sans"/>
                <a:sym typeface="Plus Jakarta Sans"/>
              </a:endParaRPr>
            </a:p>
          </p:txBody>
        </p:sp>
        <p:cxnSp>
          <p:nvCxnSpPr>
            <p:cNvPr id="538" name="Google Shape;152;p17">
              <a:extLst>
                <a:ext uri="{FF2B5EF4-FFF2-40B4-BE49-F238E27FC236}">
                  <a16:creationId xmlns:a16="http://schemas.microsoft.com/office/drawing/2014/main" id="{7A2C28C4-5330-A2E3-EA9D-2A179F75FC7E}"/>
                </a:ext>
              </a:extLst>
            </p:cNvPr>
            <p:cNvCxnSpPr/>
            <p:nvPr/>
          </p:nvCxnSpPr>
          <p:spPr>
            <a:xfrm rot="10800000" flipH="1">
              <a:off x="4920114" y="1020592"/>
              <a:ext cx="1567650" cy="3625"/>
            </a:xfrm>
            <a:prstGeom prst="straightConnector1">
              <a:avLst/>
            </a:prstGeom>
            <a:noFill/>
            <a:ln w="9525" cap="flat" cmpd="sng">
              <a:solidFill>
                <a:srgbClr val="349160"/>
              </a:solidFill>
              <a:prstDash val="solid"/>
              <a:round/>
              <a:headEnd type="none" w="med" len="med"/>
              <a:tailEnd type="none" w="med" len="med"/>
            </a:ln>
          </p:spPr>
        </p:cxnSp>
        <p:cxnSp>
          <p:nvCxnSpPr>
            <p:cNvPr id="540" name="Google Shape;154;p17">
              <a:extLst>
                <a:ext uri="{FF2B5EF4-FFF2-40B4-BE49-F238E27FC236}">
                  <a16:creationId xmlns:a16="http://schemas.microsoft.com/office/drawing/2014/main" id="{04F165DA-BDC9-4F0F-4217-2AB940C0E7CD}"/>
                </a:ext>
              </a:extLst>
            </p:cNvPr>
            <p:cNvCxnSpPr/>
            <p:nvPr/>
          </p:nvCxnSpPr>
          <p:spPr>
            <a:xfrm rot="10800000" flipH="1">
              <a:off x="4920114" y="1672522"/>
              <a:ext cx="1567650" cy="3625"/>
            </a:xfrm>
            <a:prstGeom prst="straightConnector1">
              <a:avLst/>
            </a:prstGeom>
            <a:noFill/>
            <a:ln w="9525" cap="flat" cmpd="sng">
              <a:solidFill>
                <a:srgbClr val="349160"/>
              </a:solidFill>
              <a:prstDash val="solid"/>
              <a:round/>
              <a:headEnd type="none" w="med" len="med"/>
              <a:tailEnd type="none" w="med" len="med"/>
            </a:ln>
          </p:spPr>
        </p:cxnSp>
        <p:cxnSp>
          <p:nvCxnSpPr>
            <p:cNvPr id="541" name="Google Shape;155;p17">
              <a:extLst>
                <a:ext uri="{FF2B5EF4-FFF2-40B4-BE49-F238E27FC236}">
                  <a16:creationId xmlns:a16="http://schemas.microsoft.com/office/drawing/2014/main" id="{F6A8C747-51C8-5437-B16C-EB7D64C284FC}"/>
                </a:ext>
              </a:extLst>
            </p:cNvPr>
            <p:cNvCxnSpPr/>
            <p:nvPr/>
          </p:nvCxnSpPr>
          <p:spPr>
            <a:xfrm rot="10800000" flipH="1">
              <a:off x="4920114" y="2000134"/>
              <a:ext cx="1567650" cy="3625"/>
            </a:xfrm>
            <a:prstGeom prst="straightConnector1">
              <a:avLst/>
            </a:prstGeom>
            <a:noFill/>
            <a:ln w="9525" cap="flat" cmpd="sng">
              <a:solidFill>
                <a:srgbClr val="349160"/>
              </a:solidFill>
              <a:prstDash val="solid"/>
              <a:round/>
              <a:headEnd type="none" w="med" len="med"/>
              <a:tailEnd type="none" w="med" len="med"/>
            </a:ln>
          </p:spPr>
        </p:cxnSp>
        <p:cxnSp>
          <p:nvCxnSpPr>
            <p:cNvPr id="542" name="Google Shape;156;p17">
              <a:extLst>
                <a:ext uri="{FF2B5EF4-FFF2-40B4-BE49-F238E27FC236}">
                  <a16:creationId xmlns:a16="http://schemas.microsoft.com/office/drawing/2014/main" id="{D8A24BA6-8220-61F6-B247-52565230F838}"/>
                </a:ext>
              </a:extLst>
            </p:cNvPr>
            <p:cNvCxnSpPr/>
            <p:nvPr/>
          </p:nvCxnSpPr>
          <p:spPr>
            <a:xfrm rot="10800000" flipH="1">
              <a:off x="4920114" y="2325834"/>
              <a:ext cx="1567650" cy="3625"/>
            </a:xfrm>
            <a:prstGeom prst="straightConnector1">
              <a:avLst/>
            </a:prstGeom>
            <a:noFill/>
            <a:ln w="9525" cap="flat" cmpd="sng">
              <a:solidFill>
                <a:srgbClr val="349160"/>
              </a:solidFill>
              <a:prstDash val="solid"/>
              <a:round/>
              <a:headEnd type="none" w="med" len="med"/>
              <a:tailEnd type="none" w="med" len="med"/>
            </a:ln>
          </p:spPr>
        </p:cxnSp>
      </p:grpSp>
      <p:grpSp>
        <p:nvGrpSpPr>
          <p:cNvPr id="468" name="Google Shape;136;p17">
            <a:extLst>
              <a:ext uri="{FF2B5EF4-FFF2-40B4-BE49-F238E27FC236}">
                <a16:creationId xmlns:a16="http://schemas.microsoft.com/office/drawing/2014/main" id="{84521A2B-CE77-0865-FDDA-7EFF770DF509}"/>
              </a:ext>
            </a:extLst>
          </p:cNvPr>
          <p:cNvGrpSpPr/>
          <p:nvPr/>
        </p:nvGrpSpPr>
        <p:grpSpPr>
          <a:xfrm>
            <a:off x="6808312" y="-2522147"/>
            <a:ext cx="2143200" cy="2574174"/>
            <a:chOff x="2428800" y="228600"/>
            <a:chExt cx="4286400" cy="4686300"/>
          </a:xfrm>
        </p:grpSpPr>
        <p:sp>
          <p:nvSpPr>
            <p:cNvPr id="469" name="Google Shape;137;p17">
              <a:extLst>
                <a:ext uri="{FF2B5EF4-FFF2-40B4-BE49-F238E27FC236}">
                  <a16:creationId xmlns:a16="http://schemas.microsoft.com/office/drawing/2014/main" id="{249EE5DE-4F59-1D4C-8327-4221B10328DB}"/>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470" name="Google Shape;139;p17">
              <a:extLst>
                <a:ext uri="{FF2B5EF4-FFF2-40B4-BE49-F238E27FC236}">
                  <a16:creationId xmlns:a16="http://schemas.microsoft.com/office/drawing/2014/main" id="{B022D298-E1B2-F7DD-0497-7DAF56234472}"/>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EventID</a:t>
              </a:r>
              <a:endParaRPr sz="1100" dirty="0">
                <a:latin typeface="Plus Jakarta Sans"/>
                <a:ea typeface="Plus Jakarta Sans"/>
                <a:cs typeface="Plus Jakarta Sans"/>
                <a:sym typeface="Plus Jakarta Sans"/>
              </a:endParaRPr>
            </a:p>
          </p:txBody>
        </p:sp>
        <p:sp>
          <p:nvSpPr>
            <p:cNvPr id="471" name="Google Shape;140;p17">
              <a:extLst>
                <a:ext uri="{FF2B5EF4-FFF2-40B4-BE49-F238E27FC236}">
                  <a16:creationId xmlns:a16="http://schemas.microsoft.com/office/drawing/2014/main" id="{220FDE0E-674A-25CB-8E56-B3862ECBD191}"/>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472" name="Google Shape;141;p17">
              <a:extLst>
                <a:ext uri="{FF2B5EF4-FFF2-40B4-BE49-F238E27FC236}">
                  <a16:creationId xmlns:a16="http://schemas.microsoft.com/office/drawing/2014/main" id="{631917C3-D462-9767-6207-C2FD55E20609}"/>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CALENDAR TABLE</a:t>
              </a:r>
              <a:endParaRPr sz="1200" b="1" dirty="0">
                <a:latin typeface="Plus Jakarta Sans"/>
                <a:ea typeface="Plus Jakarta Sans"/>
                <a:cs typeface="Plus Jakarta Sans"/>
                <a:sym typeface="Plus Jakarta Sans"/>
              </a:endParaRPr>
            </a:p>
          </p:txBody>
        </p:sp>
        <p:sp>
          <p:nvSpPr>
            <p:cNvPr id="473" name="Google Shape;142;p17">
              <a:extLst>
                <a:ext uri="{FF2B5EF4-FFF2-40B4-BE49-F238E27FC236}">
                  <a16:creationId xmlns:a16="http://schemas.microsoft.com/office/drawing/2014/main" id="{31F904DE-6474-0261-3CC7-8C681C4B8093}"/>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EventDate</a:t>
              </a:r>
              <a:endParaRPr sz="1100" dirty="0">
                <a:latin typeface="Plus Jakarta Sans"/>
                <a:ea typeface="Plus Jakarta Sans"/>
                <a:cs typeface="Plus Jakarta Sans"/>
                <a:sym typeface="Plus Jakarta Sans"/>
              </a:endParaRPr>
            </a:p>
          </p:txBody>
        </p:sp>
        <p:sp>
          <p:nvSpPr>
            <p:cNvPr id="474" name="Google Shape;144;p17">
              <a:extLst>
                <a:ext uri="{FF2B5EF4-FFF2-40B4-BE49-F238E27FC236}">
                  <a16:creationId xmlns:a16="http://schemas.microsoft.com/office/drawing/2014/main" id="{68A92A8A-C731-50F1-A5FF-0C726FBF4681}"/>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EventName</a:t>
              </a:r>
              <a:endParaRPr sz="1100" dirty="0">
                <a:latin typeface="Plus Jakarta Sans"/>
                <a:ea typeface="Plus Jakarta Sans"/>
                <a:cs typeface="Plus Jakarta Sans"/>
                <a:sym typeface="Plus Jakarta Sans"/>
              </a:endParaRPr>
            </a:p>
          </p:txBody>
        </p:sp>
        <p:sp>
          <p:nvSpPr>
            <p:cNvPr id="518" name="Google Shape;146;p17">
              <a:extLst>
                <a:ext uri="{FF2B5EF4-FFF2-40B4-BE49-F238E27FC236}">
                  <a16:creationId xmlns:a16="http://schemas.microsoft.com/office/drawing/2014/main" id="{545B7EDD-BA74-263A-96F1-58AF1B77212E}"/>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EventTime</a:t>
              </a:r>
              <a:endParaRPr sz="1100" dirty="0">
                <a:latin typeface="Plus Jakarta Sans"/>
                <a:ea typeface="Plus Jakarta Sans"/>
                <a:cs typeface="Plus Jakarta Sans"/>
                <a:sym typeface="Plus Jakarta Sans"/>
              </a:endParaRPr>
            </a:p>
          </p:txBody>
        </p:sp>
        <p:sp>
          <p:nvSpPr>
            <p:cNvPr id="519" name="Google Shape;148;p17">
              <a:extLst>
                <a:ext uri="{FF2B5EF4-FFF2-40B4-BE49-F238E27FC236}">
                  <a16:creationId xmlns:a16="http://schemas.microsoft.com/office/drawing/2014/main" id="{7240A982-0644-63A0-18A6-093B16146A28}"/>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CreatedByID</a:t>
              </a:r>
              <a:endParaRPr sz="1100" dirty="0">
                <a:latin typeface="Plus Jakarta Sans"/>
                <a:ea typeface="Plus Jakarta Sans"/>
                <a:cs typeface="Plus Jakarta Sans"/>
                <a:sym typeface="Plus Jakarta Sans"/>
              </a:endParaRPr>
            </a:p>
          </p:txBody>
        </p:sp>
        <p:sp>
          <p:nvSpPr>
            <p:cNvPr id="520" name="Google Shape;150;p17">
              <a:extLst>
                <a:ext uri="{FF2B5EF4-FFF2-40B4-BE49-F238E27FC236}">
                  <a16:creationId xmlns:a16="http://schemas.microsoft.com/office/drawing/2014/main" id="{DC063B7B-F451-CE95-D6B8-F95C4167B1F4}"/>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DepartmentIDList</a:t>
              </a:r>
              <a:endParaRPr sz="1100" dirty="0">
                <a:latin typeface="Plus Jakarta Sans"/>
                <a:ea typeface="Plus Jakarta Sans"/>
                <a:cs typeface="Plus Jakarta Sans"/>
                <a:sym typeface="Plus Jakarta Sans"/>
              </a:endParaRPr>
            </a:p>
          </p:txBody>
        </p:sp>
        <p:cxnSp>
          <p:nvCxnSpPr>
            <p:cNvPr id="521" name="Google Shape;151;p17">
              <a:extLst>
                <a:ext uri="{FF2B5EF4-FFF2-40B4-BE49-F238E27FC236}">
                  <a16:creationId xmlns:a16="http://schemas.microsoft.com/office/drawing/2014/main" id="{947351FC-B8E0-BE3C-0F2C-758976D1A0D5}"/>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22" name="Google Shape;152;p17">
              <a:extLst>
                <a:ext uri="{FF2B5EF4-FFF2-40B4-BE49-F238E27FC236}">
                  <a16:creationId xmlns:a16="http://schemas.microsoft.com/office/drawing/2014/main" id="{A6419818-6843-1094-4FF7-BC984D46E9BA}"/>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23" name="Google Shape;153;p17">
              <a:extLst>
                <a:ext uri="{FF2B5EF4-FFF2-40B4-BE49-F238E27FC236}">
                  <a16:creationId xmlns:a16="http://schemas.microsoft.com/office/drawing/2014/main" id="{7225F7F5-3AE1-CF92-AF0B-878216EA5D57}"/>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24" name="Google Shape;154;p17">
              <a:extLst>
                <a:ext uri="{FF2B5EF4-FFF2-40B4-BE49-F238E27FC236}">
                  <a16:creationId xmlns:a16="http://schemas.microsoft.com/office/drawing/2014/main" id="{EFE1D648-F1B8-F20A-F578-46A2489F7B3A}"/>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525" name="Google Shape;155;p17">
              <a:extLst>
                <a:ext uri="{FF2B5EF4-FFF2-40B4-BE49-F238E27FC236}">
                  <a16:creationId xmlns:a16="http://schemas.microsoft.com/office/drawing/2014/main" id="{E0E922EF-4848-BC71-7403-185C88454525}"/>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26" name="Google Shape;156;p17">
              <a:extLst>
                <a:ext uri="{FF2B5EF4-FFF2-40B4-BE49-F238E27FC236}">
                  <a16:creationId xmlns:a16="http://schemas.microsoft.com/office/drawing/2014/main" id="{E31CD14C-CD01-649C-42DB-DC1513BC92AE}"/>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27" name="Google Shape;157;p17">
              <a:extLst>
                <a:ext uri="{FF2B5EF4-FFF2-40B4-BE49-F238E27FC236}">
                  <a16:creationId xmlns:a16="http://schemas.microsoft.com/office/drawing/2014/main" id="{9D9D4EE0-026B-B280-E9C9-A43ADFECE4B9}"/>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561" name="Group 560">
            <a:extLst>
              <a:ext uri="{FF2B5EF4-FFF2-40B4-BE49-F238E27FC236}">
                <a16:creationId xmlns:a16="http://schemas.microsoft.com/office/drawing/2014/main" id="{AB77FCA8-13C7-AF67-5189-ECAE38DBE156}"/>
              </a:ext>
            </a:extLst>
          </p:cNvPr>
          <p:cNvGrpSpPr/>
          <p:nvPr/>
        </p:nvGrpSpPr>
        <p:grpSpPr>
          <a:xfrm>
            <a:off x="4601070" y="-212725"/>
            <a:ext cx="2143200" cy="2574174"/>
            <a:chOff x="4579581" y="2928876"/>
            <a:chExt cx="2143200" cy="2574174"/>
          </a:xfrm>
        </p:grpSpPr>
        <p:grpSp>
          <p:nvGrpSpPr>
            <p:cNvPr id="544" name="Google Shape;136;p17">
              <a:extLst>
                <a:ext uri="{FF2B5EF4-FFF2-40B4-BE49-F238E27FC236}">
                  <a16:creationId xmlns:a16="http://schemas.microsoft.com/office/drawing/2014/main" id="{950B8490-3F94-8C25-3CD9-8DC0AEDB7516}"/>
                </a:ext>
              </a:extLst>
            </p:cNvPr>
            <p:cNvGrpSpPr/>
            <p:nvPr/>
          </p:nvGrpSpPr>
          <p:grpSpPr>
            <a:xfrm>
              <a:off x="4579581" y="2928876"/>
              <a:ext cx="2143200" cy="2574174"/>
              <a:chOff x="2428800" y="228600"/>
              <a:chExt cx="4286400" cy="4686300"/>
            </a:xfrm>
          </p:grpSpPr>
          <p:sp>
            <p:nvSpPr>
              <p:cNvPr id="545" name="Google Shape;137;p17">
                <a:extLst>
                  <a:ext uri="{FF2B5EF4-FFF2-40B4-BE49-F238E27FC236}">
                    <a16:creationId xmlns:a16="http://schemas.microsoft.com/office/drawing/2014/main" id="{762FD07C-789D-09E8-8809-3A14E982E7F2}"/>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46" name="Google Shape;139;p17">
                <a:extLst>
                  <a:ext uri="{FF2B5EF4-FFF2-40B4-BE49-F238E27FC236}">
                    <a16:creationId xmlns:a16="http://schemas.microsoft.com/office/drawing/2014/main" id="{5C070577-2BD2-9011-F192-BCD052A330E6}"/>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NoticeID</a:t>
                </a:r>
                <a:endParaRPr sz="1100" dirty="0">
                  <a:latin typeface="Plus Jakarta Sans"/>
                  <a:ea typeface="Plus Jakarta Sans"/>
                  <a:cs typeface="Plus Jakarta Sans"/>
                  <a:sym typeface="Plus Jakarta Sans"/>
                </a:endParaRPr>
              </a:p>
            </p:txBody>
          </p:sp>
          <p:sp>
            <p:nvSpPr>
              <p:cNvPr id="547" name="Google Shape;140;p17">
                <a:extLst>
                  <a:ext uri="{FF2B5EF4-FFF2-40B4-BE49-F238E27FC236}">
                    <a16:creationId xmlns:a16="http://schemas.microsoft.com/office/drawing/2014/main" id="{20ED67B3-5066-29F3-5035-A18E83D6CCEA}"/>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dirty="0">
                    <a:solidFill>
                      <a:schemeClr val="lt1"/>
                    </a:solidFill>
                    <a:latin typeface="Work Sans"/>
                    <a:ea typeface="Work Sans"/>
                    <a:cs typeface="Work Sans"/>
                    <a:sym typeface="Work Sans"/>
                  </a:rPr>
                  <a:t>7</a:t>
                </a:r>
                <a:endParaRPr sz="900" dirty="0">
                  <a:solidFill>
                    <a:schemeClr val="lt1"/>
                  </a:solidFill>
                  <a:latin typeface="Work Sans"/>
                  <a:ea typeface="Work Sans"/>
                  <a:cs typeface="Work Sans"/>
                  <a:sym typeface="Work Sans"/>
                </a:endParaRPr>
              </a:p>
            </p:txBody>
          </p:sp>
          <p:sp>
            <p:nvSpPr>
              <p:cNvPr id="548" name="Google Shape;141;p17">
                <a:extLst>
                  <a:ext uri="{FF2B5EF4-FFF2-40B4-BE49-F238E27FC236}">
                    <a16:creationId xmlns:a16="http://schemas.microsoft.com/office/drawing/2014/main" id="{C0BD6BB4-F463-87C5-F074-F5ACFF2EFB61}"/>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NOTICES TABLE</a:t>
                </a:r>
                <a:endParaRPr sz="1200" b="1" dirty="0">
                  <a:latin typeface="Plus Jakarta Sans"/>
                  <a:ea typeface="Plus Jakarta Sans"/>
                  <a:cs typeface="Plus Jakarta Sans"/>
                  <a:sym typeface="Plus Jakarta Sans"/>
                </a:endParaRPr>
              </a:p>
            </p:txBody>
          </p:sp>
          <p:sp>
            <p:nvSpPr>
              <p:cNvPr id="549" name="Google Shape;142;p17">
                <a:extLst>
                  <a:ext uri="{FF2B5EF4-FFF2-40B4-BE49-F238E27FC236}">
                    <a16:creationId xmlns:a16="http://schemas.microsoft.com/office/drawing/2014/main" id="{B6A521D4-24C6-1884-3FAC-EC50BA1AB4B1}"/>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NoticeDate</a:t>
                </a:r>
                <a:endParaRPr sz="1100" dirty="0">
                  <a:latin typeface="Plus Jakarta Sans"/>
                  <a:ea typeface="Plus Jakarta Sans"/>
                  <a:cs typeface="Plus Jakarta Sans"/>
                  <a:sym typeface="Plus Jakarta Sans"/>
                </a:endParaRPr>
              </a:p>
            </p:txBody>
          </p:sp>
          <p:sp>
            <p:nvSpPr>
              <p:cNvPr id="550" name="Google Shape;144;p17">
                <a:extLst>
                  <a:ext uri="{FF2B5EF4-FFF2-40B4-BE49-F238E27FC236}">
                    <a16:creationId xmlns:a16="http://schemas.microsoft.com/office/drawing/2014/main" id="{6031C179-D5DF-940B-3AED-459C48580C53}"/>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NoticeTitle</a:t>
                </a:r>
                <a:endParaRPr sz="1100" dirty="0">
                  <a:latin typeface="Plus Jakarta Sans"/>
                  <a:ea typeface="Plus Jakarta Sans"/>
                  <a:cs typeface="Plus Jakarta Sans"/>
                  <a:sym typeface="Plus Jakarta Sans"/>
                </a:endParaRPr>
              </a:p>
            </p:txBody>
          </p:sp>
          <p:sp>
            <p:nvSpPr>
              <p:cNvPr id="551" name="Google Shape;146;p17">
                <a:extLst>
                  <a:ext uri="{FF2B5EF4-FFF2-40B4-BE49-F238E27FC236}">
                    <a16:creationId xmlns:a16="http://schemas.microsoft.com/office/drawing/2014/main" id="{B7FC6FB7-B5EB-0067-AD12-69479ECDE6C7}"/>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NoticeContent</a:t>
                </a:r>
                <a:endParaRPr sz="1100" dirty="0">
                  <a:latin typeface="Plus Jakarta Sans"/>
                  <a:ea typeface="Plus Jakarta Sans"/>
                  <a:cs typeface="Plus Jakarta Sans"/>
                  <a:sym typeface="Plus Jakarta Sans"/>
                </a:endParaRPr>
              </a:p>
            </p:txBody>
          </p:sp>
          <p:sp>
            <p:nvSpPr>
              <p:cNvPr id="552" name="Google Shape;148;p17">
                <a:extLst>
                  <a:ext uri="{FF2B5EF4-FFF2-40B4-BE49-F238E27FC236}">
                    <a16:creationId xmlns:a16="http://schemas.microsoft.com/office/drawing/2014/main" id="{20B95952-40CC-A120-B5AF-C4563DB5232E}"/>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CreatedByID</a:t>
                </a:r>
                <a:endParaRPr sz="1100" dirty="0">
                  <a:latin typeface="Plus Jakarta Sans"/>
                  <a:ea typeface="Plus Jakarta Sans"/>
                  <a:cs typeface="Plus Jakarta Sans"/>
                  <a:sym typeface="Plus Jakarta Sans"/>
                </a:endParaRPr>
              </a:p>
            </p:txBody>
          </p:sp>
          <p:cxnSp>
            <p:nvCxnSpPr>
              <p:cNvPr id="553" name="Google Shape;151;p17">
                <a:extLst>
                  <a:ext uri="{FF2B5EF4-FFF2-40B4-BE49-F238E27FC236}">
                    <a16:creationId xmlns:a16="http://schemas.microsoft.com/office/drawing/2014/main" id="{89889168-D1FA-0936-02B0-656C616FD385}"/>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54" name="Google Shape;152;p17">
                <a:extLst>
                  <a:ext uri="{FF2B5EF4-FFF2-40B4-BE49-F238E27FC236}">
                    <a16:creationId xmlns:a16="http://schemas.microsoft.com/office/drawing/2014/main" id="{11FDDA35-9E1B-05A9-42C1-B4BA58D3180E}"/>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55" name="Google Shape;153;p17">
                <a:extLst>
                  <a:ext uri="{FF2B5EF4-FFF2-40B4-BE49-F238E27FC236}">
                    <a16:creationId xmlns:a16="http://schemas.microsoft.com/office/drawing/2014/main" id="{2458E27E-9B24-FF60-8603-5A4700E2B066}"/>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56" name="Google Shape;154;p17">
                <a:extLst>
                  <a:ext uri="{FF2B5EF4-FFF2-40B4-BE49-F238E27FC236}">
                    <a16:creationId xmlns:a16="http://schemas.microsoft.com/office/drawing/2014/main" id="{A57B2C47-F074-E0B0-175D-984601D94AB1}"/>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557" name="Google Shape;155;p17">
                <a:extLst>
                  <a:ext uri="{FF2B5EF4-FFF2-40B4-BE49-F238E27FC236}">
                    <a16:creationId xmlns:a16="http://schemas.microsoft.com/office/drawing/2014/main" id="{F5A6372C-2198-928E-6564-F03C583F23FC}"/>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58" name="Google Shape;156;p17">
                <a:extLst>
                  <a:ext uri="{FF2B5EF4-FFF2-40B4-BE49-F238E27FC236}">
                    <a16:creationId xmlns:a16="http://schemas.microsoft.com/office/drawing/2014/main" id="{07C1D5E9-A912-A846-3620-FBAA4AB5443E}"/>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59" name="Google Shape;157;p17">
                <a:extLst>
                  <a:ext uri="{FF2B5EF4-FFF2-40B4-BE49-F238E27FC236}">
                    <a16:creationId xmlns:a16="http://schemas.microsoft.com/office/drawing/2014/main" id="{985AEA88-DAD0-F9BE-7CAE-F39C5B6BEFC0}"/>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sp>
          <p:nvSpPr>
            <p:cNvPr id="560" name="Google Shape;148;p17">
              <a:extLst>
                <a:ext uri="{FF2B5EF4-FFF2-40B4-BE49-F238E27FC236}">
                  <a16:creationId xmlns:a16="http://schemas.microsoft.com/office/drawing/2014/main" id="{EFDD8175-4B71-B36A-F8BD-5B6F52980891}"/>
                </a:ext>
              </a:extLst>
            </p:cNvPr>
            <p:cNvSpPr txBox="1"/>
            <p:nvPr/>
          </p:nvSpPr>
          <p:spPr>
            <a:xfrm>
              <a:off x="5111656" y="5010844"/>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DepartmentIDList</a:t>
              </a:r>
              <a:endParaRPr sz="1100" dirty="0">
                <a:latin typeface="Plus Jakarta Sans"/>
                <a:ea typeface="Plus Jakarta Sans"/>
                <a:cs typeface="Plus Jakarta Sans"/>
                <a:sym typeface="Plus Jakarta Sans"/>
              </a:endParaRPr>
            </a:p>
          </p:txBody>
        </p:sp>
      </p:grpSp>
      <p:grpSp>
        <p:nvGrpSpPr>
          <p:cNvPr id="562" name="Google Shape;136;p17">
            <a:extLst>
              <a:ext uri="{FF2B5EF4-FFF2-40B4-BE49-F238E27FC236}">
                <a16:creationId xmlns:a16="http://schemas.microsoft.com/office/drawing/2014/main" id="{4070743D-0670-7CC7-A84F-E7078D21E159}"/>
              </a:ext>
            </a:extLst>
          </p:cNvPr>
          <p:cNvGrpSpPr/>
          <p:nvPr/>
        </p:nvGrpSpPr>
        <p:grpSpPr>
          <a:xfrm>
            <a:off x="6808312" y="112732"/>
            <a:ext cx="2143200" cy="2574174"/>
            <a:chOff x="2428800" y="228600"/>
            <a:chExt cx="4286400" cy="4686300"/>
          </a:xfrm>
        </p:grpSpPr>
        <p:sp>
          <p:nvSpPr>
            <p:cNvPr id="563" name="Google Shape;137;p17">
              <a:extLst>
                <a:ext uri="{FF2B5EF4-FFF2-40B4-BE49-F238E27FC236}">
                  <a16:creationId xmlns:a16="http://schemas.microsoft.com/office/drawing/2014/main" id="{5632CA97-4829-681A-FFC7-A2426B269D92}"/>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64" name="Google Shape;139;p17">
              <a:extLst>
                <a:ext uri="{FF2B5EF4-FFF2-40B4-BE49-F238E27FC236}">
                  <a16:creationId xmlns:a16="http://schemas.microsoft.com/office/drawing/2014/main" id="{E7AC4FD1-ED2F-86A9-54B5-55308DF628C9}"/>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LeaveID</a:t>
              </a:r>
              <a:endParaRPr sz="1100" dirty="0">
                <a:latin typeface="Plus Jakarta Sans"/>
                <a:ea typeface="Plus Jakarta Sans"/>
                <a:cs typeface="Plus Jakarta Sans"/>
                <a:sym typeface="Plus Jakarta Sans"/>
              </a:endParaRPr>
            </a:p>
          </p:txBody>
        </p:sp>
        <p:sp>
          <p:nvSpPr>
            <p:cNvPr id="565" name="Google Shape;140;p17">
              <a:extLst>
                <a:ext uri="{FF2B5EF4-FFF2-40B4-BE49-F238E27FC236}">
                  <a16:creationId xmlns:a16="http://schemas.microsoft.com/office/drawing/2014/main" id="{CC5B61EE-3DCB-8F90-859C-E267B88A9FE4}"/>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dirty="0">
                  <a:solidFill>
                    <a:schemeClr val="lt1"/>
                  </a:solidFill>
                  <a:latin typeface="Work Sans"/>
                  <a:ea typeface="Work Sans"/>
                  <a:cs typeface="Work Sans"/>
                  <a:sym typeface="Work Sans"/>
                </a:rPr>
                <a:t>8</a:t>
              </a:r>
              <a:endParaRPr sz="900" dirty="0">
                <a:solidFill>
                  <a:schemeClr val="lt1"/>
                </a:solidFill>
                <a:latin typeface="Work Sans"/>
                <a:ea typeface="Work Sans"/>
                <a:cs typeface="Work Sans"/>
                <a:sym typeface="Work Sans"/>
              </a:endParaRPr>
            </a:p>
          </p:txBody>
        </p:sp>
        <p:sp>
          <p:nvSpPr>
            <p:cNvPr id="566" name="Google Shape;141;p17">
              <a:extLst>
                <a:ext uri="{FF2B5EF4-FFF2-40B4-BE49-F238E27FC236}">
                  <a16:creationId xmlns:a16="http://schemas.microsoft.com/office/drawing/2014/main" id="{249B0D21-C0F8-96A5-2DF1-A02BB56DE7DF}"/>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LEAVES TABLE</a:t>
              </a:r>
              <a:endParaRPr sz="1200" b="1" dirty="0">
                <a:latin typeface="Plus Jakarta Sans"/>
                <a:ea typeface="Plus Jakarta Sans"/>
                <a:cs typeface="Plus Jakarta Sans"/>
                <a:sym typeface="Plus Jakarta Sans"/>
              </a:endParaRPr>
            </a:p>
          </p:txBody>
        </p:sp>
        <p:sp>
          <p:nvSpPr>
            <p:cNvPr id="567" name="Google Shape;142;p17">
              <a:extLst>
                <a:ext uri="{FF2B5EF4-FFF2-40B4-BE49-F238E27FC236}">
                  <a16:creationId xmlns:a16="http://schemas.microsoft.com/office/drawing/2014/main" id="{4C4771FC-74B9-3366-0E1C-BD4587F9028C}"/>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LeaveDate</a:t>
              </a:r>
              <a:endParaRPr sz="1100" dirty="0">
                <a:latin typeface="Plus Jakarta Sans"/>
                <a:ea typeface="Plus Jakarta Sans"/>
                <a:cs typeface="Plus Jakarta Sans"/>
                <a:sym typeface="Plus Jakarta Sans"/>
              </a:endParaRPr>
            </a:p>
          </p:txBody>
        </p:sp>
        <p:sp>
          <p:nvSpPr>
            <p:cNvPr id="568" name="Google Shape;144;p17">
              <a:extLst>
                <a:ext uri="{FF2B5EF4-FFF2-40B4-BE49-F238E27FC236}">
                  <a16:creationId xmlns:a16="http://schemas.microsoft.com/office/drawing/2014/main" id="{70EA2D87-4367-CD19-3B69-F41E7BFFA4B2}"/>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LeaveTitle</a:t>
              </a:r>
              <a:endParaRPr sz="1100" dirty="0">
                <a:latin typeface="Plus Jakarta Sans"/>
                <a:ea typeface="Plus Jakarta Sans"/>
                <a:cs typeface="Plus Jakarta Sans"/>
                <a:sym typeface="Plus Jakarta Sans"/>
              </a:endParaRPr>
            </a:p>
          </p:txBody>
        </p:sp>
        <p:sp>
          <p:nvSpPr>
            <p:cNvPr id="569" name="Google Shape;146;p17">
              <a:extLst>
                <a:ext uri="{FF2B5EF4-FFF2-40B4-BE49-F238E27FC236}">
                  <a16:creationId xmlns:a16="http://schemas.microsoft.com/office/drawing/2014/main" id="{E94EDBDB-00C8-480F-42A1-9A32380DDB32}"/>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LeaveContent</a:t>
              </a:r>
              <a:endParaRPr sz="1100" dirty="0">
                <a:latin typeface="Plus Jakarta Sans"/>
                <a:ea typeface="Plus Jakarta Sans"/>
                <a:cs typeface="Plus Jakarta Sans"/>
                <a:sym typeface="Plus Jakarta Sans"/>
              </a:endParaRPr>
            </a:p>
          </p:txBody>
        </p:sp>
        <p:sp>
          <p:nvSpPr>
            <p:cNvPr id="570" name="Google Shape;148;p17">
              <a:extLst>
                <a:ext uri="{FF2B5EF4-FFF2-40B4-BE49-F238E27FC236}">
                  <a16:creationId xmlns:a16="http://schemas.microsoft.com/office/drawing/2014/main" id="{5F71B750-D7CD-FEB9-68A6-901A91E2192D}"/>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CreatedBy</a:t>
              </a:r>
              <a:endParaRPr sz="1100" dirty="0">
                <a:latin typeface="Plus Jakarta Sans"/>
                <a:ea typeface="Plus Jakarta Sans"/>
                <a:cs typeface="Plus Jakarta Sans"/>
                <a:sym typeface="Plus Jakarta Sans"/>
              </a:endParaRPr>
            </a:p>
          </p:txBody>
        </p:sp>
        <p:sp>
          <p:nvSpPr>
            <p:cNvPr id="571" name="Google Shape;150;p17">
              <a:extLst>
                <a:ext uri="{FF2B5EF4-FFF2-40B4-BE49-F238E27FC236}">
                  <a16:creationId xmlns:a16="http://schemas.microsoft.com/office/drawing/2014/main" id="{A9CA5979-4A4E-2518-A72A-F8F4EBF91F13}"/>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ApprovalStatus</a:t>
              </a:r>
              <a:endParaRPr sz="1100" dirty="0">
                <a:latin typeface="Plus Jakarta Sans"/>
                <a:ea typeface="Plus Jakarta Sans"/>
                <a:cs typeface="Plus Jakarta Sans"/>
                <a:sym typeface="Plus Jakarta Sans"/>
              </a:endParaRPr>
            </a:p>
          </p:txBody>
        </p:sp>
        <p:cxnSp>
          <p:nvCxnSpPr>
            <p:cNvPr id="572" name="Google Shape;151;p17">
              <a:extLst>
                <a:ext uri="{FF2B5EF4-FFF2-40B4-BE49-F238E27FC236}">
                  <a16:creationId xmlns:a16="http://schemas.microsoft.com/office/drawing/2014/main" id="{70B1BDB7-A184-BC93-0EE8-6960A50ACA85}"/>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73" name="Google Shape;152;p17">
              <a:extLst>
                <a:ext uri="{FF2B5EF4-FFF2-40B4-BE49-F238E27FC236}">
                  <a16:creationId xmlns:a16="http://schemas.microsoft.com/office/drawing/2014/main" id="{A7AC2F0B-42ED-3FEC-7E97-F40793928E6F}"/>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74" name="Google Shape;153;p17">
              <a:extLst>
                <a:ext uri="{FF2B5EF4-FFF2-40B4-BE49-F238E27FC236}">
                  <a16:creationId xmlns:a16="http://schemas.microsoft.com/office/drawing/2014/main" id="{6D95D270-57A5-703E-4EE8-D945D75F97E8}"/>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75" name="Google Shape;154;p17">
              <a:extLst>
                <a:ext uri="{FF2B5EF4-FFF2-40B4-BE49-F238E27FC236}">
                  <a16:creationId xmlns:a16="http://schemas.microsoft.com/office/drawing/2014/main" id="{0ECE33A5-11FC-1749-2403-FC50BC99F283}"/>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576" name="Google Shape;155;p17">
              <a:extLst>
                <a:ext uri="{FF2B5EF4-FFF2-40B4-BE49-F238E27FC236}">
                  <a16:creationId xmlns:a16="http://schemas.microsoft.com/office/drawing/2014/main" id="{365C27F2-3956-D899-E8A9-C02F0FF028AA}"/>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77" name="Google Shape;156;p17">
              <a:extLst>
                <a:ext uri="{FF2B5EF4-FFF2-40B4-BE49-F238E27FC236}">
                  <a16:creationId xmlns:a16="http://schemas.microsoft.com/office/drawing/2014/main" id="{77764F46-942B-1FE9-2DE0-AF99AE0CA175}"/>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78" name="Google Shape;157;p17">
              <a:extLst>
                <a:ext uri="{FF2B5EF4-FFF2-40B4-BE49-F238E27FC236}">
                  <a16:creationId xmlns:a16="http://schemas.microsoft.com/office/drawing/2014/main" id="{07BB1B06-8370-B268-523D-F0ACA2B4CFA5}"/>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579" name="Google Shape;136;p17">
            <a:extLst>
              <a:ext uri="{FF2B5EF4-FFF2-40B4-BE49-F238E27FC236}">
                <a16:creationId xmlns:a16="http://schemas.microsoft.com/office/drawing/2014/main" id="{BD3CEE79-1816-4F96-CA24-C0CD4B80A9F0}"/>
              </a:ext>
            </a:extLst>
          </p:cNvPr>
          <p:cNvGrpSpPr/>
          <p:nvPr/>
        </p:nvGrpSpPr>
        <p:grpSpPr>
          <a:xfrm>
            <a:off x="152569" y="1074362"/>
            <a:ext cx="2143200" cy="2574174"/>
            <a:chOff x="2428800" y="228600"/>
            <a:chExt cx="4286400" cy="4686300"/>
          </a:xfrm>
        </p:grpSpPr>
        <p:sp>
          <p:nvSpPr>
            <p:cNvPr id="580" name="Google Shape;137;p17">
              <a:extLst>
                <a:ext uri="{FF2B5EF4-FFF2-40B4-BE49-F238E27FC236}">
                  <a16:creationId xmlns:a16="http://schemas.microsoft.com/office/drawing/2014/main" id="{C1B602BE-4602-D37A-728E-798FC3377D69}"/>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81" name="Google Shape;139;p17">
              <a:extLst>
                <a:ext uri="{FF2B5EF4-FFF2-40B4-BE49-F238E27FC236}">
                  <a16:creationId xmlns:a16="http://schemas.microsoft.com/office/drawing/2014/main" id="{182ACEE2-3D7E-145E-05AD-DA54989DA955}"/>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ClientID</a:t>
              </a:r>
              <a:endParaRPr sz="1100" dirty="0">
                <a:latin typeface="Plus Jakarta Sans"/>
                <a:ea typeface="Plus Jakarta Sans"/>
                <a:cs typeface="Plus Jakarta Sans"/>
                <a:sym typeface="Plus Jakarta Sans"/>
              </a:endParaRPr>
            </a:p>
          </p:txBody>
        </p:sp>
        <p:sp>
          <p:nvSpPr>
            <p:cNvPr id="582" name="Google Shape;140;p17">
              <a:extLst>
                <a:ext uri="{FF2B5EF4-FFF2-40B4-BE49-F238E27FC236}">
                  <a16:creationId xmlns:a16="http://schemas.microsoft.com/office/drawing/2014/main" id="{AD70C118-0284-5622-1E1F-527E8F424D4E}"/>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dirty="0">
                  <a:solidFill>
                    <a:schemeClr val="lt1"/>
                  </a:solidFill>
                  <a:latin typeface="Work Sans"/>
                  <a:ea typeface="Work Sans"/>
                  <a:cs typeface="Work Sans"/>
                  <a:sym typeface="Work Sans"/>
                </a:rPr>
                <a:t>5</a:t>
              </a:r>
              <a:endParaRPr sz="900" dirty="0">
                <a:solidFill>
                  <a:schemeClr val="lt1"/>
                </a:solidFill>
                <a:latin typeface="Work Sans"/>
                <a:ea typeface="Work Sans"/>
                <a:cs typeface="Work Sans"/>
                <a:sym typeface="Work Sans"/>
              </a:endParaRPr>
            </a:p>
          </p:txBody>
        </p:sp>
        <p:sp>
          <p:nvSpPr>
            <p:cNvPr id="583" name="Google Shape;141;p17">
              <a:extLst>
                <a:ext uri="{FF2B5EF4-FFF2-40B4-BE49-F238E27FC236}">
                  <a16:creationId xmlns:a16="http://schemas.microsoft.com/office/drawing/2014/main" id="{B6FCB09C-09AB-FDCF-7CC0-FD1C94035BBE}"/>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CLIENTS TABLE</a:t>
              </a:r>
              <a:endParaRPr sz="1200" b="1" dirty="0">
                <a:latin typeface="Plus Jakarta Sans"/>
                <a:ea typeface="Plus Jakarta Sans"/>
                <a:cs typeface="Plus Jakarta Sans"/>
                <a:sym typeface="Plus Jakarta Sans"/>
              </a:endParaRPr>
            </a:p>
          </p:txBody>
        </p:sp>
        <p:sp>
          <p:nvSpPr>
            <p:cNvPr id="584" name="Google Shape;142;p17">
              <a:extLst>
                <a:ext uri="{FF2B5EF4-FFF2-40B4-BE49-F238E27FC236}">
                  <a16:creationId xmlns:a16="http://schemas.microsoft.com/office/drawing/2014/main" id="{6CA3FE28-5E23-153F-7302-1D6596ACC68C}"/>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ClientName</a:t>
              </a:r>
              <a:endParaRPr sz="1100" dirty="0">
                <a:latin typeface="Plus Jakarta Sans"/>
                <a:ea typeface="Plus Jakarta Sans"/>
                <a:cs typeface="Plus Jakarta Sans"/>
                <a:sym typeface="Plus Jakarta Sans"/>
              </a:endParaRPr>
            </a:p>
          </p:txBody>
        </p:sp>
        <p:sp>
          <p:nvSpPr>
            <p:cNvPr id="585" name="Google Shape;144;p17">
              <a:extLst>
                <a:ext uri="{FF2B5EF4-FFF2-40B4-BE49-F238E27FC236}">
                  <a16:creationId xmlns:a16="http://schemas.microsoft.com/office/drawing/2014/main" id="{A9483264-B098-BBA0-58B7-B902457C9720}"/>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TotalProjects</a:t>
              </a:r>
              <a:endParaRPr sz="1100" dirty="0">
                <a:latin typeface="Plus Jakarta Sans"/>
                <a:ea typeface="Plus Jakarta Sans"/>
                <a:cs typeface="Plus Jakarta Sans"/>
                <a:sym typeface="Plus Jakarta Sans"/>
              </a:endParaRPr>
            </a:p>
          </p:txBody>
        </p:sp>
        <p:sp>
          <p:nvSpPr>
            <p:cNvPr id="586" name="Google Shape;146;p17">
              <a:extLst>
                <a:ext uri="{FF2B5EF4-FFF2-40B4-BE49-F238E27FC236}">
                  <a16:creationId xmlns:a16="http://schemas.microsoft.com/office/drawing/2014/main" id="{6E07CEA3-CB94-2F18-6085-28A9D0DF27EC}"/>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ActiveProjects</a:t>
              </a:r>
              <a:endParaRPr sz="1100" dirty="0">
                <a:latin typeface="Plus Jakarta Sans"/>
                <a:ea typeface="Plus Jakarta Sans"/>
                <a:cs typeface="Plus Jakarta Sans"/>
                <a:sym typeface="Plus Jakarta Sans"/>
              </a:endParaRPr>
            </a:p>
          </p:txBody>
        </p:sp>
        <p:sp>
          <p:nvSpPr>
            <p:cNvPr id="587" name="Google Shape;148;p17">
              <a:extLst>
                <a:ext uri="{FF2B5EF4-FFF2-40B4-BE49-F238E27FC236}">
                  <a16:creationId xmlns:a16="http://schemas.microsoft.com/office/drawing/2014/main" id="{66A59005-CC99-F0B3-3ECE-468D5E1BC513}"/>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EmailID</a:t>
              </a:r>
              <a:endParaRPr sz="1100" dirty="0">
                <a:latin typeface="Plus Jakarta Sans"/>
                <a:ea typeface="Plus Jakarta Sans"/>
                <a:cs typeface="Plus Jakarta Sans"/>
                <a:sym typeface="Plus Jakarta Sans"/>
              </a:endParaRPr>
            </a:p>
          </p:txBody>
        </p:sp>
        <p:cxnSp>
          <p:nvCxnSpPr>
            <p:cNvPr id="588" name="Google Shape;151;p17">
              <a:extLst>
                <a:ext uri="{FF2B5EF4-FFF2-40B4-BE49-F238E27FC236}">
                  <a16:creationId xmlns:a16="http://schemas.microsoft.com/office/drawing/2014/main" id="{DF989E60-E78C-32AF-83DB-2E4F8EC4F8D8}"/>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89" name="Google Shape;152;p17">
              <a:extLst>
                <a:ext uri="{FF2B5EF4-FFF2-40B4-BE49-F238E27FC236}">
                  <a16:creationId xmlns:a16="http://schemas.microsoft.com/office/drawing/2014/main" id="{DA2F3EB8-BC2E-138F-7E39-FBD0093F834D}"/>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90" name="Google Shape;153;p17">
              <a:extLst>
                <a:ext uri="{FF2B5EF4-FFF2-40B4-BE49-F238E27FC236}">
                  <a16:creationId xmlns:a16="http://schemas.microsoft.com/office/drawing/2014/main" id="{A4E38088-9D31-76DF-68F3-B375B145FE14}"/>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91" name="Google Shape;154;p17">
              <a:extLst>
                <a:ext uri="{FF2B5EF4-FFF2-40B4-BE49-F238E27FC236}">
                  <a16:creationId xmlns:a16="http://schemas.microsoft.com/office/drawing/2014/main" id="{42538B0F-73F1-B6DB-82A2-72A192390E1B}"/>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592" name="Google Shape;155;p17">
              <a:extLst>
                <a:ext uri="{FF2B5EF4-FFF2-40B4-BE49-F238E27FC236}">
                  <a16:creationId xmlns:a16="http://schemas.microsoft.com/office/drawing/2014/main" id="{4AF3F6AA-EA6B-1A5B-28C9-767C2A933A0A}"/>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93" name="Google Shape;156;p17">
              <a:extLst>
                <a:ext uri="{FF2B5EF4-FFF2-40B4-BE49-F238E27FC236}">
                  <a16:creationId xmlns:a16="http://schemas.microsoft.com/office/drawing/2014/main" id="{49952017-6022-6CE4-854C-9A48EA4BF8DF}"/>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594" name="Google Shape;157;p17">
              <a:extLst>
                <a:ext uri="{FF2B5EF4-FFF2-40B4-BE49-F238E27FC236}">
                  <a16:creationId xmlns:a16="http://schemas.microsoft.com/office/drawing/2014/main" id="{2EC05015-AFAF-9838-97A9-F5A08F6331DF}"/>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612" name="Group 611">
            <a:extLst>
              <a:ext uri="{FF2B5EF4-FFF2-40B4-BE49-F238E27FC236}">
                <a16:creationId xmlns:a16="http://schemas.microsoft.com/office/drawing/2014/main" id="{E9DE5E5E-A60C-E4CA-051D-DD894EDCBBBC}"/>
              </a:ext>
            </a:extLst>
          </p:cNvPr>
          <p:cNvGrpSpPr/>
          <p:nvPr/>
        </p:nvGrpSpPr>
        <p:grpSpPr>
          <a:xfrm>
            <a:off x="2385169" y="-2547389"/>
            <a:ext cx="2143200" cy="3886349"/>
            <a:chOff x="2363680" y="234662"/>
            <a:chExt cx="2143200" cy="3886349"/>
          </a:xfrm>
        </p:grpSpPr>
        <p:grpSp>
          <p:nvGrpSpPr>
            <p:cNvPr id="595" name="Google Shape;136;p17">
              <a:extLst>
                <a:ext uri="{FF2B5EF4-FFF2-40B4-BE49-F238E27FC236}">
                  <a16:creationId xmlns:a16="http://schemas.microsoft.com/office/drawing/2014/main" id="{388DEC45-A599-9313-A65C-FFFB29C57392}"/>
                </a:ext>
              </a:extLst>
            </p:cNvPr>
            <p:cNvGrpSpPr/>
            <p:nvPr/>
          </p:nvGrpSpPr>
          <p:grpSpPr>
            <a:xfrm>
              <a:off x="2363680" y="1546837"/>
              <a:ext cx="2143200" cy="2574174"/>
              <a:chOff x="2428800" y="228600"/>
              <a:chExt cx="4286400" cy="4686300"/>
            </a:xfrm>
          </p:grpSpPr>
          <p:sp>
            <p:nvSpPr>
              <p:cNvPr id="596" name="Google Shape;137;p17">
                <a:extLst>
                  <a:ext uri="{FF2B5EF4-FFF2-40B4-BE49-F238E27FC236}">
                    <a16:creationId xmlns:a16="http://schemas.microsoft.com/office/drawing/2014/main" id="{3ACE5B11-4D10-3B1B-6657-F748C63B74BB}"/>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97" name="Google Shape;139;p17">
                <a:extLst>
                  <a:ext uri="{FF2B5EF4-FFF2-40B4-BE49-F238E27FC236}">
                    <a16:creationId xmlns:a16="http://schemas.microsoft.com/office/drawing/2014/main" id="{AF84EBB7-0DAA-F146-0DD2-80724B04E07D}"/>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DepartmentID</a:t>
                </a:r>
                <a:endParaRPr sz="1100" dirty="0">
                  <a:latin typeface="Plus Jakarta Sans"/>
                  <a:ea typeface="Plus Jakarta Sans"/>
                  <a:cs typeface="Plus Jakarta Sans"/>
                  <a:sym typeface="Plus Jakarta Sans"/>
                </a:endParaRPr>
              </a:p>
            </p:txBody>
          </p:sp>
          <p:sp>
            <p:nvSpPr>
              <p:cNvPr id="598" name="Google Shape;140;p17">
                <a:extLst>
                  <a:ext uri="{FF2B5EF4-FFF2-40B4-BE49-F238E27FC236}">
                    <a16:creationId xmlns:a16="http://schemas.microsoft.com/office/drawing/2014/main" id="{4B196CB6-0532-7268-78B1-52A8FF72C271}"/>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599" name="Google Shape;141;p17">
                <a:extLst>
                  <a:ext uri="{FF2B5EF4-FFF2-40B4-BE49-F238E27FC236}">
                    <a16:creationId xmlns:a16="http://schemas.microsoft.com/office/drawing/2014/main" id="{0A43EEAF-C6CE-6939-C5CA-59D86D0E4644}"/>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DEPARTMENT TABLE</a:t>
                </a:r>
                <a:endParaRPr sz="1200" b="1" dirty="0">
                  <a:latin typeface="Plus Jakarta Sans"/>
                  <a:ea typeface="Plus Jakarta Sans"/>
                  <a:cs typeface="Plus Jakarta Sans"/>
                  <a:sym typeface="Plus Jakarta Sans"/>
                </a:endParaRPr>
              </a:p>
            </p:txBody>
          </p:sp>
          <p:sp>
            <p:nvSpPr>
              <p:cNvPr id="600" name="Google Shape;142;p17">
                <a:extLst>
                  <a:ext uri="{FF2B5EF4-FFF2-40B4-BE49-F238E27FC236}">
                    <a16:creationId xmlns:a16="http://schemas.microsoft.com/office/drawing/2014/main" id="{FAC113E7-5810-1AF2-57D8-D1F51EC04A39}"/>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EmployeeList</a:t>
                </a:r>
                <a:endParaRPr sz="1100" dirty="0">
                  <a:latin typeface="Plus Jakarta Sans"/>
                  <a:ea typeface="Plus Jakarta Sans"/>
                  <a:cs typeface="Plus Jakarta Sans"/>
                  <a:sym typeface="Plus Jakarta Sans"/>
                </a:endParaRPr>
              </a:p>
            </p:txBody>
          </p:sp>
          <p:sp>
            <p:nvSpPr>
              <p:cNvPr id="601" name="Google Shape;144;p17">
                <a:extLst>
                  <a:ext uri="{FF2B5EF4-FFF2-40B4-BE49-F238E27FC236}">
                    <a16:creationId xmlns:a16="http://schemas.microsoft.com/office/drawing/2014/main" id="{4002EE43-D3EB-9AB8-A90C-B857E5088433}"/>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OngoingProjects</a:t>
                </a:r>
                <a:endParaRPr sz="1100" dirty="0">
                  <a:latin typeface="Plus Jakarta Sans"/>
                  <a:ea typeface="Plus Jakarta Sans"/>
                  <a:cs typeface="Plus Jakarta Sans"/>
                  <a:sym typeface="Plus Jakarta Sans"/>
                </a:endParaRPr>
              </a:p>
            </p:txBody>
          </p:sp>
          <p:sp>
            <p:nvSpPr>
              <p:cNvPr id="602" name="Google Shape;146;p17">
                <a:extLst>
                  <a:ext uri="{FF2B5EF4-FFF2-40B4-BE49-F238E27FC236}">
                    <a16:creationId xmlns:a16="http://schemas.microsoft.com/office/drawing/2014/main" id="{56F9E2A6-9998-2EBB-EEB3-A8DE51F962EC}"/>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DepartmentNotices</a:t>
                </a:r>
                <a:endParaRPr sz="1100" dirty="0">
                  <a:latin typeface="Plus Jakarta Sans"/>
                  <a:ea typeface="Plus Jakarta Sans"/>
                  <a:cs typeface="Plus Jakarta Sans"/>
                  <a:sym typeface="Plus Jakarta Sans"/>
                </a:endParaRPr>
              </a:p>
            </p:txBody>
          </p:sp>
          <p:sp>
            <p:nvSpPr>
              <p:cNvPr id="603" name="Google Shape;148;p17">
                <a:extLst>
                  <a:ext uri="{FF2B5EF4-FFF2-40B4-BE49-F238E27FC236}">
                    <a16:creationId xmlns:a16="http://schemas.microsoft.com/office/drawing/2014/main" id="{57701DD3-B341-1794-EC30-36B570DABE10}"/>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DepartmentHeadID</a:t>
                </a:r>
                <a:endParaRPr sz="1100" dirty="0">
                  <a:latin typeface="Plus Jakarta Sans"/>
                  <a:ea typeface="Plus Jakarta Sans"/>
                  <a:cs typeface="Plus Jakarta Sans"/>
                  <a:sym typeface="Plus Jakarta Sans"/>
                </a:endParaRPr>
              </a:p>
            </p:txBody>
          </p:sp>
          <p:cxnSp>
            <p:nvCxnSpPr>
              <p:cNvPr id="604" name="Google Shape;151;p17">
                <a:extLst>
                  <a:ext uri="{FF2B5EF4-FFF2-40B4-BE49-F238E27FC236}">
                    <a16:creationId xmlns:a16="http://schemas.microsoft.com/office/drawing/2014/main" id="{E84A80F6-EDD5-A00A-3093-C0BCD277263A}"/>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05" name="Google Shape;152;p17">
                <a:extLst>
                  <a:ext uri="{FF2B5EF4-FFF2-40B4-BE49-F238E27FC236}">
                    <a16:creationId xmlns:a16="http://schemas.microsoft.com/office/drawing/2014/main" id="{6F8E3C32-F6FD-0AA1-5A5B-6F09701DD505}"/>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06" name="Google Shape;153;p17">
                <a:extLst>
                  <a:ext uri="{FF2B5EF4-FFF2-40B4-BE49-F238E27FC236}">
                    <a16:creationId xmlns:a16="http://schemas.microsoft.com/office/drawing/2014/main" id="{C8B16227-DF37-17DF-9DC8-A30CEB24C38D}"/>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07" name="Google Shape;154;p17">
                <a:extLst>
                  <a:ext uri="{FF2B5EF4-FFF2-40B4-BE49-F238E27FC236}">
                    <a16:creationId xmlns:a16="http://schemas.microsoft.com/office/drawing/2014/main" id="{053805B8-8441-904C-4D4C-CFF2A5FAF22C}"/>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608" name="Google Shape;155;p17">
                <a:extLst>
                  <a:ext uri="{FF2B5EF4-FFF2-40B4-BE49-F238E27FC236}">
                    <a16:creationId xmlns:a16="http://schemas.microsoft.com/office/drawing/2014/main" id="{AD8E1CFB-3312-8A5B-B5BF-D4A5650D9D4A}"/>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09" name="Google Shape;156;p17">
                <a:extLst>
                  <a:ext uri="{FF2B5EF4-FFF2-40B4-BE49-F238E27FC236}">
                    <a16:creationId xmlns:a16="http://schemas.microsoft.com/office/drawing/2014/main" id="{178D45DC-19DD-054B-A220-0902693C111F}"/>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10" name="Google Shape;157;p17">
                <a:extLst>
                  <a:ext uri="{FF2B5EF4-FFF2-40B4-BE49-F238E27FC236}">
                    <a16:creationId xmlns:a16="http://schemas.microsoft.com/office/drawing/2014/main" id="{2663F212-B160-16DB-9552-6BC972D7DDA1}"/>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47" name="Group 46">
              <a:extLst>
                <a:ext uri="{FF2B5EF4-FFF2-40B4-BE49-F238E27FC236}">
                  <a16:creationId xmlns:a16="http://schemas.microsoft.com/office/drawing/2014/main" id="{2919A601-1533-07CE-CDE1-D5353CDD7F84}"/>
                </a:ext>
              </a:extLst>
            </p:cNvPr>
            <p:cNvGrpSpPr/>
            <p:nvPr/>
          </p:nvGrpSpPr>
          <p:grpSpPr>
            <a:xfrm>
              <a:off x="2363680" y="234662"/>
              <a:ext cx="2143200" cy="3551648"/>
              <a:chOff x="314028" y="234662"/>
              <a:chExt cx="2143200" cy="3551648"/>
            </a:xfrm>
          </p:grpSpPr>
          <p:grpSp>
            <p:nvGrpSpPr>
              <p:cNvPr id="48" name="Google Shape;136;p17">
                <a:extLst>
                  <a:ext uri="{FF2B5EF4-FFF2-40B4-BE49-F238E27FC236}">
                    <a16:creationId xmlns:a16="http://schemas.microsoft.com/office/drawing/2014/main" id="{C78A54E5-A793-C3FE-5071-AB789DFF85A8}"/>
                  </a:ext>
                </a:extLst>
              </p:cNvPr>
              <p:cNvGrpSpPr/>
              <p:nvPr/>
            </p:nvGrpSpPr>
            <p:grpSpPr>
              <a:xfrm>
                <a:off x="314028" y="1212136"/>
                <a:ext cx="2143200" cy="2574174"/>
                <a:chOff x="2428800" y="228600"/>
                <a:chExt cx="4286400" cy="4686300"/>
              </a:xfrm>
            </p:grpSpPr>
            <p:sp>
              <p:nvSpPr>
                <p:cNvPr id="450" name="Google Shape;137;p17">
                  <a:extLst>
                    <a:ext uri="{FF2B5EF4-FFF2-40B4-BE49-F238E27FC236}">
                      <a16:creationId xmlns:a16="http://schemas.microsoft.com/office/drawing/2014/main" id="{4DFB6F32-5068-DD1D-06E0-4D51C7AFD812}"/>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dirty="0">
                    <a:latin typeface="Work Sans"/>
                    <a:ea typeface="Work Sans"/>
                    <a:cs typeface="Work Sans"/>
                    <a:sym typeface="Work Sans"/>
                  </a:endParaRPr>
                </a:p>
              </p:txBody>
            </p:sp>
            <p:sp>
              <p:nvSpPr>
                <p:cNvPr id="451" name="Google Shape;139;p17">
                  <a:extLst>
                    <a:ext uri="{FF2B5EF4-FFF2-40B4-BE49-F238E27FC236}">
                      <a16:creationId xmlns:a16="http://schemas.microsoft.com/office/drawing/2014/main" id="{C03F724D-9597-4273-F2DD-00D45C0BD594}"/>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EmployeeID</a:t>
                  </a:r>
                  <a:r>
                    <a:rPr lang="en-US" sz="1100" dirty="0">
                      <a:latin typeface="Plus Jakarta Sans"/>
                      <a:ea typeface="Plus Jakarta Sans"/>
                      <a:cs typeface="Plus Jakarta Sans"/>
                      <a:sym typeface="Plus Jakarta Sans"/>
                    </a:rPr>
                    <a:t>	</a:t>
                  </a:r>
                  <a:endParaRPr sz="1100" dirty="0">
                    <a:latin typeface="Plus Jakarta Sans"/>
                    <a:ea typeface="Plus Jakarta Sans"/>
                    <a:cs typeface="Plus Jakarta Sans"/>
                    <a:sym typeface="Plus Jakarta Sans"/>
                  </a:endParaRPr>
                </a:p>
              </p:txBody>
            </p:sp>
            <p:sp>
              <p:nvSpPr>
                <p:cNvPr id="452" name="Google Shape;140;p17">
                  <a:extLst>
                    <a:ext uri="{FF2B5EF4-FFF2-40B4-BE49-F238E27FC236}">
                      <a16:creationId xmlns:a16="http://schemas.microsoft.com/office/drawing/2014/main" id="{4828E190-4EC7-23C8-57E5-4552E84E5C2F}"/>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453" name="Google Shape;141;p17">
                  <a:extLst>
                    <a:ext uri="{FF2B5EF4-FFF2-40B4-BE49-F238E27FC236}">
                      <a16:creationId xmlns:a16="http://schemas.microsoft.com/office/drawing/2014/main" id="{1C943E21-A315-107E-3752-19670B03CE03}"/>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EMPLOYEES TABLE</a:t>
                  </a:r>
                  <a:endParaRPr sz="1200" b="1" dirty="0">
                    <a:latin typeface="Plus Jakarta Sans"/>
                    <a:ea typeface="Plus Jakarta Sans"/>
                    <a:cs typeface="Plus Jakarta Sans"/>
                    <a:sym typeface="Plus Jakarta Sans"/>
                  </a:endParaRPr>
                </a:p>
              </p:txBody>
            </p:sp>
            <p:sp>
              <p:nvSpPr>
                <p:cNvPr id="454" name="Google Shape;142;p17">
                  <a:extLst>
                    <a:ext uri="{FF2B5EF4-FFF2-40B4-BE49-F238E27FC236}">
                      <a16:creationId xmlns:a16="http://schemas.microsoft.com/office/drawing/2014/main" id="{9A92CE98-6819-8A4A-7DB1-2D9597805D33}"/>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Password</a:t>
                  </a:r>
                  <a:endParaRPr sz="1100" dirty="0">
                    <a:latin typeface="Plus Jakarta Sans"/>
                    <a:ea typeface="Plus Jakarta Sans"/>
                    <a:cs typeface="Plus Jakarta Sans"/>
                    <a:sym typeface="Plus Jakarta Sans"/>
                  </a:endParaRPr>
                </a:p>
              </p:txBody>
            </p:sp>
            <p:sp>
              <p:nvSpPr>
                <p:cNvPr id="455" name="Google Shape;144;p17">
                  <a:extLst>
                    <a:ext uri="{FF2B5EF4-FFF2-40B4-BE49-F238E27FC236}">
                      <a16:creationId xmlns:a16="http://schemas.microsoft.com/office/drawing/2014/main" id="{5376C009-203A-9E0D-5003-9E948490DD2B}"/>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EmployeeName</a:t>
                  </a:r>
                  <a:endParaRPr sz="1100" dirty="0">
                    <a:latin typeface="Plus Jakarta Sans"/>
                    <a:ea typeface="Plus Jakarta Sans"/>
                    <a:cs typeface="Plus Jakarta Sans"/>
                    <a:sym typeface="Plus Jakarta Sans"/>
                  </a:endParaRPr>
                </a:p>
              </p:txBody>
            </p:sp>
            <p:sp>
              <p:nvSpPr>
                <p:cNvPr id="456" name="Google Shape;146;p17">
                  <a:extLst>
                    <a:ext uri="{FF2B5EF4-FFF2-40B4-BE49-F238E27FC236}">
                      <a16:creationId xmlns:a16="http://schemas.microsoft.com/office/drawing/2014/main" id="{0B984F6F-FD08-AFAF-A153-2539C1426F99}"/>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TeamLead</a:t>
                  </a:r>
                  <a:endParaRPr lang="en-US" sz="1100" dirty="0">
                    <a:latin typeface="Plus Jakarta Sans"/>
                    <a:ea typeface="Plus Jakarta Sans"/>
                    <a:cs typeface="Plus Jakarta Sans"/>
                    <a:sym typeface="Plus Jakarta Sans"/>
                  </a:endParaRPr>
                </a:p>
              </p:txBody>
            </p:sp>
            <p:sp>
              <p:nvSpPr>
                <p:cNvPr id="457" name="Google Shape;148;p17">
                  <a:extLst>
                    <a:ext uri="{FF2B5EF4-FFF2-40B4-BE49-F238E27FC236}">
                      <a16:creationId xmlns:a16="http://schemas.microsoft.com/office/drawing/2014/main" id="{2FB744E6-77B6-7A84-CD00-7DA2FC326EAF}"/>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Status</a:t>
                  </a:r>
                  <a:endParaRPr sz="1100" dirty="0">
                    <a:latin typeface="Plus Jakarta Sans"/>
                    <a:ea typeface="Plus Jakarta Sans"/>
                    <a:cs typeface="Plus Jakarta Sans"/>
                    <a:sym typeface="Plus Jakarta Sans"/>
                  </a:endParaRPr>
                </a:p>
              </p:txBody>
            </p:sp>
            <p:sp>
              <p:nvSpPr>
                <p:cNvPr id="458" name="Google Shape;150;p17">
                  <a:extLst>
                    <a:ext uri="{FF2B5EF4-FFF2-40B4-BE49-F238E27FC236}">
                      <a16:creationId xmlns:a16="http://schemas.microsoft.com/office/drawing/2014/main" id="{46E79C07-A9DC-2B6E-AD79-7AFE12D3D10D}"/>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ClientID</a:t>
                  </a:r>
                  <a:endParaRPr sz="1100" dirty="0">
                    <a:latin typeface="Plus Jakarta Sans"/>
                    <a:ea typeface="Plus Jakarta Sans"/>
                    <a:cs typeface="Plus Jakarta Sans"/>
                    <a:sym typeface="Plus Jakarta Sans"/>
                  </a:endParaRPr>
                </a:p>
              </p:txBody>
            </p:sp>
            <p:cxnSp>
              <p:nvCxnSpPr>
                <p:cNvPr id="459" name="Google Shape;151;p17">
                  <a:extLst>
                    <a:ext uri="{FF2B5EF4-FFF2-40B4-BE49-F238E27FC236}">
                      <a16:creationId xmlns:a16="http://schemas.microsoft.com/office/drawing/2014/main" id="{49AF20D8-1937-9682-404C-AC40ED991C02}"/>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60" name="Google Shape;152;p17">
                  <a:extLst>
                    <a:ext uri="{FF2B5EF4-FFF2-40B4-BE49-F238E27FC236}">
                      <a16:creationId xmlns:a16="http://schemas.microsoft.com/office/drawing/2014/main" id="{45F9D549-5209-1FAE-B097-D99D9881F31A}"/>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61" name="Google Shape;153;p17">
                  <a:extLst>
                    <a:ext uri="{FF2B5EF4-FFF2-40B4-BE49-F238E27FC236}">
                      <a16:creationId xmlns:a16="http://schemas.microsoft.com/office/drawing/2014/main" id="{50738DF2-6CDB-1894-7A09-401FD2022D7C}"/>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62" name="Google Shape;154;p17">
                  <a:extLst>
                    <a:ext uri="{FF2B5EF4-FFF2-40B4-BE49-F238E27FC236}">
                      <a16:creationId xmlns:a16="http://schemas.microsoft.com/office/drawing/2014/main" id="{232A813B-C4E3-B4C0-3426-C5F88DACB955}"/>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463" name="Google Shape;155;p17">
                  <a:extLst>
                    <a:ext uri="{FF2B5EF4-FFF2-40B4-BE49-F238E27FC236}">
                      <a16:creationId xmlns:a16="http://schemas.microsoft.com/office/drawing/2014/main" id="{CCCBBAF0-E742-1446-9001-A1C4CFFEB46C}"/>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64" name="Google Shape;156;p17">
                  <a:extLst>
                    <a:ext uri="{FF2B5EF4-FFF2-40B4-BE49-F238E27FC236}">
                      <a16:creationId xmlns:a16="http://schemas.microsoft.com/office/drawing/2014/main" id="{969514AF-9612-FFF7-10BC-990A6D6C8847}"/>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65" name="Google Shape;157;p17">
                  <a:extLst>
                    <a:ext uri="{FF2B5EF4-FFF2-40B4-BE49-F238E27FC236}">
                      <a16:creationId xmlns:a16="http://schemas.microsoft.com/office/drawing/2014/main" id="{113C0C87-6BAA-5240-EEAE-83DE3BDF254A}"/>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49" name="Google Shape;136;p17">
                <a:extLst>
                  <a:ext uri="{FF2B5EF4-FFF2-40B4-BE49-F238E27FC236}">
                    <a16:creationId xmlns:a16="http://schemas.microsoft.com/office/drawing/2014/main" id="{61544FFB-2800-90A6-E9C5-C68F957DB0F3}"/>
                  </a:ext>
                </a:extLst>
              </p:cNvPr>
              <p:cNvGrpSpPr/>
              <p:nvPr/>
            </p:nvGrpSpPr>
            <p:grpSpPr>
              <a:xfrm>
                <a:off x="314028" y="234662"/>
                <a:ext cx="2143200" cy="2574174"/>
                <a:chOff x="2428800" y="228600"/>
                <a:chExt cx="4286400" cy="4686300"/>
              </a:xfrm>
            </p:grpSpPr>
            <p:sp>
              <p:nvSpPr>
                <p:cNvPr id="50" name="Google Shape;137;p17">
                  <a:extLst>
                    <a:ext uri="{FF2B5EF4-FFF2-40B4-BE49-F238E27FC236}">
                      <a16:creationId xmlns:a16="http://schemas.microsoft.com/office/drawing/2014/main" id="{699C12B5-A21A-414E-B050-0B45892949EA}"/>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51" name="Google Shape;139;p17">
                  <a:extLst>
                    <a:ext uri="{FF2B5EF4-FFF2-40B4-BE49-F238E27FC236}">
                      <a16:creationId xmlns:a16="http://schemas.microsoft.com/office/drawing/2014/main" id="{022A799D-AB2A-2423-589F-10E859D80EF0}"/>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ProjectID</a:t>
                  </a:r>
                  <a:endParaRPr sz="1100" dirty="0">
                    <a:latin typeface="Plus Jakarta Sans"/>
                    <a:ea typeface="Plus Jakarta Sans"/>
                    <a:cs typeface="Plus Jakarta Sans"/>
                    <a:sym typeface="Plus Jakarta Sans"/>
                  </a:endParaRPr>
                </a:p>
              </p:txBody>
            </p:sp>
            <p:sp>
              <p:nvSpPr>
                <p:cNvPr id="52" name="Google Shape;140;p17">
                  <a:extLst>
                    <a:ext uri="{FF2B5EF4-FFF2-40B4-BE49-F238E27FC236}">
                      <a16:creationId xmlns:a16="http://schemas.microsoft.com/office/drawing/2014/main" id="{FEB26F8D-03CB-20DD-8E11-61F118324021}"/>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a:solidFill>
                        <a:schemeClr val="lt1"/>
                      </a:solidFill>
                      <a:latin typeface="Work Sans"/>
                      <a:ea typeface="Work Sans"/>
                      <a:cs typeface="Work Sans"/>
                      <a:sym typeface="Work Sans"/>
                    </a:rPr>
                    <a:t>1</a:t>
                  </a:r>
                  <a:endParaRPr sz="900">
                    <a:solidFill>
                      <a:schemeClr val="lt1"/>
                    </a:solidFill>
                    <a:latin typeface="Work Sans"/>
                    <a:ea typeface="Work Sans"/>
                    <a:cs typeface="Work Sans"/>
                    <a:sym typeface="Work Sans"/>
                  </a:endParaRPr>
                </a:p>
              </p:txBody>
            </p:sp>
            <p:sp>
              <p:nvSpPr>
                <p:cNvPr id="53" name="Google Shape;141;p17">
                  <a:extLst>
                    <a:ext uri="{FF2B5EF4-FFF2-40B4-BE49-F238E27FC236}">
                      <a16:creationId xmlns:a16="http://schemas.microsoft.com/office/drawing/2014/main" id="{7A39AFB8-A758-86BA-E649-ABA5C2C8766F}"/>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PROJECTS TABLE</a:t>
                  </a:r>
                  <a:endParaRPr sz="1200" b="1" dirty="0">
                    <a:latin typeface="Plus Jakarta Sans"/>
                    <a:ea typeface="Plus Jakarta Sans"/>
                    <a:cs typeface="Plus Jakarta Sans"/>
                    <a:sym typeface="Plus Jakarta Sans"/>
                  </a:endParaRPr>
                </a:p>
              </p:txBody>
            </p:sp>
            <p:sp>
              <p:nvSpPr>
                <p:cNvPr id="54" name="Google Shape;142;p17">
                  <a:extLst>
                    <a:ext uri="{FF2B5EF4-FFF2-40B4-BE49-F238E27FC236}">
                      <a16:creationId xmlns:a16="http://schemas.microsoft.com/office/drawing/2014/main" id="{04C157B0-2CAE-31E3-DCAA-D33D90833A85}"/>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a:latin typeface="Plus Jakarta Sans"/>
                      <a:ea typeface="Plus Jakarta Sans"/>
                      <a:cs typeface="Plus Jakarta Sans"/>
                      <a:sym typeface="Plus Jakarta Sans"/>
                    </a:rPr>
                    <a:t>StartDate</a:t>
                  </a:r>
                  <a:endParaRPr sz="1100" dirty="0">
                    <a:latin typeface="Plus Jakarta Sans"/>
                    <a:ea typeface="Plus Jakarta Sans"/>
                    <a:cs typeface="Plus Jakarta Sans"/>
                    <a:sym typeface="Plus Jakarta Sans"/>
                  </a:endParaRPr>
                </a:p>
              </p:txBody>
            </p:sp>
            <p:sp>
              <p:nvSpPr>
                <p:cNvPr id="55" name="Google Shape;144;p17">
                  <a:extLst>
                    <a:ext uri="{FF2B5EF4-FFF2-40B4-BE49-F238E27FC236}">
                      <a16:creationId xmlns:a16="http://schemas.microsoft.com/office/drawing/2014/main" id="{74CAC766-DFD5-F9E0-6AF5-1DE242AF5C6B}"/>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TaskList</a:t>
                  </a:r>
                  <a:endParaRPr sz="1100" dirty="0">
                    <a:latin typeface="Plus Jakarta Sans"/>
                    <a:ea typeface="Plus Jakarta Sans"/>
                    <a:cs typeface="Plus Jakarta Sans"/>
                    <a:sym typeface="Plus Jakarta Sans"/>
                  </a:endParaRPr>
                </a:p>
              </p:txBody>
            </p:sp>
            <p:sp>
              <p:nvSpPr>
                <p:cNvPr id="56" name="Google Shape;146;p17">
                  <a:extLst>
                    <a:ext uri="{FF2B5EF4-FFF2-40B4-BE49-F238E27FC236}">
                      <a16:creationId xmlns:a16="http://schemas.microsoft.com/office/drawing/2014/main" id="{E3EE725C-4DC3-9ADD-9432-F9D9AED78743}"/>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LogList</a:t>
                  </a:r>
                  <a:endParaRPr sz="1100" dirty="0">
                    <a:latin typeface="Plus Jakarta Sans"/>
                    <a:ea typeface="Plus Jakarta Sans"/>
                    <a:cs typeface="Plus Jakarta Sans"/>
                    <a:sym typeface="Plus Jakarta Sans"/>
                  </a:endParaRPr>
                </a:p>
              </p:txBody>
            </p:sp>
            <p:sp>
              <p:nvSpPr>
                <p:cNvPr id="57" name="Google Shape;148;p17">
                  <a:extLst>
                    <a:ext uri="{FF2B5EF4-FFF2-40B4-BE49-F238E27FC236}">
                      <a16:creationId xmlns:a16="http://schemas.microsoft.com/office/drawing/2014/main" id="{4658F304-6B27-AF5C-55A7-0553DF6A4EDD}"/>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DepartmentList</a:t>
                  </a:r>
                  <a:endParaRPr sz="1100" dirty="0">
                    <a:latin typeface="Plus Jakarta Sans"/>
                    <a:ea typeface="Plus Jakarta Sans"/>
                    <a:cs typeface="Plus Jakarta Sans"/>
                    <a:sym typeface="Plus Jakarta Sans"/>
                  </a:endParaRPr>
                </a:p>
              </p:txBody>
            </p:sp>
            <p:sp>
              <p:nvSpPr>
                <p:cNvPr id="58" name="Google Shape;150;p17">
                  <a:extLst>
                    <a:ext uri="{FF2B5EF4-FFF2-40B4-BE49-F238E27FC236}">
                      <a16:creationId xmlns:a16="http://schemas.microsoft.com/office/drawing/2014/main" id="{134DE041-C9C9-52FD-5B87-F0A2546A547F}"/>
                    </a:ext>
                  </a:extLst>
                </p:cNvPr>
                <p:cNvSpPr txBox="1"/>
                <p:nvPr/>
              </p:nvSpPr>
              <p:spPr>
                <a:xfrm>
                  <a:off x="3492950" y="41112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EmployeeList</a:t>
                  </a:r>
                  <a:endParaRPr sz="1100" dirty="0">
                    <a:latin typeface="Plus Jakarta Sans"/>
                    <a:ea typeface="Plus Jakarta Sans"/>
                    <a:cs typeface="Plus Jakarta Sans"/>
                    <a:sym typeface="Plus Jakarta Sans"/>
                  </a:endParaRPr>
                </a:p>
              </p:txBody>
            </p:sp>
            <p:cxnSp>
              <p:nvCxnSpPr>
                <p:cNvPr id="59" name="Google Shape;151;p17">
                  <a:extLst>
                    <a:ext uri="{FF2B5EF4-FFF2-40B4-BE49-F238E27FC236}">
                      <a16:creationId xmlns:a16="http://schemas.microsoft.com/office/drawing/2014/main" id="{F373E0A4-8C4C-A225-54EF-75C09091ED85}"/>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0" name="Google Shape;152;p17">
                  <a:extLst>
                    <a:ext uri="{FF2B5EF4-FFF2-40B4-BE49-F238E27FC236}">
                      <a16:creationId xmlns:a16="http://schemas.microsoft.com/office/drawing/2014/main" id="{D7F45C8A-AB41-C82B-C74B-14CBE421AA24}"/>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1" name="Google Shape;153;p17">
                  <a:extLst>
                    <a:ext uri="{FF2B5EF4-FFF2-40B4-BE49-F238E27FC236}">
                      <a16:creationId xmlns:a16="http://schemas.microsoft.com/office/drawing/2014/main" id="{3FC8D084-CAB1-635C-C3FB-E131FBD00F67}"/>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2" name="Google Shape;154;p17">
                  <a:extLst>
                    <a:ext uri="{FF2B5EF4-FFF2-40B4-BE49-F238E27FC236}">
                      <a16:creationId xmlns:a16="http://schemas.microsoft.com/office/drawing/2014/main" id="{60C106A4-C1DB-AA08-AC6A-5F7C896FD057}"/>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63" name="Google Shape;155;p17">
                  <a:extLst>
                    <a:ext uri="{FF2B5EF4-FFF2-40B4-BE49-F238E27FC236}">
                      <a16:creationId xmlns:a16="http://schemas.microsoft.com/office/drawing/2014/main" id="{F6599ED4-BA50-5706-C841-FEB42377E76F}"/>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48" name="Google Shape;156;p17">
                  <a:extLst>
                    <a:ext uri="{FF2B5EF4-FFF2-40B4-BE49-F238E27FC236}">
                      <a16:creationId xmlns:a16="http://schemas.microsoft.com/office/drawing/2014/main" id="{6A350F5D-4C34-A20A-778E-8A67800671AF}"/>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449" name="Google Shape;157;p17">
                  <a:extLst>
                    <a:ext uri="{FF2B5EF4-FFF2-40B4-BE49-F238E27FC236}">
                      <a16:creationId xmlns:a16="http://schemas.microsoft.com/office/drawing/2014/main" id="{D8E7ED83-F998-0FB7-77D0-2A2936EF40FE}"/>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sp>
          <p:nvSpPr>
            <p:cNvPr id="611" name="Google Shape;150;p17">
              <a:extLst>
                <a:ext uri="{FF2B5EF4-FFF2-40B4-BE49-F238E27FC236}">
                  <a16:creationId xmlns:a16="http://schemas.microsoft.com/office/drawing/2014/main" id="{76D5D8C8-C021-AF97-5E93-6A9A2741CF61}"/>
                </a:ext>
              </a:extLst>
            </p:cNvPr>
            <p:cNvSpPr txBox="1"/>
            <p:nvPr/>
          </p:nvSpPr>
          <p:spPr>
            <a:xfrm>
              <a:off x="2904222" y="3658106"/>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ClientSpecs</a:t>
              </a:r>
              <a:endParaRPr sz="1100" dirty="0">
                <a:latin typeface="Plus Jakarta Sans"/>
                <a:ea typeface="Plus Jakarta Sans"/>
                <a:cs typeface="Plus Jakarta Sans"/>
                <a:sym typeface="Plus Jakarta Sans"/>
              </a:endParaRPr>
            </a:p>
          </p:txBody>
        </p:sp>
      </p:grpSp>
      <p:sp>
        <p:nvSpPr>
          <p:cNvPr id="613" name="Google Shape;148;p17">
            <a:extLst>
              <a:ext uri="{FF2B5EF4-FFF2-40B4-BE49-F238E27FC236}">
                <a16:creationId xmlns:a16="http://schemas.microsoft.com/office/drawing/2014/main" id="{3862E517-7942-DB98-39CB-3D8B29A044BE}"/>
              </a:ext>
            </a:extLst>
          </p:cNvPr>
          <p:cNvSpPr txBox="1"/>
          <p:nvPr/>
        </p:nvSpPr>
        <p:spPr>
          <a:xfrm>
            <a:off x="665325" y="5993257"/>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ContactNumber</a:t>
            </a:r>
            <a:endParaRPr sz="1100" dirty="0">
              <a:latin typeface="Plus Jakarta Sans"/>
              <a:ea typeface="Plus Jakarta Sans"/>
              <a:cs typeface="Plus Jakarta Sans"/>
              <a:sym typeface="Plus Jakarta Sans"/>
            </a:endParaRPr>
          </a:p>
        </p:txBody>
      </p:sp>
      <p:grpSp>
        <p:nvGrpSpPr>
          <p:cNvPr id="614" name="Google Shape;136;p17">
            <a:extLst>
              <a:ext uri="{FF2B5EF4-FFF2-40B4-BE49-F238E27FC236}">
                <a16:creationId xmlns:a16="http://schemas.microsoft.com/office/drawing/2014/main" id="{1C9D4758-4212-C645-4487-71AFF3D1C41F}"/>
              </a:ext>
            </a:extLst>
          </p:cNvPr>
          <p:cNvGrpSpPr/>
          <p:nvPr/>
        </p:nvGrpSpPr>
        <p:grpSpPr>
          <a:xfrm>
            <a:off x="2385169" y="1404562"/>
            <a:ext cx="2143200" cy="2574174"/>
            <a:chOff x="2428800" y="228600"/>
            <a:chExt cx="4286400" cy="4686300"/>
          </a:xfrm>
        </p:grpSpPr>
        <p:sp>
          <p:nvSpPr>
            <p:cNvPr id="615" name="Google Shape;137;p17">
              <a:extLst>
                <a:ext uri="{FF2B5EF4-FFF2-40B4-BE49-F238E27FC236}">
                  <a16:creationId xmlns:a16="http://schemas.microsoft.com/office/drawing/2014/main" id="{8AA1C26C-F5E5-B074-0CC7-FFB56BE24522}"/>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616" name="Google Shape;139;p17">
              <a:extLst>
                <a:ext uri="{FF2B5EF4-FFF2-40B4-BE49-F238E27FC236}">
                  <a16:creationId xmlns:a16="http://schemas.microsoft.com/office/drawing/2014/main" id="{E2653B6A-46AB-46A6-D2CD-4E75D1EBD95A}"/>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LogID</a:t>
              </a:r>
              <a:endParaRPr sz="1100" dirty="0">
                <a:latin typeface="Plus Jakarta Sans"/>
                <a:ea typeface="Plus Jakarta Sans"/>
                <a:cs typeface="Plus Jakarta Sans"/>
                <a:sym typeface="Plus Jakarta Sans"/>
              </a:endParaRPr>
            </a:p>
          </p:txBody>
        </p:sp>
        <p:sp>
          <p:nvSpPr>
            <p:cNvPr id="617" name="Google Shape;140;p17">
              <a:extLst>
                <a:ext uri="{FF2B5EF4-FFF2-40B4-BE49-F238E27FC236}">
                  <a16:creationId xmlns:a16="http://schemas.microsoft.com/office/drawing/2014/main" id="{B5A0D9F2-B56F-6959-5116-57FDFA916E4E}"/>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dirty="0">
                  <a:solidFill>
                    <a:schemeClr val="lt1"/>
                  </a:solidFill>
                  <a:latin typeface="Work Sans"/>
                  <a:ea typeface="Work Sans"/>
                  <a:cs typeface="Work Sans"/>
                  <a:sym typeface="Work Sans"/>
                </a:rPr>
                <a:t>6</a:t>
              </a:r>
              <a:endParaRPr sz="900" dirty="0">
                <a:solidFill>
                  <a:schemeClr val="lt1"/>
                </a:solidFill>
                <a:latin typeface="Work Sans"/>
                <a:ea typeface="Work Sans"/>
                <a:cs typeface="Work Sans"/>
                <a:sym typeface="Work Sans"/>
              </a:endParaRPr>
            </a:p>
          </p:txBody>
        </p:sp>
        <p:sp>
          <p:nvSpPr>
            <p:cNvPr id="618" name="Google Shape;141;p17">
              <a:extLst>
                <a:ext uri="{FF2B5EF4-FFF2-40B4-BE49-F238E27FC236}">
                  <a16:creationId xmlns:a16="http://schemas.microsoft.com/office/drawing/2014/main" id="{BBF95ED0-720D-9E47-1A60-BD6A1C97AAF7}"/>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LOGS TABLE</a:t>
              </a:r>
              <a:endParaRPr sz="1200" b="1" dirty="0">
                <a:latin typeface="Plus Jakarta Sans"/>
                <a:ea typeface="Plus Jakarta Sans"/>
                <a:cs typeface="Plus Jakarta Sans"/>
                <a:sym typeface="Plus Jakarta Sans"/>
              </a:endParaRPr>
            </a:p>
          </p:txBody>
        </p:sp>
        <p:sp>
          <p:nvSpPr>
            <p:cNvPr id="619" name="Google Shape;142;p17">
              <a:extLst>
                <a:ext uri="{FF2B5EF4-FFF2-40B4-BE49-F238E27FC236}">
                  <a16:creationId xmlns:a16="http://schemas.microsoft.com/office/drawing/2014/main" id="{C68BEB1D-129A-3D2C-CA14-C4328CB6953D}"/>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TimeofCreation</a:t>
              </a:r>
              <a:endParaRPr sz="1100" dirty="0">
                <a:latin typeface="Plus Jakarta Sans"/>
                <a:ea typeface="Plus Jakarta Sans"/>
                <a:cs typeface="Plus Jakarta Sans"/>
                <a:sym typeface="Plus Jakarta Sans"/>
              </a:endParaRPr>
            </a:p>
          </p:txBody>
        </p:sp>
        <p:sp>
          <p:nvSpPr>
            <p:cNvPr id="620" name="Google Shape;144;p17">
              <a:extLst>
                <a:ext uri="{FF2B5EF4-FFF2-40B4-BE49-F238E27FC236}">
                  <a16:creationId xmlns:a16="http://schemas.microsoft.com/office/drawing/2014/main" id="{03D2FB0A-6FED-4D5A-7E68-17457959F3B5}"/>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LogContent</a:t>
              </a:r>
              <a:endParaRPr sz="1100" dirty="0">
                <a:latin typeface="Plus Jakarta Sans"/>
                <a:ea typeface="Plus Jakarta Sans"/>
                <a:cs typeface="Plus Jakarta Sans"/>
                <a:sym typeface="Plus Jakarta Sans"/>
              </a:endParaRPr>
            </a:p>
          </p:txBody>
        </p:sp>
        <p:sp>
          <p:nvSpPr>
            <p:cNvPr id="621" name="Google Shape;146;p17">
              <a:extLst>
                <a:ext uri="{FF2B5EF4-FFF2-40B4-BE49-F238E27FC236}">
                  <a16:creationId xmlns:a16="http://schemas.microsoft.com/office/drawing/2014/main" id="{1EEB0919-2A1F-14A4-D65E-65E82D0C9642}"/>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CreatedByID</a:t>
              </a:r>
              <a:endParaRPr sz="1100" dirty="0">
                <a:latin typeface="Plus Jakarta Sans"/>
                <a:ea typeface="Plus Jakarta Sans"/>
                <a:cs typeface="Plus Jakarta Sans"/>
                <a:sym typeface="Plus Jakarta Sans"/>
              </a:endParaRPr>
            </a:p>
          </p:txBody>
        </p:sp>
        <p:sp>
          <p:nvSpPr>
            <p:cNvPr id="622" name="Google Shape;148;p17">
              <a:extLst>
                <a:ext uri="{FF2B5EF4-FFF2-40B4-BE49-F238E27FC236}">
                  <a16:creationId xmlns:a16="http://schemas.microsoft.com/office/drawing/2014/main" id="{5F6CC99E-0A50-A248-D74B-E8D421E61B08}"/>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ProjectID</a:t>
              </a:r>
              <a:endParaRPr sz="1100" dirty="0">
                <a:latin typeface="Plus Jakarta Sans"/>
                <a:ea typeface="Plus Jakarta Sans"/>
                <a:cs typeface="Plus Jakarta Sans"/>
                <a:sym typeface="Plus Jakarta Sans"/>
              </a:endParaRPr>
            </a:p>
          </p:txBody>
        </p:sp>
        <p:cxnSp>
          <p:nvCxnSpPr>
            <p:cNvPr id="623" name="Google Shape;151;p17">
              <a:extLst>
                <a:ext uri="{FF2B5EF4-FFF2-40B4-BE49-F238E27FC236}">
                  <a16:creationId xmlns:a16="http://schemas.microsoft.com/office/drawing/2014/main" id="{75AF8C32-D30C-2DC0-E523-DFA92B9D35B2}"/>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24" name="Google Shape;152;p17">
              <a:extLst>
                <a:ext uri="{FF2B5EF4-FFF2-40B4-BE49-F238E27FC236}">
                  <a16:creationId xmlns:a16="http://schemas.microsoft.com/office/drawing/2014/main" id="{619B55A8-7EB1-B3B6-89E7-F7FF729E55DA}"/>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25" name="Google Shape;153;p17">
              <a:extLst>
                <a:ext uri="{FF2B5EF4-FFF2-40B4-BE49-F238E27FC236}">
                  <a16:creationId xmlns:a16="http://schemas.microsoft.com/office/drawing/2014/main" id="{A4BA4066-7C19-4D2B-F0FB-873C75AD6C03}"/>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26" name="Google Shape;154;p17">
              <a:extLst>
                <a:ext uri="{FF2B5EF4-FFF2-40B4-BE49-F238E27FC236}">
                  <a16:creationId xmlns:a16="http://schemas.microsoft.com/office/drawing/2014/main" id="{57E4A807-F265-79CA-8157-91A560EA0F3F}"/>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627" name="Google Shape;155;p17">
              <a:extLst>
                <a:ext uri="{FF2B5EF4-FFF2-40B4-BE49-F238E27FC236}">
                  <a16:creationId xmlns:a16="http://schemas.microsoft.com/office/drawing/2014/main" id="{F885B64A-D307-7339-5213-DCB1FF443DC4}"/>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28" name="Google Shape;156;p17">
              <a:extLst>
                <a:ext uri="{FF2B5EF4-FFF2-40B4-BE49-F238E27FC236}">
                  <a16:creationId xmlns:a16="http://schemas.microsoft.com/office/drawing/2014/main" id="{A792DDF4-0AAE-BBB3-5325-47A2DD56B4C2}"/>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29" name="Google Shape;157;p17">
              <a:extLst>
                <a:ext uri="{FF2B5EF4-FFF2-40B4-BE49-F238E27FC236}">
                  <a16:creationId xmlns:a16="http://schemas.microsoft.com/office/drawing/2014/main" id="{DFE80BF2-83BE-342E-D2EF-3399FA50B3EF}"/>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grpSp>
        <p:nvGrpSpPr>
          <p:cNvPr id="645" name="Google Shape;136;p17">
            <a:extLst>
              <a:ext uri="{FF2B5EF4-FFF2-40B4-BE49-F238E27FC236}">
                <a16:creationId xmlns:a16="http://schemas.microsoft.com/office/drawing/2014/main" id="{D2EFBF83-5B2D-23EE-ABDF-BE80F388A686}"/>
              </a:ext>
            </a:extLst>
          </p:cNvPr>
          <p:cNvGrpSpPr/>
          <p:nvPr/>
        </p:nvGrpSpPr>
        <p:grpSpPr>
          <a:xfrm>
            <a:off x="4653828" y="2420562"/>
            <a:ext cx="2143200" cy="2574174"/>
            <a:chOff x="2428800" y="228600"/>
            <a:chExt cx="4286400" cy="4686300"/>
          </a:xfrm>
        </p:grpSpPr>
        <p:sp>
          <p:nvSpPr>
            <p:cNvPr id="646" name="Google Shape;137;p17">
              <a:extLst>
                <a:ext uri="{FF2B5EF4-FFF2-40B4-BE49-F238E27FC236}">
                  <a16:creationId xmlns:a16="http://schemas.microsoft.com/office/drawing/2014/main" id="{207641AE-FE7B-C4F8-BEF8-8F7BFEF3CAAD}"/>
                </a:ext>
              </a:extLst>
            </p:cNvPr>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00">
                <a:latin typeface="Work Sans"/>
                <a:ea typeface="Work Sans"/>
                <a:cs typeface="Work Sans"/>
                <a:sym typeface="Work Sans"/>
              </a:endParaRPr>
            </a:p>
          </p:txBody>
        </p:sp>
        <p:sp>
          <p:nvSpPr>
            <p:cNvPr id="647" name="Google Shape;139;p17">
              <a:extLst>
                <a:ext uri="{FF2B5EF4-FFF2-40B4-BE49-F238E27FC236}">
                  <a16:creationId xmlns:a16="http://schemas.microsoft.com/office/drawing/2014/main" id="{FA59BA24-7C42-488D-321B-81778B72E8AA}"/>
                </a:ext>
              </a:extLst>
            </p:cNvPr>
            <p:cNvSpPr txBox="1"/>
            <p:nvPr/>
          </p:nvSpPr>
          <p:spPr>
            <a:xfrm>
              <a:off x="3492950" y="1143414"/>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TaskID</a:t>
              </a:r>
              <a:endParaRPr sz="1100" dirty="0">
                <a:latin typeface="Plus Jakarta Sans"/>
                <a:ea typeface="Plus Jakarta Sans"/>
                <a:cs typeface="Plus Jakarta Sans"/>
                <a:sym typeface="Plus Jakarta Sans"/>
              </a:endParaRPr>
            </a:p>
          </p:txBody>
        </p:sp>
        <p:sp>
          <p:nvSpPr>
            <p:cNvPr id="648" name="Google Shape;140;p17">
              <a:extLst>
                <a:ext uri="{FF2B5EF4-FFF2-40B4-BE49-F238E27FC236}">
                  <a16:creationId xmlns:a16="http://schemas.microsoft.com/office/drawing/2014/main" id="{1A5A0024-97F2-5005-E2AB-3DFA33D35CBD}"/>
                </a:ext>
              </a:extLst>
            </p:cNvPr>
            <p:cNvSpPr/>
            <p:nvPr/>
          </p:nvSpPr>
          <p:spPr>
            <a:xfrm>
              <a:off x="2868366" y="549895"/>
              <a:ext cx="483000" cy="483000"/>
            </a:xfrm>
            <a:prstGeom prst="roundRect">
              <a:avLst>
                <a:gd name="adj" fmla="val 50000"/>
              </a:avLst>
            </a:prstGeom>
            <a:solidFill>
              <a:srgbClr val="349160"/>
            </a:solidFill>
            <a:ln>
              <a:noFill/>
            </a:ln>
          </p:spPr>
          <p:txBody>
            <a:bodyPr spcFirstLastPara="1" wrap="square" lIns="91425" tIns="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900" dirty="0">
                  <a:solidFill>
                    <a:schemeClr val="lt1"/>
                  </a:solidFill>
                  <a:latin typeface="Work Sans"/>
                  <a:ea typeface="Work Sans"/>
                  <a:cs typeface="Work Sans"/>
                  <a:sym typeface="Work Sans"/>
                </a:rPr>
                <a:t>9</a:t>
              </a:r>
              <a:endParaRPr sz="900" dirty="0">
                <a:solidFill>
                  <a:schemeClr val="lt1"/>
                </a:solidFill>
                <a:latin typeface="Work Sans"/>
                <a:ea typeface="Work Sans"/>
                <a:cs typeface="Work Sans"/>
                <a:sym typeface="Work Sans"/>
              </a:endParaRPr>
            </a:p>
          </p:txBody>
        </p:sp>
        <p:sp>
          <p:nvSpPr>
            <p:cNvPr id="649" name="Google Shape;141;p17">
              <a:extLst>
                <a:ext uri="{FF2B5EF4-FFF2-40B4-BE49-F238E27FC236}">
                  <a16:creationId xmlns:a16="http://schemas.microsoft.com/office/drawing/2014/main" id="{1641AA9D-0B5B-BBF3-4FBB-415F8A6901A7}"/>
                </a:ext>
              </a:extLst>
            </p:cNvPr>
            <p:cNvSpPr txBox="1"/>
            <p:nvPr/>
          </p:nvSpPr>
          <p:spPr>
            <a:xfrm>
              <a:off x="3492950" y="549900"/>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200" b="1" dirty="0">
                  <a:latin typeface="Plus Jakarta Sans"/>
                  <a:ea typeface="Plus Jakarta Sans"/>
                  <a:cs typeface="Plus Jakarta Sans"/>
                  <a:sym typeface="Plus Jakarta Sans"/>
                </a:rPr>
                <a:t>TASKS TABLE</a:t>
              </a:r>
              <a:endParaRPr sz="1200" b="1" dirty="0">
                <a:latin typeface="Plus Jakarta Sans"/>
                <a:ea typeface="Plus Jakarta Sans"/>
                <a:cs typeface="Plus Jakarta Sans"/>
                <a:sym typeface="Plus Jakarta Sans"/>
              </a:endParaRPr>
            </a:p>
          </p:txBody>
        </p:sp>
        <p:sp>
          <p:nvSpPr>
            <p:cNvPr id="650" name="Google Shape;142;p17">
              <a:extLst>
                <a:ext uri="{FF2B5EF4-FFF2-40B4-BE49-F238E27FC236}">
                  <a16:creationId xmlns:a16="http://schemas.microsoft.com/office/drawing/2014/main" id="{462FBA1A-4BF1-E1C2-2F3F-17590850DF2E}"/>
                </a:ext>
              </a:extLst>
            </p:cNvPr>
            <p:cNvSpPr txBox="1"/>
            <p:nvPr/>
          </p:nvSpPr>
          <p:spPr>
            <a:xfrm>
              <a:off x="3492950" y="1736929"/>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TimeofCreation</a:t>
              </a:r>
              <a:endParaRPr sz="1100" dirty="0">
                <a:latin typeface="Plus Jakarta Sans"/>
                <a:ea typeface="Plus Jakarta Sans"/>
                <a:cs typeface="Plus Jakarta Sans"/>
                <a:sym typeface="Plus Jakarta Sans"/>
              </a:endParaRPr>
            </a:p>
          </p:txBody>
        </p:sp>
        <p:sp>
          <p:nvSpPr>
            <p:cNvPr id="651" name="Google Shape;144;p17">
              <a:extLst>
                <a:ext uri="{FF2B5EF4-FFF2-40B4-BE49-F238E27FC236}">
                  <a16:creationId xmlns:a16="http://schemas.microsoft.com/office/drawing/2014/main" id="{D446621A-5F56-B157-93E9-D4EBC9F03853}"/>
                </a:ext>
              </a:extLst>
            </p:cNvPr>
            <p:cNvSpPr txBox="1"/>
            <p:nvPr/>
          </p:nvSpPr>
          <p:spPr>
            <a:xfrm>
              <a:off x="3492950" y="233047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TaskContent</a:t>
              </a:r>
              <a:endParaRPr sz="1100" dirty="0">
                <a:latin typeface="Plus Jakarta Sans"/>
                <a:ea typeface="Plus Jakarta Sans"/>
                <a:cs typeface="Plus Jakarta Sans"/>
                <a:sym typeface="Plus Jakarta Sans"/>
              </a:endParaRPr>
            </a:p>
          </p:txBody>
        </p:sp>
        <p:sp>
          <p:nvSpPr>
            <p:cNvPr id="652" name="Google Shape;146;p17">
              <a:extLst>
                <a:ext uri="{FF2B5EF4-FFF2-40B4-BE49-F238E27FC236}">
                  <a16:creationId xmlns:a16="http://schemas.microsoft.com/office/drawing/2014/main" id="{15F45DBF-E534-6FFA-678D-CB7AB0CF2CD8}"/>
                </a:ext>
              </a:extLst>
            </p:cNvPr>
            <p:cNvSpPr txBox="1"/>
            <p:nvPr/>
          </p:nvSpPr>
          <p:spPr>
            <a:xfrm>
              <a:off x="3492950" y="2924031"/>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CreatedByID</a:t>
              </a:r>
              <a:endParaRPr sz="1100" dirty="0">
                <a:latin typeface="Plus Jakarta Sans"/>
                <a:ea typeface="Plus Jakarta Sans"/>
                <a:cs typeface="Plus Jakarta Sans"/>
                <a:sym typeface="Plus Jakarta Sans"/>
              </a:endParaRPr>
            </a:p>
          </p:txBody>
        </p:sp>
        <p:sp>
          <p:nvSpPr>
            <p:cNvPr id="653" name="Google Shape;148;p17">
              <a:extLst>
                <a:ext uri="{FF2B5EF4-FFF2-40B4-BE49-F238E27FC236}">
                  <a16:creationId xmlns:a16="http://schemas.microsoft.com/office/drawing/2014/main" id="{92699D5E-0B03-582F-C67F-ECA0C928960D}"/>
                </a:ext>
              </a:extLst>
            </p:cNvPr>
            <p:cNvSpPr txBox="1"/>
            <p:nvPr/>
          </p:nvSpPr>
          <p:spPr>
            <a:xfrm>
              <a:off x="3492950" y="3517607"/>
              <a:ext cx="2880300" cy="483000"/>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ProjectID</a:t>
              </a:r>
              <a:endParaRPr sz="1100" dirty="0">
                <a:latin typeface="Plus Jakarta Sans"/>
                <a:ea typeface="Plus Jakarta Sans"/>
                <a:cs typeface="Plus Jakarta Sans"/>
                <a:sym typeface="Plus Jakarta Sans"/>
              </a:endParaRPr>
            </a:p>
          </p:txBody>
        </p:sp>
        <p:cxnSp>
          <p:nvCxnSpPr>
            <p:cNvPr id="654" name="Google Shape;151;p17">
              <a:extLst>
                <a:ext uri="{FF2B5EF4-FFF2-40B4-BE49-F238E27FC236}">
                  <a16:creationId xmlns:a16="http://schemas.microsoft.com/office/drawing/2014/main" id="{08BD05C0-6D52-D42E-4378-3166940B424E}"/>
                </a:ext>
              </a:extLst>
            </p:cNvPr>
            <p:cNvCxnSpPr/>
            <p:nvPr/>
          </p:nvCxnSpPr>
          <p:spPr>
            <a:xfrm rot="10800000" flipH="1">
              <a:off x="3109866" y="1022016"/>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55" name="Google Shape;152;p17">
              <a:extLst>
                <a:ext uri="{FF2B5EF4-FFF2-40B4-BE49-F238E27FC236}">
                  <a16:creationId xmlns:a16="http://schemas.microsoft.com/office/drawing/2014/main" id="{77C22541-9A22-E96D-8106-424F36A72C18}"/>
                </a:ext>
              </a:extLst>
            </p:cNvPr>
            <p:cNvCxnSpPr/>
            <p:nvPr/>
          </p:nvCxnSpPr>
          <p:spPr>
            <a:xfrm rot="10800000" flipH="1">
              <a:off x="3109866" y="1613437"/>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56" name="Google Shape;153;p17">
              <a:extLst>
                <a:ext uri="{FF2B5EF4-FFF2-40B4-BE49-F238E27FC236}">
                  <a16:creationId xmlns:a16="http://schemas.microsoft.com/office/drawing/2014/main" id="{0C08FDC1-8BD8-0290-DBEB-008EA9C340D4}"/>
                </a:ext>
              </a:extLst>
            </p:cNvPr>
            <p:cNvCxnSpPr/>
            <p:nvPr/>
          </p:nvCxnSpPr>
          <p:spPr>
            <a:xfrm rot="10800000" flipH="1">
              <a:off x="3109866" y="2210055"/>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57" name="Google Shape;154;p17">
              <a:extLst>
                <a:ext uri="{FF2B5EF4-FFF2-40B4-BE49-F238E27FC236}">
                  <a16:creationId xmlns:a16="http://schemas.microsoft.com/office/drawing/2014/main" id="{60CCD938-36B5-39AE-D563-6E3AFDCCE2BF}"/>
                </a:ext>
              </a:extLst>
            </p:cNvPr>
            <p:cNvCxnSpPr/>
            <p:nvPr/>
          </p:nvCxnSpPr>
          <p:spPr>
            <a:xfrm rot="10800000" flipH="1">
              <a:off x="3109866" y="2800280"/>
              <a:ext cx="3135300" cy="6599"/>
            </a:xfrm>
            <a:prstGeom prst="straightConnector1">
              <a:avLst/>
            </a:prstGeom>
            <a:noFill/>
            <a:ln w="9525" cap="flat" cmpd="sng">
              <a:solidFill>
                <a:srgbClr val="349160"/>
              </a:solidFill>
              <a:prstDash val="solid"/>
              <a:round/>
              <a:headEnd type="none" w="med" len="med"/>
              <a:tailEnd type="none" w="med" len="med"/>
            </a:ln>
          </p:spPr>
        </p:cxnSp>
        <p:cxnSp>
          <p:nvCxnSpPr>
            <p:cNvPr id="658" name="Google Shape;155;p17">
              <a:extLst>
                <a:ext uri="{FF2B5EF4-FFF2-40B4-BE49-F238E27FC236}">
                  <a16:creationId xmlns:a16="http://schemas.microsoft.com/office/drawing/2014/main" id="{98C17419-829D-3950-DC8B-5F87A56121BE}"/>
                </a:ext>
              </a:extLst>
            </p:cNvPr>
            <p:cNvCxnSpPr/>
            <p:nvPr/>
          </p:nvCxnSpPr>
          <p:spPr>
            <a:xfrm rot="10800000" flipH="1">
              <a:off x="3109866" y="3396699"/>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59" name="Google Shape;156;p17">
              <a:extLst>
                <a:ext uri="{FF2B5EF4-FFF2-40B4-BE49-F238E27FC236}">
                  <a16:creationId xmlns:a16="http://schemas.microsoft.com/office/drawing/2014/main" id="{329F3A03-59D4-91F2-6560-F851648C2DDE}"/>
                </a:ext>
              </a:extLst>
            </p:cNvPr>
            <p:cNvCxnSpPr/>
            <p:nvPr/>
          </p:nvCxnSpPr>
          <p:spPr>
            <a:xfrm rot="10800000" flipH="1">
              <a:off x="3109866" y="3989638"/>
              <a:ext cx="3135300" cy="6600"/>
            </a:xfrm>
            <a:prstGeom prst="straightConnector1">
              <a:avLst/>
            </a:prstGeom>
            <a:noFill/>
            <a:ln w="9525" cap="flat" cmpd="sng">
              <a:solidFill>
                <a:srgbClr val="349160"/>
              </a:solidFill>
              <a:prstDash val="solid"/>
              <a:round/>
              <a:headEnd type="none" w="med" len="med"/>
              <a:tailEnd type="none" w="med" len="med"/>
            </a:ln>
          </p:spPr>
        </p:cxnSp>
        <p:cxnSp>
          <p:nvCxnSpPr>
            <p:cNvPr id="660" name="Google Shape;157;p17">
              <a:extLst>
                <a:ext uri="{FF2B5EF4-FFF2-40B4-BE49-F238E27FC236}">
                  <a16:creationId xmlns:a16="http://schemas.microsoft.com/office/drawing/2014/main" id="{1541B4FF-4C1D-615E-F544-154175F05931}"/>
                </a:ext>
              </a:extLst>
            </p:cNvPr>
            <p:cNvCxnSpPr/>
            <p:nvPr/>
          </p:nvCxnSpPr>
          <p:spPr>
            <a:xfrm rot="10800000" flipH="1">
              <a:off x="3109866" y="4582588"/>
              <a:ext cx="3135300" cy="6600"/>
            </a:xfrm>
            <a:prstGeom prst="straightConnector1">
              <a:avLst/>
            </a:prstGeom>
            <a:noFill/>
            <a:ln w="9525" cap="flat" cmpd="sng">
              <a:solidFill>
                <a:srgbClr val="349160"/>
              </a:solidFill>
              <a:prstDash val="solid"/>
              <a:round/>
              <a:headEnd type="none" w="med" len="med"/>
              <a:tailEnd type="none" w="med" len="med"/>
            </a:ln>
          </p:spPr>
        </p:cxnSp>
      </p:grpSp>
      <p:sp>
        <p:nvSpPr>
          <p:cNvPr id="661" name="Google Shape;148;p17">
            <a:extLst>
              <a:ext uri="{FF2B5EF4-FFF2-40B4-BE49-F238E27FC236}">
                <a16:creationId xmlns:a16="http://schemas.microsoft.com/office/drawing/2014/main" id="{04C9E282-83F8-FFDB-D751-0C74AA9CA2F1}"/>
              </a:ext>
            </a:extLst>
          </p:cNvPr>
          <p:cNvSpPr txBox="1"/>
          <p:nvPr/>
        </p:nvSpPr>
        <p:spPr>
          <a:xfrm>
            <a:off x="5164414" y="7339457"/>
            <a:ext cx="1440150" cy="265311"/>
          </a:xfrm>
          <a:prstGeom prst="rect">
            <a:avLst/>
          </a:prstGeom>
          <a:noFill/>
          <a:ln>
            <a:noFill/>
          </a:ln>
        </p:spPr>
        <p:txBody>
          <a:bodyPr spcFirstLastPara="1" wrap="square" lIns="0" tIns="91425"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sz="1100" dirty="0" err="1">
                <a:latin typeface="Plus Jakarta Sans"/>
                <a:ea typeface="Plus Jakarta Sans"/>
                <a:cs typeface="Plus Jakarta Sans"/>
                <a:sym typeface="Plus Jakarta Sans"/>
              </a:rPr>
              <a:t>CompletionStatus</a:t>
            </a:r>
            <a:endParaRPr sz="1100" dirty="0">
              <a:latin typeface="Plus Jakarta Sans"/>
              <a:ea typeface="Plus Jakarta Sans"/>
              <a:cs typeface="Plus Jakarta Sans"/>
              <a:sym typeface="Plus Jakarta Sans"/>
            </a:endParaRPr>
          </a:p>
        </p:txBody>
      </p:sp>
      <p:sp>
        <p:nvSpPr>
          <p:cNvPr id="662" name="Google Shape;475;p26">
            <a:extLst>
              <a:ext uri="{FF2B5EF4-FFF2-40B4-BE49-F238E27FC236}">
                <a16:creationId xmlns:a16="http://schemas.microsoft.com/office/drawing/2014/main" id="{1EA35529-4AD5-4123-12A0-39996140A27E}"/>
              </a:ext>
            </a:extLst>
          </p:cNvPr>
          <p:cNvSpPr/>
          <p:nvPr/>
        </p:nvSpPr>
        <p:spPr>
          <a:xfrm>
            <a:off x="665344" y="-4230256"/>
            <a:ext cx="1212900" cy="460500"/>
          </a:xfrm>
          <a:prstGeom prst="rect">
            <a:avLst/>
          </a:prstGeom>
          <a:solidFill>
            <a:srgbClr val="EFBC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663" name="Google Shape;476;p26">
            <a:extLst>
              <a:ext uri="{FF2B5EF4-FFF2-40B4-BE49-F238E27FC236}">
                <a16:creationId xmlns:a16="http://schemas.microsoft.com/office/drawing/2014/main" id="{34268AEF-9699-AAEB-4A1E-853CEDCD8540}"/>
              </a:ext>
            </a:extLst>
          </p:cNvPr>
          <p:cNvGrpSpPr/>
          <p:nvPr/>
        </p:nvGrpSpPr>
        <p:grpSpPr>
          <a:xfrm>
            <a:off x="7547" y="-5061866"/>
            <a:ext cx="4572034" cy="2898865"/>
            <a:chOff x="2408475" y="1200156"/>
            <a:chExt cx="4326300" cy="2743059"/>
          </a:xfrm>
          <a:solidFill>
            <a:schemeClr val="bg1"/>
          </a:solidFill>
        </p:grpSpPr>
        <p:sp>
          <p:nvSpPr>
            <p:cNvPr id="664" name="Google Shape;477;p26">
              <a:extLst>
                <a:ext uri="{FF2B5EF4-FFF2-40B4-BE49-F238E27FC236}">
                  <a16:creationId xmlns:a16="http://schemas.microsoft.com/office/drawing/2014/main" id="{1C4083ED-1246-C924-B6C8-5A65B55E536C}"/>
                </a:ext>
              </a:extLst>
            </p:cNvPr>
            <p:cNvSpPr/>
            <p:nvPr/>
          </p:nvSpPr>
          <p:spPr>
            <a:xfrm>
              <a:off x="2411987" y="1200156"/>
              <a:ext cx="4319400" cy="2635200"/>
            </a:xfrm>
            <a:prstGeom prst="rect">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65" name="Google Shape;478;p26">
              <a:extLst>
                <a:ext uri="{FF2B5EF4-FFF2-40B4-BE49-F238E27FC236}">
                  <a16:creationId xmlns:a16="http://schemas.microsoft.com/office/drawing/2014/main" id="{4C91CFC5-57EF-9C58-CB65-49288605F07A}"/>
                </a:ext>
              </a:extLst>
            </p:cNvPr>
            <p:cNvSpPr/>
            <p:nvPr/>
          </p:nvSpPr>
          <p:spPr>
            <a:xfrm>
              <a:off x="241198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66" name="Google Shape;479;p26">
              <a:extLst>
                <a:ext uri="{FF2B5EF4-FFF2-40B4-BE49-F238E27FC236}">
                  <a16:creationId xmlns:a16="http://schemas.microsoft.com/office/drawing/2014/main" id="{0F3FDC66-3D05-9656-39BD-82C4451C6D95}"/>
                </a:ext>
              </a:extLst>
            </p:cNvPr>
            <p:cNvSpPr/>
            <p:nvPr/>
          </p:nvSpPr>
          <p:spPr>
            <a:xfrm>
              <a:off x="2627956"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67" name="Google Shape;480;p26">
              <a:extLst>
                <a:ext uri="{FF2B5EF4-FFF2-40B4-BE49-F238E27FC236}">
                  <a16:creationId xmlns:a16="http://schemas.microsoft.com/office/drawing/2014/main" id="{546D9002-F617-B1B6-58C9-BA7DAE9724EF}"/>
                </a:ext>
              </a:extLst>
            </p:cNvPr>
            <p:cNvSpPr/>
            <p:nvPr/>
          </p:nvSpPr>
          <p:spPr>
            <a:xfrm>
              <a:off x="2843925"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68" name="Google Shape;481;p26">
              <a:extLst>
                <a:ext uri="{FF2B5EF4-FFF2-40B4-BE49-F238E27FC236}">
                  <a16:creationId xmlns:a16="http://schemas.microsoft.com/office/drawing/2014/main" id="{1712EA89-85F8-0864-7029-B00D1402DB3C}"/>
                </a:ext>
              </a:extLst>
            </p:cNvPr>
            <p:cNvSpPr/>
            <p:nvPr/>
          </p:nvSpPr>
          <p:spPr>
            <a:xfrm>
              <a:off x="3059894"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69" name="Google Shape;482;p26">
              <a:extLst>
                <a:ext uri="{FF2B5EF4-FFF2-40B4-BE49-F238E27FC236}">
                  <a16:creationId xmlns:a16="http://schemas.microsoft.com/office/drawing/2014/main" id="{15CC2B76-DEC4-6C7F-BAEA-C5530B097FE0}"/>
                </a:ext>
              </a:extLst>
            </p:cNvPr>
            <p:cNvSpPr/>
            <p:nvPr/>
          </p:nvSpPr>
          <p:spPr>
            <a:xfrm>
              <a:off x="3275863"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0" name="Google Shape;483;p26">
              <a:extLst>
                <a:ext uri="{FF2B5EF4-FFF2-40B4-BE49-F238E27FC236}">
                  <a16:creationId xmlns:a16="http://schemas.microsoft.com/office/drawing/2014/main" id="{4ACC25DF-D374-3A17-56BF-EA52FB8BE5AC}"/>
                </a:ext>
              </a:extLst>
            </p:cNvPr>
            <p:cNvSpPr/>
            <p:nvPr/>
          </p:nvSpPr>
          <p:spPr>
            <a:xfrm>
              <a:off x="3491832"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1" name="Google Shape;484;p26">
              <a:extLst>
                <a:ext uri="{FF2B5EF4-FFF2-40B4-BE49-F238E27FC236}">
                  <a16:creationId xmlns:a16="http://schemas.microsoft.com/office/drawing/2014/main" id="{9CB80FA2-D35F-E717-779D-ACC3AC7647D4}"/>
                </a:ext>
              </a:extLst>
            </p:cNvPr>
            <p:cNvSpPr/>
            <p:nvPr/>
          </p:nvSpPr>
          <p:spPr>
            <a:xfrm>
              <a:off x="3707801"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2" name="Google Shape;485;p26">
              <a:extLst>
                <a:ext uri="{FF2B5EF4-FFF2-40B4-BE49-F238E27FC236}">
                  <a16:creationId xmlns:a16="http://schemas.microsoft.com/office/drawing/2014/main" id="{C8F5E19D-A2F3-1E06-ACFE-1744D544237C}"/>
                </a:ext>
              </a:extLst>
            </p:cNvPr>
            <p:cNvSpPr/>
            <p:nvPr/>
          </p:nvSpPr>
          <p:spPr>
            <a:xfrm>
              <a:off x="3923770"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3" name="Google Shape;486;p26">
              <a:extLst>
                <a:ext uri="{FF2B5EF4-FFF2-40B4-BE49-F238E27FC236}">
                  <a16:creationId xmlns:a16="http://schemas.microsoft.com/office/drawing/2014/main" id="{D8BEADB7-412E-F321-8A19-E549665A3939}"/>
                </a:ext>
              </a:extLst>
            </p:cNvPr>
            <p:cNvSpPr/>
            <p:nvPr/>
          </p:nvSpPr>
          <p:spPr>
            <a:xfrm>
              <a:off x="4139739"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4" name="Google Shape;487;p26">
              <a:extLst>
                <a:ext uri="{FF2B5EF4-FFF2-40B4-BE49-F238E27FC236}">
                  <a16:creationId xmlns:a16="http://schemas.microsoft.com/office/drawing/2014/main" id="{8D21F22C-847A-42F0-8004-AEDDEA1B2752}"/>
                </a:ext>
              </a:extLst>
            </p:cNvPr>
            <p:cNvSpPr/>
            <p:nvPr/>
          </p:nvSpPr>
          <p:spPr>
            <a:xfrm>
              <a:off x="4355708"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5" name="Google Shape;488;p26">
              <a:extLst>
                <a:ext uri="{FF2B5EF4-FFF2-40B4-BE49-F238E27FC236}">
                  <a16:creationId xmlns:a16="http://schemas.microsoft.com/office/drawing/2014/main" id="{D61BD1BF-511F-4F98-EBA7-8AE0B38D6F45}"/>
                </a:ext>
              </a:extLst>
            </p:cNvPr>
            <p:cNvSpPr/>
            <p:nvPr/>
          </p:nvSpPr>
          <p:spPr>
            <a:xfrm>
              <a:off x="457167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6" name="Google Shape;489;p26">
              <a:extLst>
                <a:ext uri="{FF2B5EF4-FFF2-40B4-BE49-F238E27FC236}">
                  <a16:creationId xmlns:a16="http://schemas.microsoft.com/office/drawing/2014/main" id="{7727B8DA-9C4E-4DA5-F4B3-E1AE8BE78653}"/>
                </a:ext>
              </a:extLst>
            </p:cNvPr>
            <p:cNvSpPr/>
            <p:nvPr/>
          </p:nvSpPr>
          <p:spPr>
            <a:xfrm>
              <a:off x="4787645"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7" name="Google Shape;490;p26">
              <a:extLst>
                <a:ext uri="{FF2B5EF4-FFF2-40B4-BE49-F238E27FC236}">
                  <a16:creationId xmlns:a16="http://schemas.microsoft.com/office/drawing/2014/main" id="{E9E700BB-3F1F-03C1-927D-5308EBA39882}"/>
                </a:ext>
              </a:extLst>
            </p:cNvPr>
            <p:cNvSpPr/>
            <p:nvPr/>
          </p:nvSpPr>
          <p:spPr>
            <a:xfrm>
              <a:off x="5003614"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8" name="Google Shape;491;p26">
              <a:extLst>
                <a:ext uri="{FF2B5EF4-FFF2-40B4-BE49-F238E27FC236}">
                  <a16:creationId xmlns:a16="http://schemas.microsoft.com/office/drawing/2014/main" id="{15F90E40-35D7-D99C-1D18-4003D17A9FE5}"/>
                </a:ext>
              </a:extLst>
            </p:cNvPr>
            <p:cNvSpPr/>
            <p:nvPr/>
          </p:nvSpPr>
          <p:spPr>
            <a:xfrm>
              <a:off x="5219583"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79" name="Google Shape;492;p26">
              <a:extLst>
                <a:ext uri="{FF2B5EF4-FFF2-40B4-BE49-F238E27FC236}">
                  <a16:creationId xmlns:a16="http://schemas.microsoft.com/office/drawing/2014/main" id="{C85669BE-CC2A-ED6F-16C5-CA00E7AC9976}"/>
                </a:ext>
              </a:extLst>
            </p:cNvPr>
            <p:cNvSpPr/>
            <p:nvPr/>
          </p:nvSpPr>
          <p:spPr>
            <a:xfrm>
              <a:off x="5435552"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80" name="Google Shape;493;p26">
              <a:extLst>
                <a:ext uri="{FF2B5EF4-FFF2-40B4-BE49-F238E27FC236}">
                  <a16:creationId xmlns:a16="http://schemas.microsoft.com/office/drawing/2014/main" id="{1643EB7E-C0A4-049C-1AE0-2D10AD46BF67}"/>
                </a:ext>
              </a:extLst>
            </p:cNvPr>
            <p:cNvSpPr/>
            <p:nvPr/>
          </p:nvSpPr>
          <p:spPr>
            <a:xfrm>
              <a:off x="5651521"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81" name="Google Shape;494;p26">
              <a:extLst>
                <a:ext uri="{FF2B5EF4-FFF2-40B4-BE49-F238E27FC236}">
                  <a16:creationId xmlns:a16="http://schemas.microsoft.com/office/drawing/2014/main" id="{5802FDDF-D00E-5160-10FF-544A0F1ECA7A}"/>
                </a:ext>
              </a:extLst>
            </p:cNvPr>
            <p:cNvSpPr/>
            <p:nvPr/>
          </p:nvSpPr>
          <p:spPr>
            <a:xfrm>
              <a:off x="5867490"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82" name="Google Shape;495;p26">
              <a:extLst>
                <a:ext uri="{FF2B5EF4-FFF2-40B4-BE49-F238E27FC236}">
                  <a16:creationId xmlns:a16="http://schemas.microsoft.com/office/drawing/2014/main" id="{29512641-4944-E836-770E-F03E014D1A5E}"/>
                </a:ext>
              </a:extLst>
            </p:cNvPr>
            <p:cNvSpPr/>
            <p:nvPr/>
          </p:nvSpPr>
          <p:spPr>
            <a:xfrm>
              <a:off x="6083459"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83" name="Google Shape;496;p26">
              <a:extLst>
                <a:ext uri="{FF2B5EF4-FFF2-40B4-BE49-F238E27FC236}">
                  <a16:creationId xmlns:a16="http://schemas.microsoft.com/office/drawing/2014/main" id="{B70E3D51-D95A-0CFC-B0C9-9527869017A2}"/>
                </a:ext>
              </a:extLst>
            </p:cNvPr>
            <p:cNvSpPr/>
            <p:nvPr/>
          </p:nvSpPr>
          <p:spPr>
            <a:xfrm>
              <a:off x="6299428"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84" name="Google Shape;497;p26">
              <a:extLst>
                <a:ext uri="{FF2B5EF4-FFF2-40B4-BE49-F238E27FC236}">
                  <a16:creationId xmlns:a16="http://schemas.microsoft.com/office/drawing/2014/main" id="{3302F569-7D0F-8B57-0238-5AC365DD6B80}"/>
                </a:ext>
              </a:extLst>
            </p:cNvPr>
            <p:cNvSpPr/>
            <p:nvPr/>
          </p:nvSpPr>
          <p:spPr>
            <a:xfrm>
              <a:off x="6515397" y="3727215"/>
              <a:ext cx="216000" cy="216000"/>
            </a:xfrm>
            <a:prstGeom prst="diamond">
              <a:avLst/>
            </a:prstGeom>
            <a:grp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685" name="Google Shape;498;p26">
              <a:extLst>
                <a:ext uri="{FF2B5EF4-FFF2-40B4-BE49-F238E27FC236}">
                  <a16:creationId xmlns:a16="http://schemas.microsoft.com/office/drawing/2014/main" id="{66D1BC1A-8A1B-E368-2D66-DDFCBA982DBB}"/>
                </a:ext>
              </a:extLst>
            </p:cNvPr>
            <p:cNvSpPr txBox="1"/>
            <p:nvPr/>
          </p:nvSpPr>
          <p:spPr>
            <a:xfrm>
              <a:off x="2411982" y="2018758"/>
              <a:ext cx="3333900" cy="1736700"/>
            </a:xfrm>
            <a:prstGeom prst="rect">
              <a:avLst/>
            </a:prstGeom>
            <a:grpFill/>
            <a:ln>
              <a:noFill/>
            </a:ln>
          </p:spPr>
          <p:txBody>
            <a:bodyPr spcFirstLastPara="1" wrap="square" lIns="289875" tIns="96625" rIns="289875" bIns="96625" anchor="ctr" anchorCtr="0">
              <a:noAutofit/>
            </a:bodyPr>
            <a:lstStyle/>
            <a:p>
              <a:pPr marL="0" lvl="0" indent="0" algn="l" rtl="0">
                <a:lnSpc>
                  <a:spcPct val="90000"/>
                </a:lnSpc>
                <a:spcBef>
                  <a:spcPts val="0"/>
                </a:spcBef>
                <a:spcAft>
                  <a:spcPts val="0"/>
                </a:spcAft>
                <a:buNone/>
              </a:pPr>
              <a:r>
                <a:rPr lang="en" sz="4361" dirty="0">
                  <a:solidFill>
                    <a:srgbClr val="282929"/>
                  </a:solidFill>
                  <a:latin typeface="Noto Serif Gujarati"/>
                  <a:ea typeface="Noto Serif Gujarati"/>
                  <a:cs typeface="Noto Serif Gujarati"/>
                  <a:sym typeface="Noto Serif Gujarati"/>
                </a:rPr>
                <a:t>DATABASE TABLES</a:t>
              </a:r>
              <a:endParaRPr sz="4361" dirty="0">
                <a:solidFill>
                  <a:srgbClr val="282929"/>
                </a:solidFill>
                <a:latin typeface="Noto Serif Gujarati"/>
                <a:ea typeface="Noto Serif Gujarati"/>
                <a:cs typeface="Noto Serif Gujarati"/>
                <a:sym typeface="Noto Serif Gujarati"/>
              </a:endParaRPr>
            </a:p>
          </p:txBody>
        </p:sp>
        <p:cxnSp>
          <p:nvCxnSpPr>
            <p:cNvPr id="686" name="Google Shape;499;p26">
              <a:extLst>
                <a:ext uri="{FF2B5EF4-FFF2-40B4-BE49-F238E27FC236}">
                  <a16:creationId xmlns:a16="http://schemas.microsoft.com/office/drawing/2014/main" id="{2000962A-3E8D-6CAB-5B01-CA32D1529DEC}"/>
                </a:ext>
              </a:extLst>
            </p:cNvPr>
            <p:cNvCxnSpPr/>
            <p:nvPr/>
          </p:nvCxnSpPr>
          <p:spPr>
            <a:xfrm>
              <a:off x="2408475" y="2018754"/>
              <a:ext cx="4326300" cy="0"/>
            </a:xfrm>
            <a:prstGeom prst="straightConnector1">
              <a:avLst/>
            </a:prstGeom>
            <a:grpFill/>
            <a:ln w="20125" cap="flat" cmpd="sng">
              <a:solidFill>
                <a:srgbClr val="282929"/>
              </a:solidFill>
              <a:prstDash val="solid"/>
              <a:round/>
              <a:headEnd type="none" w="med" len="med"/>
              <a:tailEnd type="none" w="med" len="med"/>
            </a:ln>
          </p:spPr>
        </p:cxnSp>
        <p:cxnSp>
          <p:nvCxnSpPr>
            <p:cNvPr id="687" name="Google Shape;500;p26">
              <a:extLst>
                <a:ext uri="{FF2B5EF4-FFF2-40B4-BE49-F238E27FC236}">
                  <a16:creationId xmlns:a16="http://schemas.microsoft.com/office/drawing/2014/main" id="{C4DD3F6D-0169-9C80-B905-7785696589B2}"/>
                </a:ext>
              </a:extLst>
            </p:cNvPr>
            <p:cNvCxnSpPr/>
            <p:nvPr/>
          </p:nvCxnSpPr>
          <p:spPr>
            <a:xfrm>
              <a:off x="2408475" y="1744654"/>
              <a:ext cx="4326300" cy="0"/>
            </a:xfrm>
            <a:prstGeom prst="straightConnector1">
              <a:avLst/>
            </a:prstGeom>
            <a:grpFill/>
            <a:ln w="20125" cap="flat" cmpd="sng">
              <a:solidFill>
                <a:srgbClr val="282929"/>
              </a:solidFill>
              <a:prstDash val="solid"/>
              <a:round/>
              <a:headEnd type="none" w="med" len="med"/>
              <a:tailEnd type="none" w="med" len="med"/>
            </a:ln>
          </p:spPr>
        </p:cxnSp>
        <p:cxnSp>
          <p:nvCxnSpPr>
            <p:cNvPr id="688" name="Google Shape;501;p26">
              <a:extLst>
                <a:ext uri="{FF2B5EF4-FFF2-40B4-BE49-F238E27FC236}">
                  <a16:creationId xmlns:a16="http://schemas.microsoft.com/office/drawing/2014/main" id="{C996D954-33F6-B93E-A695-DAD34EA5A4A9}"/>
                </a:ext>
              </a:extLst>
            </p:cNvPr>
            <p:cNvCxnSpPr/>
            <p:nvPr/>
          </p:nvCxnSpPr>
          <p:spPr>
            <a:xfrm>
              <a:off x="2408475" y="1470554"/>
              <a:ext cx="4326300" cy="0"/>
            </a:xfrm>
            <a:prstGeom prst="straightConnector1">
              <a:avLst/>
            </a:prstGeom>
            <a:grpFill/>
            <a:ln w="20125" cap="flat" cmpd="sng">
              <a:solidFill>
                <a:srgbClr val="282929"/>
              </a:solidFill>
              <a:prstDash val="solid"/>
              <a:round/>
              <a:headEnd type="none" w="med" len="med"/>
              <a:tailEnd type="none" w="med" len="med"/>
            </a:ln>
          </p:spPr>
        </p:cxnSp>
        <p:sp>
          <p:nvSpPr>
            <p:cNvPr id="689" name="Google Shape;502;p26">
              <a:extLst>
                <a:ext uri="{FF2B5EF4-FFF2-40B4-BE49-F238E27FC236}">
                  <a16:creationId xmlns:a16="http://schemas.microsoft.com/office/drawing/2014/main" id="{5AA8C254-D224-264C-A2E1-6FD51194971E}"/>
                </a:ext>
              </a:extLst>
            </p:cNvPr>
            <p:cNvSpPr txBox="1"/>
            <p:nvPr/>
          </p:nvSpPr>
          <p:spPr>
            <a:xfrm>
              <a:off x="2408475" y="1470554"/>
              <a:ext cx="2177400" cy="273600"/>
            </a:xfrm>
            <a:prstGeom prst="rect">
              <a:avLst/>
            </a:prstGeom>
            <a:grpFill/>
            <a:ln>
              <a:noFill/>
            </a:ln>
          </p:spPr>
          <p:txBody>
            <a:bodyPr spcFirstLastPara="1" wrap="square" lIns="289875" tIns="96625" rIns="289875" bIns="96625" anchor="ctr" anchorCtr="0">
              <a:noAutofit/>
            </a:bodyPr>
            <a:lstStyle/>
            <a:p>
              <a:pPr marL="0" lvl="0" indent="0" algn="l"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WORKFLOW  MANAGEMENT SYSTEM</a:t>
              </a:r>
              <a:endParaRPr sz="845">
                <a:solidFill>
                  <a:srgbClr val="282929"/>
                </a:solidFill>
                <a:latin typeface="Roboto Condensed"/>
                <a:ea typeface="Roboto Condensed"/>
                <a:cs typeface="Roboto Condensed"/>
                <a:sym typeface="Roboto Condensed"/>
              </a:endParaRPr>
            </a:p>
          </p:txBody>
        </p:sp>
        <p:sp>
          <p:nvSpPr>
            <p:cNvPr id="690" name="Google Shape;503;p26">
              <a:extLst>
                <a:ext uri="{FF2B5EF4-FFF2-40B4-BE49-F238E27FC236}">
                  <a16:creationId xmlns:a16="http://schemas.microsoft.com/office/drawing/2014/main" id="{FE316690-84ED-007C-6829-338A8B47B9DC}"/>
                </a:ext>
              </a:extLst>
            </p:cNvPr>
            <p:cNvSpPr txBox="1"/>
            <p:nvPr/>
          </p:nvSpPr>
          <p:spPr>
            <a:xfrm>
              <a:off x="4864218" y="1470554"/>
              <a:ext cx="1867500" cy="273600"/>
            </a:xfrm>
            <a:prstGeom prst="rect">
              <a:avLst/>
            </a:prstGeom>
            <a:grpFill/>
            <a:ln>
              <a:noFill/>
            </a:ln>
          </p:spPr>
          <p:txBody>
            <a:bodyPr spcFirstLastPara="1" wrap="square" lIns="289875" tIns="96625" rIns="289875" bIns="96625" anchor="ctr" anchorCtr="0">
              <a:noAutofit/>
            </a:bodyPr>
            <a:lstStyle/>
            <a:p>
              <a:pPr marL="0" lvl="0" indent="0" algn="r"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GURLAKSHPREET KAUR</a:t>
              </a:r>
              <a:endParaRPr sz="845">
                <a:solidFill>
                  <a:srgbClr val="282929"/>
                </a:solidFill>
                <a:latin typeface="Roboto Condensed"/>
                <a:ea typeface="Roboto Condensed"/>
                <a:cs typeface="Roboto Condensed"/>
                <a:sym typeface="Roboto Condensed"/>
              </a:endParaRPr>
            </a:p>
          </p:txBody>
        </p:sp>
        <p:sp>
          <p:nvSpPr>
            <p:cNvPr id="691" name="Google Shape;504;p26">
              <a:extLst>
                <a:ext uri="{FF2B5EF4-FFF2-40B4-BE49-F238E27FC236}">
                  <a16:creationId xmlns:a16="http://schemas.microsoft.com/office/drawing/2014/main" id="{12EE519F-7544-AB7B-87DE-E09DD5275E3A}"/>
                </a:ext>
              </a:extLst>
            </p:cNvPr>
            <p:cNvSpPr/>
            <p:nvPr/>
          </p:nvSpPr>
          <p:spPr>
            <a:xfrm>
              <a:off x="5607637" y="2402884"/>
              <a:ext cx="956400" cy="956400"/>
            </a:xfrm>
            <a:prstGeom prst="ellipse">
              <a:avLst/>
            </a:prstGeom>
            <a:grpFill/>
            <a:ln w="20125" cap="flat" cmpd="sng">
              <a:solidFill>
                <a:srgbClr val="282929"/>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 sz="5073">
                  <a:solidFill>
                    <a:srgbClr val="282929"/>
                  </a:solidFill>
                  <a:latin typeface="Roboto Condensed"/>
                  <a:ea typeface="Roboto Condensed"/>
                  <a:cs typeface="Roboto Condensed"/>
                  <a:sym typeface="Roboto Condensed"/>
                </a:rPr>
                <a:t>03</a:t>
              </a:r>
              <a:endParaRPr sz="5073">
                <a:solidFill>
                  <a:srgbClr val="282929"/>
                </a:solidFill>
                <a:latin typeface="Roboto Condensed"/>
                <a:ea typeface="Roboto Condensed"/>
                <a:cs typeface="Roboto Condensed"/>
                <a:sym typeface="Roboto Condensed"/>
              </a:endParaRPr>
            </a:p>
          </p:txBody>
        </p:sp>
      </p:grpSp>
      <p:sp>
        <p:nvSpPr>
          <p:cNvPr id="692" name="Google Shape;505;p26">
            <a:extLst>
              <a:ext uri="{FF2B5EF4-FFF2-40B4-BE49-F238E27FC236}">
                <a16:creationId xmlns:a16="http://schemas.microsoft.com/office/drawing/2014/main" id="{C65FAD03-A959-39B2-1C0A-3A0686B5AC37}"/>
              </a:ext>
            </a:extLst>
          </p:cNvPr>
          <p:cNvSpPr txBox="1"/>
          <p:nvPr/>
        </p:nvSpPr>
        <p:spPr>
          <a:xfrm>
            <a:off x="105666" y="-2070868"/>
            <a:ext cx="4375800" cy="194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Noto Serif Gujarati"/>
                <a:ea typeface="Noto Serif Gujarati"/>
                <a:cs typeface="Noto Serif Gujarati"/>
                <a:sym typeface="Noto Serif Gujarati"/>
              </a:rPr>
              <a:t>The database includes employee and client tables storing personal details, roles, and contact information. Employees are linked to ongoing projects, while clients track total and active projects and engagement duration. Together, these tables organize workforce and client data, supporting efficient workflow management, project tracking, communication, and structured storage for the system.</a:t>
            </a:r>
            <a:endParaRPr sz="1300" dirty="0">
              <a:solidFill>
                <a:schemeClr val="accent1"/>
              </a:solidFill>
              <a:latin typeface="Noto Serif Gujarati"/>
              <a:ea typeface="Noto Serif Gujarati"/>
              <a:cs typeface="Noto Serif Gujarati"/>
              <a:sym typeface="Noto Serif Gujarati"/>
            </a:endParaRPr>
          </a:p>
        </p:txBody>
      </p:sp>
      <p:cxnSp>
        <p:nvCxnSpPr>
          <p:cNvPr id="693" name="Google Shape;506;p26">
            <a:extLst>
              <a:ext uri="{FF2B5EF4-FFF2-40B4-BE49-F238E27FC236}">
                <a16:creationId xmlns:a16="http://schemas.microsoft.com/office/drawing/2014/main" id="{57A72324-4C1C-CA0C-2F18-F701983BAF27}"/>
              </a:ext>
            </a:extLst>
          </p:cNvPr>
          <p:cNvCxnSpPr/>
          <p:nvPr/>
        </p:nvCxnSpPr>
        <p:spPr>
          <a:xfrm>
            <a:off x="4672669" y="-5046581"/>
            <a:ext cx="0" cy="4882500"/>
          </a:xfrm>
          <a:prstGeom prst="straightConnector1">
            <a:avLst/>
          </a:prstGeom>
          <a:noFill/>
          <a:ln w="9525" cap="flat" cmpd="sng">
            <a:solidFill>
              <a:schemeClr val="dk2"/>
            </a:solidFill>
            <a:prstDash val="solid"/>
            <a:round/>
            <a:headEnd type="none" w="med" len="med"/>
            <a:tailEnd type="none" w="med" len="med"/>
          </a:ln>
        </p:spPr>
      </p:cxnSp>
      <p:grpSp>
        <p:nvGrpSpPr>
          <p:cNvPr id="694" name="Google Shape;507;p26">
            <a:extLst>
              <a:ext uri="{FF2B5EF4-FFF2-40B4-BE49-F238E27FC236}">
                <a16:creationId xmlns:a16="http://schemas.microsoft.com/office/drawing/2014/main" id="{89964F34-93D0-C6B4-6623-F3BF47628F5E}"/>
              </a:ext>
            </a:extLst>
          </p:cNvPr>
          <p:cNvGrpSpPr/>
          <p:nvPr/>
        </p:nvGrpSpPr>
        <p:grpSpPr>
          <a:xfrm>
            <a:off x="4963676" y="-3871473"/>
            <a:ext cx="3969485" cy="2762700"/>
            <a:chOff x="4813297" y="426970"/>
            <a:chExt cx="3969485" cy="2762700"/>
          </a:xfrm>
        </p:grpSpPr>
        <p:sp>
          <p:nvSpPr>
            <p:cNvPr id="695" name="Google Shape;508;p26">
              <a:extLst>
                <a:ext uri="{FF2B5EF4-FFF2-40B4-BE49-F238E27FC236}">
                  <a16:creationId xmlns:a16="http://schemas.microsoft.com/office/drawing/2014/main" id="{40CBA3DF-1810-3845-80FC-E5C7BD05C2BF}"/>
                </a:ext>
              </a:extLst>
            </p:cNvPr>
            <p:cNvSpPr txBox="1"/>
            <p:nvPr/>
          </p:nvSpPr>
          <p:spPr>
            <a:xfrm>
              <a:off x="4813297" y="2557523"/>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8</a:t>
              </a:r>
              <a:endParaRPr sz="1100">
                <a:latin typeface="Work Sans"/>
                <a:ea typeface="Work Sans"/>
                <a:cs typeface="Work Sans"/>
                <a:sym typeface="Work Sans"/>
              </a:endParaRPr>
            </a:p>
          </p:txBody>
        </p:sp>
        <p:sp>
          <p:nvSpPr>
            <p:cNvPr id="696" name="Google Shape;509;p26">
              <a:extLst>
                <a:ext uri="{FF2B5EF4-FFF2-40B4-BE49-F238E27FC236}">
                  <a16:creationId xmlns:a16="http://schemas.microsoft.com/office/drawing/2014/main" id="{63B377EB-F104-10EB-091D-F85792E8BDEB}"/>
                </a:ext>
              </a:extLst>
            </p:cNvPr>
            <p:cNvSpPr txBox="1"/>
            <p:nvPr/>
          </p:nvSpPr>
          <p:spPr>
            <a:xfrm>
              <a:off x="5271582" y="426970"/>
              <a:ext cx="3511200" cy="27627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EMPLOYEES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DEPARTMENTS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CALENDAR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NOTICES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PROJECTS TABLE</a:t>
              </a:r>
            </a:p>
            <a:p>
              <a:pPr marL="0" lvl="0" indent="0" algn="l" rtl="0">
                <a:lnSpc>
                  <a:spcPct val="90000"/>
                </a:lnSpc>
                <a:spcBef>
                  <a:spcPts val="0"/>
                </a:spcBef>
                <a:spcAft>
                  <a:spcPts val="0"/>
                </a:spcAft>
                <a:buSzPts val="514"/>
                <a:buNone/>
              </a:pPr>
              <a:r>
                <a:rPr lang="en-US" sz="2158" dirty="0">
                  <a:solidFill>
                    <a:srgbClr val="006183"/>
                  </a:solidFill>
                  <a:latin typeface="Work Sans Medium"/>
                  <a:ea typeface="Work Sans Medium"/>
                  <a:cs typeface="Work Sans Medium"/>
                  <a:sym typeface="Work Sans Medium"/>
                </a:rPr>
                <a:t>TASKS TABLE</a:t>
              </a:r>
            </a:p>
            <a:p>
              <a:pPr marL="0" lvl="0" indent="0" algn="l" rtl="0">
                <a:lnSpc>
                  <a:spcPct val="90000"/>
                </a:lnSpc>
                <a:spcBef>
                  <a:spcPts val="0"/>
                </a:spcBef>
                <a:spcAft>
                  <a:spcPts val="0"/>
                </a:spcAft>
                <a:buSzPts val="514"/>
                <a:buNone/>
              </a:pPr>
              <a:r>
                <a:rPr lang="en-US" sz="2158" dirty="0">
                  <a:solidFill>
                    <a:srgbClr val="006183"/>
                  </a:solidFill>
                  <a:latin typeface="Work Sans Medium"/>
                  <a:ea typeface="Work Sans Medium"/>
                  <a:cs typeface="Work Sans Medium"/>
                  <a:sym typeface="Work Sans Medium"/>
                </a:rPr>
                <a:t>LOGS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LEAVES TABLE</a:t>
              </a:r>
              <a:endParaRPr sz="2158" dirty="0">
                <a:solidFill>
                  <a:srgbClr val="006183"/>
                </a:solidFill>
                <a:latin typeface="Work Sans Medium"/>
                <a:ea typeface="Work Sans Medium"/>
                <a:cs typeface="Work Sans Medium"/>
                <a:sym typeface="Work Sans Medium"/>
              </a:endParaRPr>
            </a:p>
            <a:p>
              <a:pPr marL="0" lvl="0" indent="0" algn="l" rtl="0">
                <a:lnSpc>
                  <a:spcPct val="90000"/>
                </a:lnSpc>
                <a:spcBef>
                  <a:spcPts val="0"/>
                </a:spcBef>
                <a:spcAft>
                  <a:spcPts val="0"/>
                </a:spcAft>
                <a:buSzPts val="514"/>
                <a:buNone/>
              </a:pPr>
              <a:r>
                <a:rPr lang="en" sz="2158" dirty="0">
                  <a:solidFill>
                    <a:srgbClr val="006183"/>
                  </a:solidFill>
                  <a:latin typeface="Work Sans Medium"/>
                  <a:ea typeface="Work Sans Medium"/>
                  <a:cs typeface="Work Sans Medium"/>
                  <a:sym typeface="Work Sans Medium"/>
                </a:rPr>
                <a:t>CLIENTS TABLE</a:t>
              </a:r>
              <a:endParaRPr sz="2158" dirty="0">
                <a:solidFill>
                  <a:srgbClr val="006183"/>
                </a:solidFill>
                <a:latin typeface="Work Sans Medium"/>
                <a:ea typeface="Work Sans Medium"/>
                <a:cs typeface="Work Sans Medium"/>
                <a:sym typeface="Work Sans Medium"/>
              </a:endParaRPr>
            </a:p>
          </p:txBody>
        </p:sp>
        <p:sp>
          <p:nvSpPr>
            <p:cNvPr id="697" name="Google Shape;510;p26">
              <a:extLst>
                <a:ext uri="{FF2B5EF4-FFF2-40B4-BE49-F238E27FC236}">
                  <a16:creationId xmlns:a16="http://schemas.microsoft.com/office/drawing/2014/main" id="{BEB60F51-EDA0-6EF2-70E4-F41313C0096E}"/>
                </a:ext>
              </a:extLst>
            </p:cNvPr>
            <p:cNvSpPr txBox="1"/>
            <p:nvPr/>
          </p:nvSpPr>
          <p:spPr>
            <a:xfrm>
              <a:off x="4813299" y="481258"/>
              <a:ext cx="340436" cy="17071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sz="1140">
                  <a:latin typeface="Familjen Grotesk"/>
                  <a:ea typeface="Familjen Grotesk"/>
                  <a:cs typeface="Familjen Grotesk"/>
                  <a:sym typeface="Familjen Grotesk"/>
                </a:rPr>
                <a:t>1</a:t>
              </a:r>
              <a:endParaRPr sz="1140">
                <a:latin typeface="Work Sans"/>
                <a:ea typeface="Work Sans"/>
                <a:cs typeface="Work Sans"/>
                <a:sym typeface="Work Sans"/>
              </a:endParaRPr>
            </a:p>
          </p:txBody>
        </p:sp>
        <p:sp>
          <p:nvSpPr>
            <p:cNvPr id="698" name="Google Shape;511;p26">
              <a:extLst>
                <a:ext uri="{FF2B5EF4-FFF2-40B4-BE49-F238E27FC236}">
                  <a16:creationId xmlns:a16="http://schemas.microsoft.com/office/drawing/2014/main" id="{B03E37FF-5D54-9C3B-2924-9CF95229D64E}"/>
                </a:ext>
              </a:extLst>
            </p:cNvPr>
            <p:cNvSpPr txBox="1"/>
            <p:nvPr/>
          </p:nvSpPr>
          <p:spPr>
            <a:xfrm>
              <a:off x="4813300" y="768607"/>
              <a:ext cx="340436" cy="170713"/>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2</a:t>
              </a:r>
              <a:endParaRPr sz="1100">
                <a:latin typeface="Work Sans"/>
                <a:ea typeface="Work Sans"/>
                <a:cs typeface="Work Sans"/>
                <a:sym typeface="Work Sans"/>
              </a:endParaRPr>
            </a:p>
          </p:txBody>
        </p:sp>
        <p:sp>
          <p:nvSpPr>
            <p:cNvPr id="699" name="Google Shape;512;p26">
              <a:extLst>
                <a:ext uri="{FF2B5EF4-FFF2-40B4-BE49-F238E27FC236}">
                  <a16:creationId xmlns:a16="http://schemas.microsoft.com/office/drawing/2014/main" id="{DBDC16E7-8979-65CA-5BEE-0D7537612BE8}"/>
                </a:ext>
              </a:extLst>
            </p:cNvPr>
            <p:cNvSpPr txBox="1"/>
            <p:nvPr/>
          </p:nvSpPr>
          <p:spPr>
            <a:xfrm>
              <a:off x="4813297" y="1055956"/>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3</a:t>
              </a:r>
              <a:endParaRPr sz="1100">
                <a:latin typeface="Work Sans"/>
                <a:ea typeface="Work Sans"/>
                <a:cs typeface="Work Sans"/>
                <a:sym typeface="Work Sans"/>
              </a:endParaRPr>
            </a:p>
          </p:txBody>
        </p:sp>
        <p:sp>
          <p:nvSpPr>
            <p:cNvPr id="700" name="Google Shape;513;p26">
              <a:extLst>
                <a:ext uri="{FF2B5EF4-FFF2-40B4-BE49-F238E27FC236}">
                  <a16:creationId xmlns:a16="http://schemas.microsoft.com/office/drawing/2014/main" id="{DE3E3520-13E4-CD7A-863F-5D417C10B88B}"/>
                </a:ext>
              </a:extLst>
            </p:cNvPr>
            <p:cNvSpPr txBox="1"/>
            <p:nvPr/>
          </p:nvSpPr>
          <p:spPr>
            <a:xfrm>
              <a:off x="4813297" y="1353037"/>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4</a:t>
              </a:r>
              <a:endParaRPr sz="1100">
                <a:latin typeface="Work Sans"/>
                <a:ea typeface="Work Sans"/>
                <a:cs typeface="Work Sans"/>
                <a:sym typeface="Work Sans"/>
              </a:endParaRPr>
            </a:p>
          </p:txBody>
        </p:sp>
        <p:sp>
          <p:nvSpPr>
            <p:cNvPr id="701" name="Google Shape;514;p26">
              <a:extLst>
                <a:ext uri="{FF2B5EF4-FFF2-40B4-BE49-F238E27FC236}">
                  <a16:creationId xmlns:a16="http://schemas.microsoft.com/office/drawing/2014/main" id="{BB1B003A-D202-1318-666E-5009BA557E05}"/>
                </a:ext>
              </a:extLst>
            </p:cNvPr>
            <p:cNvSpPr txBox="1"/>
            <p:nvPr/>
          </p:nvSpPr>
          <p:spPr>
            <a:xfrm>
              <a:off x="4813297" y="1650117"/>
              <a:ext cx="340436" cy="180444"/>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5</a:t>
              </a:r>
              <a:endParaRPr sz="1100">
                <a:latin typeface="Work Sans"/>
                <a:ea typeface="Work Sans"/>
                <a:cs typeface="Work Sans"/>
                <a:sym typeface="Work Sans"/>
              </a:endParaRPr>
            </a:p>
          </p:txBody>
        </p:sp>
        <p:sp>
          <p:nvSpPr>
            <p:cNvPr id="702" name="Google Shape;515;p26">
              <a:extLst>
                <a:ext uri="{FF2B5EF4-FFF2-40B4-BE49-F238E27FC236}">
                  <a16:creationId xmlns:a16="http://schemas.microsoft.com/office/drawing/2014/main" id="{53AB299D-99B4-4CA3-989D-EFD960E5B5C6}"/>
                </a:ext>
              </a:extLst>
            </p:cNvPr>
            <p:cNvSpPr txBox="1"/>
            <p:nvPr/>
          </p:nvSpPr>
          <p:spPr>
            <a:xfrm>
              <a:off x="4813297" y="1947198"/>
              <a:ext cx="340436" cy="188526"/>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6</a:t>
              </a:r>
              <a:endParaRPr sz="1100">
                <a:latin typeface="Work Sans"/>
                <a:ea typeface="Work Sans"/>
                <a:cs typeface="Work Sans"/>
                <a:sym typeface="Work Sans"/>
              </a:endParaRPr>
            </a:p>
          </p:txBody>
        </p:sp>
        <p:sp>
          <p:nvSpPr>
            <p:cNvPr id="703" name="Google Shape;516;p26">
              <a:extLst>
                <a:ext uri="{FF2B5EF4-FFF2-40B4-BE49-F238E27FC236}">
                  <a16:creationId xmlns:a16="http://schemas.microsoft.com/office/drawing/2014/main" id="{360F518D-F8CB-60B2-A870-25683B8105B2}"/>
                </a:ext>
              </a:extLst>
            </p:cNvPr>
            <p:cNvSpPr txBox="1"/>
            <p:nvPr/>
          </p:nvSpPr>
          <p:spPr>
            <a:xfrm>
              <a:off x="4813297" y="2252361"/>
              <a:ext cx="340436" cy="188526"/>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7</a:t>
              </a:r>
              <a:endParaRPr sz="1100">
                <a:latin typeface="Work Sans"/>
                <a:ea typeface="Work Sans"/>
                <a:cs typeface="Work Sans"/>
                <a:sym typeface="Work Sans"/>
              </a:endParaRPr>
            </a:p>
          </p:txBody>
        </p:sp>
        <p:sp>
          <p:nvSpPr>
            <p:cNvPr id="704" name="Google Shape;517;p26">
              <a:extLst>
                <a:ext uri="{FF2B5EF4-FFF2-40B4-BE49-F238E27FC236}">
                  <a16:creationId xmlns:a16="http://schemas.microsoft.com/office/drawing/2014/main" id="{5A1E630E-3FD6-8768-5C86-4812D73A9112}"/>
                </a:ext>
              </a:extLst>
            </p:cNvPr>
            <p:cNvSpPr txBox="1"/>
            <p:nvPr/>
          </p:nvSpPr>
          <p:spPr>
            <a:xfrm>
              <a:off x="4813297" y="2849123"/>
              <a:ext cx="340500" cy="1803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latin typeface="Familjen Grotesk"/>
                  <a:ea typeface="Familjen Grotesk"/>
                  <a:cs typeface="Familjen Grotesk"/>
                  <a:sym typeface="Familjen Grotesk"/>
                </a:rPr>
                <a:t>9</a:t>
              </a:r>
              <a:endParaRPr sz="1100">
                <a:latin typeface="Work Sans"/>
                <a:ea typeface="Work Sans"/>
                <a:cs typeface="Work Sans"/>
                <a:sym typeface="Work Sans"/>
              </a:endParaRPr>
            </a:p>
          </p:txBody>
        </p:sp>
      </p:grpSp>
    </p:spTree>
    <p:extLst>
      <p:ext uri="{BB962C8B-B14F-4D97-AF65-F5344CB8AC3E}">
        <p14:creationId xmlns:p14="http://schemas.microsoft.com/office/powerpoint/2010/main" val="20435411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BC3F"/>
        </a:solidFill>
        <a:effectLst/>
      </p:bgPr>
    </p:bg>
    <p:spTree>
      <p:nvGrpSpPr>
        <p:cNvPr id="1" name="Shape 521"/>
        <p:cNvGrpSpPr/>
        <p:nvPr/>
      </p:nvGrpSpPr>
      <p:grpSpPr>
        <a:xfrm>
          <a:off x="0" y="0"/>
          <a:ext cx="0" cy="0"/>
          <a:chOff x="0" y="0"/>
          <a:chExt cx="0" cy="0"/>
        </a:xfrm>
      </p:grpSpPr>
      <p:sp>
        <p:nvSpPr>
          <p:cNvPr id="522" name="Google Shape;522;p27"/>
          <p:cNvSpPr/>
          <p:nvPr/>
        </p:nvSpPr>
        <p:spPr>
          <a:xfrm>
            <a:off x="665325" y="946825"/>
            <a:ext cx="1212900" cy="460500"/>
          </a:xfrm>
          <a:prstGeom prst="rect">
            <a:avLst/>
          </a:prstGeom>
          <a:solidFill>
            <a:srgbClr val="EFBC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2" name="Group 1">
            <a:extLst>
              <a:ext uri="{FF2B5EF4-FFF2-40B4-BE49-F238E27FC236}">
                <a16:creationId xmlns:a16="http://schemas.microsoft.com/office/drawing/2014/main" id="{30483DCF-045C-4BC3-6248-764D53A2BAFE}"/>
              </a:ext>
            </a:extLst>
          </p:cNvPr>
          <p:cNvGrpSpPr/>
          <p:nvPr/>
        </p:nvGrpSpPr>
        <p:grpSpPr>
          <a:xfrm>
            <a:off x="-19" y="2"/>
            <a:ext cx="4572034" cy="2898865"/>
            <a:chOff x="-19" y="2"/>
            <a:chExt cx="4572034" cy="2898865"/>
          </a:xfrm>
        </p:grpSpPr>
        <p:sp>
          <p:nvSpPr>
            <p:cNvPr id="524" name="Google Shape;524;p27"/>
            <p:cNvSpPr/>
            <p:nvPr/>
          </p:nvSpPr>
          <p:spPr>
            <a:xfrm>
              <a:off x="3692" y="2"/>
              <a:ext cx="4564742" cy="2784880"/>
            </a:xfrm>
            <a:prstGeom prst="rect">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25" name="Google Shape;525;p27"/>
            <p:cNvSpPr/>
            <p:nvPr/>
          </p:nvSpPr>
          <p:spPr>
            <a:xfrm>
              <a:off x="3692"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26" name="Google Shape;526;p27"/>
            <p:cNvSpPr/>
            <p:nvPr/>
          </p:nvSpPr>
          <p:spPr>
            <a:xfrm>
              <a:off x="231929"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27" name="Google Shape;527;p27"/>
            <p:cNvSpPr/>
            <p:nvPr/>
          </p:nvSpPr>
          <p:spPr>
            <a:xfrm>
              <a:off x="460165"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28" name="Google Shape;528;p27"/>
            <p:cNvSpPr/>
            <p:nvPr/>
          </p:nvSpPr>
          <p:spPr>
            <a:xfrm>
              <a:off x="688401"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29" name="Google Shape;529;p27"/>
            <p:cNvSpPr/>
            <p:nvPr/>
          </p:nvSpPr>
          <p:spPr>
            <a:xfrm>
              <a:off x="916637"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0" name="Google Shape;530;p27"/>
            <p:cNvSpPr/>
            <p:nvPr/>
          </p:nvSpPr>
          <p:spPr>
            <a:xfrm>
              <a:off x="1144873"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1" name="Google Shape;531;p27"/>
            <p:cNvSpPr/>
            <p:nvPr/>
          </p:nvSpPr>
          <p:spPr>
            <a:xfrm>
              <a:off x="1373109"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2" name="Google Shape;532;p27"/>
            <p:cNvSpPr/>
            <p:nvPr/>
          </p:nvSpPr>
          <p:spPr>
            <a:xfrm>
              <a:off x="1601345"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3" name="Google Shape;533;p27"/>
            <p:cNvSpPr/>
            <p:nvPr/>
          </p:nvSpPr>
          <p:spPr>
            <a:xfrm>
              <a:off x="1829581"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4" name="Google Shape;534;p27"/>
            <p:cNvSpPr/>
            <p:nvPr/>
          </p:nvSpPr>
          <p:spPr>
            <a:xfrm>
              <a:off x="2057817"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5" name="Google Shape;535;p27"/>
            <p:cNvSpPr/>
            <p:nvPr/>
          </p:nvSpPr>
          <p:spPr>
            <a:xfrm>
              <a:off x="2286053"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6" name="Google Shape;536;p27"/>
            <p:cNvSpPr/>
            <p:nvPr/>
          </p:nvSpPr>
          <p:spPr>
            <a:xfrm>
              <a:off x="2514288"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7" name="Google Shape;537;p27"/>
            <p:cNvSpPr/>
            <p:nvPr/>
          </p:nvSpPr>
          <p:spPr>
            <a:xfrm>
              <a:off x="2742524"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8" name="Google Shape;538;p27"/>
            <p:cNvSpPr/>
            <p:nvPr/>
          </p:nvSpPr>
          <p:spPr>
            <a:xfrm>
              <a:off x="2970760"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9" name="Google Shape;539;p27"/>
            <p:cNvSpPr/>
            <p:nvPr/>
          </p:nvSpPr>
          <p:spPr>
            <a:xfrm>
              <a:off x="3198996"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40" name="Google Shape;540;p27"/>
            <p:cNvSpPr/>
            <p:nvPr/>
          </p:nvSpPr>
          <p:spPr>
            <a:xfrm>
              <a:off x="3427232"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41" name="Google Shape;541;p27"/>
            <p:cNvSpPr/>
            <p:nvPr/>
          </p:nvSpPr>
          <p:spPr>
            <a:xfrm>
              <a:off x="3655468"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42" name="Google Shape;542;p27"/>
            <p:cNvSpPr/>
            <p:nvPr/>
          </p:nvSpPr>
          <p:spPr>
            <a:xfrm>
              <a:off x="3883704"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43" name="Google Shape;543;p27"/>
            <p:cNvSpPr/>
            <p:nvPr/>
          </p:nvSpPr>
          <p:spPr>
            <a:xfrm>
              <a:off x="4111940"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44" name="Google Shape;544;p27"/>
            <p:cNvSpPr/>
            <p:nvPr/>
          </p:nvSpPr>
          <p:spPr>
            <a:xfrm>
              <a:off x="4340176"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45" name="Google Shape;545;p27"/>
            <p:cNvSpPr txBox="1"/>
            <p:nvPr/>
          </p:nvSpPr>
          <p:spPr>
            <a:xfrm>
              <a:off x="3687" y="865101"/>
              <a:ext cx="3523266" cy="1835345"/>
            </a:xfrm>
            <a:prstGeom prst="rect">
              <a:avLst/>
            </a:prstGeom>
            <a:noFill/>
            <a:ln>
              <a:noFill/>
            </a:ln>
          </p:spPr>
          <p:txBody>
            <a:bodyPr spcFirstLastPara="1" wrap="square" lIns="289875" tIns="96625" rIns="289875" bIns="96625" anchor="ctr" anchorCtr="0">
              <a:noAutofit/>
            </a:bodyPr>
            <a:lstStyle/>
            <a:p>
              <a:pPr marL="0" lvl="0" indent="0" algn="l" rtl="0">
                <a:lnSpc>
                  <a:spcPct val="90000"/>
                </a:lnSpc>
                <a:spcBef>
                  <a:spcPts val="0"/>
                </a:spcBef>
                <a:spcAft>
                  <a:spcPts val="0"/>
                </a:spcAft>
                <a:buNone/>
              </a:pPr>
              <a:r>
                <a:rPr lang="en-GB" sz="4361" dirty="0">
                  <a:solidFill>
                    <a:srgbClr val="282929"/>
                  </a:solidFill>
                  <a:latin typeface="Noto Serif Gujarati"/>
                  <a:ea typeface="Noto Serif Gujarati"/>
                  <a:cs typeface="Noto Serif Gujarati"/>
                  <a:sym typeface="Noto Serif Gujarati"/>
                </a:rPr>
                <a:t>DESIGN</a:t>
              </a:r>
            </a:p>
          </p:txBody>
        </p:sp>
        <p:cxnSp>
          <p:nvCxnSpPr>
            <p:cNvPr id="546" name="Google Shape;546;p27"/>
            <p:cNvCxnSpPr/>
            <p:nvPr/>
          </p:nvCxnSpPr>
          <p:spPr>
            <a:xfrm>
              <a:off x="-19" y="865096"/>
              <a:ext cx="4572034" cy="0"/>
            </a:xfrm>
            <a:prstGeom prst="straightConnector1">
              <a:avLst/>
            </a:prstGeom>
            <a:solidFill>
              <a:srgbClr val="FFFFFF">
                <a:alpha val="0"/>
              </a:srgbClr>
            </a:solidFill>
            <a:ln w="20125" cap="flat" cmpd="sng">
              <a:solidFill>
                <a:srgbClr val="282929"/>
              </a:solidFill>
              <a:prstDash val="solid"/>
              <a:round/>
              <a:headEnd type="none" w="med" len="med"/>
              <a:tailEnd type="none" w="med" len="med"/>
            </a:ln>
          </p:spPr>
        </p:cxnSp>
        <p:cxnSp>
          <p:nvCxnSpPr>
            <p:cNvPr id="547" name="Google Shape;547;p27"/>
            <p:cNvCxnSpPr/>
            <p:nvPr/>
          </p:nvCxnSpPr>
          <p:spPr>
            <a:xfrm>
              <a:off x="-19" y="575428"/>
              <a:ext cx="4572034" cy="0"/>
            </a:xfrm>
            <a:prstGeom prst="straightConnector1">
              <a:avLst/>
            </a:prstGeom>
            <a:solidFill>
              <a:srgbClr val="FFFFFF">
                <a:alpha val="0"/>
              </a:srgbClr>
            </a:solidFill>
            <a:ln w="20125" cap="flat" cmpd="sng">
              <a:solidFill>
                <a:srgbClr val="282929"/>
              </a:solidFill>
              <a:prstDash val="solid"/>
              <a:round/>
              <a:headEnd type="none" w="med" len="med"/>
              <a:tailEnd type="none" w="med" len="med"/>
            </a:ln>
          </p:spPr>
        </p:cxnSp>
        <p:cxnSp>
          <p:nvCxnSpPr>
            <p:cNvPr id="548" name="Google Shape;548;p27"/>
            <p:cNvCxnSpPr/>
            <p:nvPr/>
          </p:nvCxnSpPr>
          <p:spPr>
            <a:xfrm>
              <a:off x="-19" y="285759"/>
              <a:ext cx="4572034" cy="0"/>
            </a:xfrm>
            <a:prstGeom prst="straightConnector1">
              <a:avLst/>
            </a:prstGeom>
            <a:solidFill>
              <a:srgbClr val="FFFFFF">
                <a:alpha val="0"/>
              </a:srgbClr>
            </a:solidFill>
            <a:ln w="20125" cap="flat" cmpd="sng">
              <a:solidFill>
                <a:srgbClr val="282929"/>
              </a:solidFill>
              <a:prstDash val="solid"/>
              <a:round/>
              <a:headEnd type="none" w="med" len="med"/>
              <a:tailEnd type="none" w="med" len="med"/>
            </a:ln>
          </p:spPr>
        </p:cxnSp>
        <p:sp>
          <p:nvSpPr>
            <p:cNvPr id="549" name="Google Shape;549;p27"/>
            <p:cNvSpPr txBox="1"/>
            <p:nvPr/>
          </p:nvSpPr>
          <p:spPr>
            <a:xfrm>
              <a:off x="-19" y="285759"/>
              <a:ext cx="2301076" cy="289141"/>
            </a:xfrm>
            <a:prstGeom prst="rect">
              <a:avLst/>
            </a:prstGeom>
            <a:noFill/>
            <a:ln>
              <a:noFill/>
            </a:ln>
          </p:spPr>
          <p:txBody>
            <a:bodyPr spcFirstLastPara="1" wrap="square" lIns="289875" tIns="96625" rIns="289875" bIns="96625" anchor="ctr" anchorCtr="0">
              <a:noAutofit/>
            </a:bodyPr>
            <a:lstStyle/>
            <a:p>
              <a:pPr marL="0" lvl="0" indent="0" algn="l"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WORKFLOW  MANAGEMENT SYSTEM</a:t>
              </a:r>
              <a:endParaRPr sz="845">
                <a:solidFill>
                  <a:srgbClr val="282929"/>
                </a:solidFill>
                <a:latin typeface="Roboto Condensed"/>
                <a:ea typeface="Roboto Condensed"/>
                <a:cs typeface="Roboto Condensed"/>
                <a:sym typeface="Roboto Condensed"/>
              </a:endParaRPr>
            </a:p>
          </p:txBody>
        </p:sp>
        <p:sp>
          <p:nvSpPr>
            <p:cNvPr id="550" name="Google Shape;550;p27"/>
            <p:cNvSpPr txBox="1"/>
            <p:nvPr/>
          </p:nvSpPr>
          <p:spPr>
            <a:xfrm>
              <a:off x="2595210" y="285759"/>
              <a:ext cx="1973574" cy="289141"/>
            </a:xfrm>
            <a:prstGeom prst="rect">
              <a:avLst/>
            </a:prstGeom>
            <a:noFill/>
            <a:ln>
              <a:noFill/>
            </a:ln>
          </p:spPr>
          <p:txBody>
            <a:bodyPr spcFirstLastPara="1" wrap="square" lIns="289875" tIns="96625" rIns="289875" bIns="96625" anchor="ctr" anchorCtr="0">
              <a:noAutofit/>
            </a:bodyPr>
            <a:lstStyle/>
            <a:p>
              <a:pPr marL="0" lvl="0" indent="0" algn="r"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GURLAKSHPREET KAUR</a:t>
              </a:r>
              <a:endParaRPr sz="845">
                <a:solidFill>
                  <a:srgbClr val="282929"/>
                </a:solidFill>
                <a:latin typeface="Roboto Condensed"/>
                <a:ea typeface="Roboto Condensed"/>
                <a:cs typeface="Roboto Condensed"/>
                <a:sym typeface="Roboto Condensed"/>
              </a:endParaRPr>
            </a:p>
          </p:txBody>
        </p:sp>
        <p:sp>
          <p:nvSpPr>
            <p:cNvPr id="551" name="Google Shape;551;p27"/>
            <p:cNvSpPr/>
            <p:nvPr/>
          </p:nvSpPr>
          <p:spPr>
            <a:xfrm>
              <a:off x="3380856" y="1271045"/>
              <a:ext cx="1010724" cy="1010724"/>
            </a:xfrm>
            <a:prstGeom prst="ellipse">
              <a:avLst/>
            </a:prstGeom>
            <a:noFill/>
            <a:ln w="20125" cap="flat" cmpd="sng">
              <a:solidFill>
                <a:srgbClr val="282929"/>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 sz="5073">
                  <a:solidFill>
                    <a:srgbClr val="282929"/>
                  </a:solidFill>
                  <a:latin typeface="Roboto Condensed"/>
                  <a:ea typeface="Roboto Condensed"/>
                  <a:cs typeface="Roboto Condensed"/>
                  <a:sym typeface="Roboto Condensed"/>
                </a:rPr>
                <a:t>04</a:t>
              </a:r>
              <a:endParaRPr sz="5073">
                <a:solidFill>
                  <a:srgbClr val="282929"/>
                </a:solidFill>
                <a:latin typeface="Roboto Condensed"/>
                <a:ea typeface="Roboto Condensed"/>
                <a:cs typeface="Roboto Condensed"/>
                <a:sym typeface="Roboto Condensed"/>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BC3F"/>
        </a:solidFill>
        <a:effectLst/>
      </p:bgPr>
    </p:bg>
    <p:spTree>
      <p:nvGrpSpPr>
        <p:cNvPr id="1" name="Shape 521">
          <a:extLst>
            <a:ext uri="{FF2B5EF4-FFF2-40B4-BE49-F238E27FC236}">
              <a16:creationId xmlns:a16="http://schemas.microsoft.com/office/drawing/2014/main" id="{7EC357F5-E2E2-4F5D-42F4-E6EE5CFF3FD8}"/>
            </a:ext>
          </a:extLst>
        </p:cNvPr>
        <p:cNvGrpSpPr/>
        <p:nvPr/>
      </p:nvGrpSpPr>
      <p:grpSpPr>
        <a:xfrm>
          <a:off x="0" y="0"/>
          <a:ext cx="0" cy="0"/>
          <a:chOff x="0" y="0"/>
          <a:chExt cx="0" cy="0"/>
        </a:xfrm>
      </p:grpSpPr>
      <p:sp>
        <p:nvSpPr>
          <p:cNvPr id="522" name="Google Shape;522;p27">
            <a:extLst>
              <a:ext uri="{FF2B5EF4-FFF2-40B4-BE49-F238E27FC236}">
                <a16:creationId xmlns:a16="http://schemas.microsoft.com/office/drawing/2014/main" id="{659C1CC0-DE70-63C1-EFAF-7B2A107F5C4B}"/>
              </a:ext>
            </a:extLst>
          </p:cNvPr>
          <p:cNvSpPr/>
          <p:nvPr/>
        </p:nvSpPr>
        <p:spPr>
          <a:xfrm>
            <a:off x="665325" y="946825"/>
            <a:ext cx="1212900" cy="460500"/>
          </a:xfrm>
          <a:prstGeom prst="rect">
            <a:avLst/>
          </a:prstGeom>
          <a:solidFill>
            <a:srgbClr val="EFBC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4" name="Google Shape;524;p27">
            <a:extLst>
              <a:ext uri="{FF2B5EF4-FFF2-40B4-BE49-F238E27FC236}">
                <a16:creationId xmlns:a16="http://schemas.microsoft.com/office/drawing/2014/main" id="{F0222C07-8EA9-5F52-D9FA-56EA3CD29B18}"/>
              </a:ext>
            </a:extLst>
          </p:cNvPr>
          <p:cNvSpPr/>
          <p:nvPr/>
        </p:nvSpPr>
        <p:spPr>
          <a:xfrm>
            <a:off x="3692" y="2"/>
            <a:ext cx="4564742" cy="2784880"/>
          </a:xfrm>
          <a:prstGeom prst="rect">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25" name="Google Shape;525;p27">
            <a:extLst>
              <a:ext uri="{FF2B5EF4-FFF2-40B4-BE49-F238E27FC236}">
                <a16:creationId xmlns:a16="http://schemas.microsoft.com/office/drawing/2014/main" id="{CFDA6E01-79E4-8037-6A85-80E77CC1DA57}"/>
              </a:ext>
            </a:extLst>
          </p:cNvPr>
          <p:cNvSpPr/>
          <p:nvPr/>
        </p:nvSpPr>
        <p:spPr>
          <a:xfrm>
            <a:off x="3692"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26" name="Google Shape;526;p27">
            <a:extLst>
              <a:ext uri="{FF2B5EF4-FFF2-40B4-BE49-F238E27FC236}">
                <a16:creationId xmlns:a16="http://schemas.microsoft.com/office/drawing/2014/main" id="{D72ECFFA-08B9-8343-C463-15D2373C0493}"/>
              </a:ext>
            </a:extLst>
          </p:cNvPr>
          <p:cNvSpPr/>
          <p:nvPr/>
        </p:nvSpPr>
        <p:spPr>
          <a:xfrm>
            <a:off x="231929"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27" name="Google Shape;527;p27">
            <a:extLst>
              <a:ext uri="{FF2B5EF4-FFF2-40B4-BE49-F238E27FC236}">
                <a16:creationId xmlns:a16="http://schemas.microsoft.com/office/drawing/2014/main" id="{E4B89472-67F7-952C-ACC7-D3D6CA3B2C2A}"/>
              </a:ext>
            </a:extLst>
          </p:cNvPr>
          <p:cNvSpPr/>
          <p:nvPr/>
        </p:nvSpPr>
        <p:spPr>
          <a:xfrm>
            <a:off x="460165"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28" name="Google Shape;528;p27">
            <a:extLst>
              <a:ext uri="{FF2B5EF4-FFF2-40B4-BE49-F238E27FC236}">
                <a16:creationId xmlns:a16="http://schemas.microsoft.com/office/drawing/2014/main" id="{71EDD963-ADA1-2E71-3ADA-E0DFD8403390}"/>
              </a:ext>
            </a:extLst>
          </p:cNvPr>
          <p:cNvSpPr/>
          <p:nvPr/>
        </p:nvSpPr>
        <p:spPr>
          <a:xfrm>
            <a:off x="688401"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29" name="Google Shape;529;p27">
            <a:extLst>
              <a:ext uri="{FF2B5EF4-FFF2-40B4-BE49-F238E27FC236}">
                <a16:creationId xmlns:a16="http://schemas.microsoft.com/office/drawing/2014/main" id="{87964547-4AFD-FF72-D581-B9F19460E118}"/>
              </a:ext>
            </a:extLst>
          </p:cNvPr>
          <p:cNvSpPr/>
          <p:nvPr/>
        </p:nvSpPr>
        <p:spPr>
          <a:xfrm>
            <a:off x="916637"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0" name="Google Shape;530;p27">
            <a:extLst>
              <a:ext uri="{FF2B5EF4-FFF2-40B4-BE49-F238E27FC236}">
                <a16:creationId xmlns:a16="http://schemas.microsoft.com/office/drawing/2014/main" id="{BEA27E70-F23B-5C51-3628-0B711FDD177A}"/>
              </a:ext>
            </a:extLst>
          </p:cNvPr>
          <p:cNvSpPr/>
          <p:nvPr/>
        </p:nvSpPr>
        <p:spPr>
          <a:xfrm>
            <a:off x="1144873"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1" name="Google Shape;531;p27">
            <a:extLst>
              <a:ext uri="{FF2B5EF4-FFF2-40B4-BE49-F238E27FC236}">
                <a16:creationId xmlns:a16="http://schemas.microsoft.com/office/drawing/2014/main" id="{635BF292-FB8D-007A-6748-1457189C8744}"/>
              </a:ext>
            </a:extLst>
          </p:cNvPr>
          <p:cNvSpPr/>
          <p:nvPr/>
        </p:nvSpPr>
        <p:spPr>
          <a:xfrm>
            <a:off x="1373109"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2" name="Google Shape;532;p27">
            <a:extLst>
              <a:ext uri="{FF2B5EF4-FFF2-40B4-BE49-F238E27FC236}">
                <a16:creationId xmlns:a16="http://schemas.microsoft.com/office/drawing/2014/main" id="{633BB985-F82B-C4E0-82C0-0F5DA9B95637}"/>
              </a:ext>
            </a:extLst>
          </p:cNvPr>
          <p:cNvSpPr/>
          <p:nvPr/>
        </p:nvSpPr>
        <p:spPr>
          <a:xfrm>
            <a:off x="1601345"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3" name="Google Shape;533;p27">
            <a:extLst>
              <a:ext uri="{FF2B5EF4-FFF2-40B4-BE49-F238E27FC236}">
                <a16:creationId xmlns:a16="http://schemas.microsoft.com/office/drawing/2014/main" id="{E6549EBB-89BB-10E5-7041-CD86D649DFFE}"/>
              </a:ext>
            </a:extLst>
          </p:cNvPr>
          <p:cNvSpPr/>
          <p:nvPr/>
        </p:nvSpPr>
        <p:spPr>
          <a:xfrm>
            <a:off x="1829581"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4" name="Google Shape;534;p27">
            <a:extLst>
              <a:ext uri="{FF2B5EF4-FFF2-40B4-BE49-F238E27FC236}">
                <a16:creationId xmlns:a16="http://schemas.microsoft.com/office/drawing/2014/main" id="{7E5D758C-A234-8125-C4D7-C57C42E27906}"/>
              </a:ext>
            </a:extLst>
          </p:cNvPr>
          <p:cNvSpPr/>
          <p:nvPr/>
        </p:nvSpPr>
        <p:spPr>
          <a:xfrm>
            <a:off x="2057817"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5" name="Google Shape;535;p27">
            <a:extLst>
              <a:ext uri="{FF2B5EF4-FFF2-40B4-BE49-F238E27FC236}">
                <a16:creationId xmlns:a16="http://schemas.microsoft.com/office/drawing/2014/main" id="{DB14DE84-E8A0-4933-6335-5F9BF714990D}"/>
              </a:ext>
            </a:extLst>
          </p:cNvPr>
          <p:cNvSpPr/>
          <p:nvPr/>
        </p:nvSpPr>
        <p:spPr>
          <a:xfrm>
            <a:off x="2286053"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6" name="Google Shape;536;p27">
            <a:extLst>
              <a:ext uri="{FF2B5EF4-FFF2-40B4-BE49-F238E27FC236}">
                <a16:creationId xmlns:a16="http://schemas.microsoft.com/office/drawing/2014/main" id="{28EC0F12-6033-882C-9F97-46A931263C43}"/>
              </a:ext>
            </a:extLst>
          </p:cNvPr>
          <p:cNvSpPr/>
          <p:nvPr/>
        </p:nvSpPr>
        <p:spPr>
          <a:xfrm>
            <a:off x="2514288"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7" name="Google Shape;537;p27">
            <a:extLst>
              <a:ext uri="{FF2B5EF4-FFF2-40B4-BE49-F238E27FC236}">
                <a16:creationId xmlns:a16="http://schemas.microsoft.com/office/drawing/2014/main" id="{C366518E-1D7F-79F5-967C-1E2BF7BF391C}"/>
              </a:ext>
            </a:extLst>
          </p:cNvPr>
          <p:cNvSpPr/>
          <p:nvPr/>
        </p:nvSpPr>
        <p:spPr>
          <a:xfrm>
            <a:off x="2742524"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8" name="Google Shape;538;p27">
            <a:extLst>
              <a:ext uri="{FF2B5EF4-FFF2-40B4-BE49-F238E27FC236}">
                <a16:creationId xmlns:a16="http://schemas.microsoft.com/office/drawing/2014/main" id="{237FC9C0-8D4E-E244-4B3A-5E3D3D3A9EB7}"/>
              </a:ext>
            </a:extLst>
          </p:cNvPr>
          <p:cNvSpPr/>
          <p:nvPr/>
        </p:nvSpPr>
        <p:spPr>
          <a:xfrm>
            <a:off x="2970760"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39" name="Google Shape;539;p27">
            <a:extLst>
              <a:ext uri="{FF2B5EF4-FFF2-40B4-BE49-F238E27FC236}">
                <a16:creationId xmlns:a16="http://schemas.microsoft.com/office/drawing/2014/main" id="{B3BD9780-168E-C5E0-F6FF-1505C17FB0DB}"/>
              </a:ext>
            </a:extLst>
          </p:cNvPr>
          <p:cNvSpPr/>
          <p:nvPr/>
        </p:nvSpPr>
        <p:spPr>
          <a:xfrm>
            <a:off x="3198996"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40" name="Google Shape;540;p27">
            <a:extLst>
              <a:ext uri="{FF2B5EF4-FFF2-40B4-BE49-F238E27FC236}">
                <a16:creationId xmlns:a16="http://schemas.microsoft.com/office/drawing/2014/main" id="{9F524B6D-FECA-FF3A-317A-5A942A3523B5}"/>
              </a:ext>
            </a:extLst>
          </p:cNvPr>
          <p:cNvSpPr/>
          <p:nvPr/>
        </p:nvSpPr>
        <p:spPr>
          <a:xfrm>
            <a:off x="3427232"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41" name="Google Shape;541;p27">
            <a:extLst>
              <a:ext uri="{FF2B5EF4-FFF2-40B4-BE49-F238E27FC236}">
                <a16:creationId xmlns:a16="http://schemas.microsoft.com/office/drawing/2014/main" id="{50B64DFF-FB58-D4DC-B9AA-D2652FE8FD27}"/>
              </a:ext>
            </a:extLst>
          </p:cNvPr>
          <p:cNvSpPr/>
          <p:nvPr/>
        </p:nvSpPr>
        <p:spPr>
          <a:xfrm>
            <a:off x="3655468"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42" name="Google Shape;542;p27">
            <a:extLst>
              <a:ext uri="{FF2B5EF4-FFF2-40B4-BE49-F238E27FC236}">
                <a16:creationId xmlns:a16="http://schemas.microsoft.com/office/drawing/2014/main" id="{99415C2B-D8C9-0A42-B468-67370B3FCE81}"/>
              </a:ext>
            </a:extLst>
          </p:cNvPr>
          <p:cNvSpPr/>
          <p:nvPr/>
        </p:nvSpPr>
        <p:spPr>
          <a:xfrm>
            <a:off x="3883704"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43" name="Google Shape;543;p27">
            <a:extLst>
              <a:ext uri="{FF2B5EF4-FFF2-40B4-BE49-F238E27FC236}">
                <a16:creationId xmlns:a16="http://schemas.microsoft.com/office/drawing/2014/main" id="{A1DE8292-6F48-7FBB-29FB-861E0366454C}"/>
              </a:ext>
            </a:extLst>
          </p:cNvPr>
          <p:cNvSpPr/>
          <p:nvPr/>
        </p:nvSpPr>
        <p:spPr>
          <a:xfrm>
            <a:off x="4111940"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44" name="Google Shape;544;p27">
            <a:extLst>
              <a:ext uri="{FF2B5EF4-FFF2-40B4-BE49-F238E27FC236}">
                <a16:creationId xmlns:a16="http://schemas.microsoft.com/office/drawing/2014/main" id="{49F457AD-B9C8-7F13-8A99-78800A297F5A}"/>
              </a:ext>
            </a:extLst>
          </p:cNvPr>
          <p:cNvSpPr/>
          <p:nvPr/>
        </p:nvSpPr>
        <p:spPr>
          <a:xfrm>
            <a:off x="4340176" y="2670598"/>
            <a:ext cx="228269" cy="228269"/>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45" name="Google Shape;545;p27">
            <a:extLst>
              <a:ext uri="{FF2B5EF4-FFF2-40B4-BE49-F238E27FC236}">
                <a16:creationId xmlns:a16="http://schemas.microsoft.com/office/drawing/2014/main" id="{2F0519F9-14B5-7296-68C9-0B11B9AF5A0F}"/>
              </a:ext>
            </a:extLst>
          </p:cNvPr>
          <p:cNvSpPr txBox="1"/>
          <p:nvPr/>
        </p:nvSpPr>
        <p:spPr>
          <a:xfrm>
            <a:off x="3687" y="865101"/>
            <a:ext cx="3523266" cy="1835345"/>
          </a:xfrm>
          <a:prstGeom prst="rect">
            <a:avLst/>
          </a:prstGeom>
          <a:noFill/>
          <a:ln>
            <a:noFill/>
          </a:ln>
        </p:spPr>
        <p:txBody>
          <a:bodyPr spcFirstLastPara="1" wrap="square" lIns="289875" tIns="96625" rIns="289875" bIns="96625" anchor="ctr" anchorCtr="0">
            <a:noAutofit/>
          </a:bodyPr>
          <a:lstStyle/>
          <a:p>
            <a:pPr marL="0" lvl="0" indent="0" algn="l" rtl="0">
              <a:lnSpc>
                <a:spcPct val="90000"/>
              </a:lnSpc>
              <a:spcBef>
                <a:spcPts val="0"/>
              </a:spcBef>
              <a:spcAft>
                <a:spcPts val="0"/>
              </a:spcAft>
              <a:buNone/>
            </a:pPr>
            <a:r>
              <a:rPr lang="en" sz="4361" dirty="0">
                <a:solidFill>
                  <a:srgbClr val="282929"/>
                </a:solidFill>
                <a:latin typeface="Noto Serif Gujarati"/>
                <a:ea typeface="Noto Serif Gujarati"/>
                <a:cs typeface="Noto Serif Gujarati"/>
                <a:sym typeface="Noto Serif Gujarati"/>
              </a:rPr>
              <a:t>DESIGN</a:t>
            </a:r>
            <a:endParaRPr sz="4361" dirty="0">
              <a:solidFill>
                <a:srgbClr val="282929"/>
              </a:solidFill>
              <a:latin typeface="Noto Serif Gujarati"/>
              <a:ea typeface="Noto Serif Gujarati"/>
              <a:cs typeface="Noto Serif Gujarati"/>
              <a:sym typeface="Noto Serif Gujarati"/>
            </a:endParaRPr>
          </a:p>
        </p:txBody>
      </p:sp>
      <p:cxnSp>
        <p:nvCxnSpPr>
          <p:cNvPr id="546" name="Google Shape;546;p27">
            <a:extLst>
              <a:ext uri="{FF2B5EF4-FFF2-40B4-BE49-F238E27FC236}">
                <a16:creationId xmlns:a16="http://schemas.microsoft.com/office/drawing/2014/main" id="{83CAC3AA-03DD-80D5-1686-3DD0B023A5C5}"/>
              </a:ext>
            </a:extLst>
          </p:cNvPr>
          <p:cNvCxnSpPr/>
          <p:nvPr/>
        </p:nvCxnSpPr>
        <p:spPr>
          <a:xfrm>
            <a:off x="-19" y="865096"/>
            <a:ext cx="4572034" cy="0"/>
          </a:xfrm>
          <a:prstGeom prst="straightConnector1">
            <a:avLst/>
          </a:prstGeom>
          <a:solidFill>
            <a:srgbClr val="FFFFFF">
              <a:alpha val="0"/>
            </a:srgbClr>
          </a:solidFill>
          <a:ln w="20125" cap="flat" cmpd="sng">
            <a:solidFill>
              <a:srgbClr val="282929"/>
            </a:solidFill>
            <a:prstDash val="solid"/>
            <a:round/>
            <a:headEnd type="none" w="med" len="med"/>
            <a:tailEnd type="none" w="med" len="med"/>
          </a:ln>
        </p:spPr>
      </p:cxnSp>
      <p:cxnSp>
        <p:nvCxnSpPr>
          <p:cNvPr id="547" name="Google Shape;547;p27">
            <a:extLst>
              <a:ext uri="{FF2B5EF4-FFF2-40B4-BE49-F238E27FC236}">
                <a16:creationId xmlns:a16="http://schemas.microsoft.com/office/drawing/2014/main" id="{9D8B651B-F6C3-8D8F-9DF6-A719E88BB6CF}"/>
              </a:ext>
            </a:extLst>
          </p:cNvPr>
          <p:cNvCxnSpPr/>
          <p:nvPr/>
        </p:nvCxnSpPr>
        <p:spPr>
          <a:xfrm>
            <a:off x="-19" y="575428"/>
            <a:ext cx="4572034" cy="0"/>
          </a:xfrm>
          <a:prstGeom prst="straightConnector1">
            <a:avLst/>
          </a:prstGeom>
          <a:solidFill>
            <a:srgbClr val="FFFFFF">
              <a:alpha val="0"/>
            </a:srgbClr>
          </a:solidFill>
          <a:ln w="20125" cap="flat" cmpd="sng">
            <a:solidFill>
              <a:srgbClr val="282929"/>
            </a:solidFill>
            <a:prstDash val="solid"/>
            <a:round/>
            <a:headEnd type="none" w="med" len="med"/>
            <a:tailEnd type="none" w="med" len="med"/>
          </a:ln>
        </p:spPr>
      </p:cxnSp>
      <p:cxnSp>
        <p:nvCxnSpPr>
          <p:cNvPr id="548" name="Google Shape;548;p27">
            <a:extLst>
              <a:ext uri="{FF2B5EF4-FFF2-40B4-BE49-F238E27FC236}">
                <a16:creationId xmlns:a16="http://schemas.microsoft.com/office/drawing/2014/main" id="{89BBC146-1152-094D-2EC1-211494C68BD1}"/>
              </a:ext>
            </a:extLst>
          </p:cNvPr>
          <p:cNvCxnSpPr/>
          <p:nvPr/>
        </p:nvCxnSpPr>
        <p:spPr>
          <a:xfrm>
            <a:off x="-19" y="285759"/>
            <a:ext cx="4572034" cy="0"/>
          </a:xfrm>
          <a:prstGeom prst="straightConnector1">
            <a:avLst/>
          </a:prstGeom>
          <a:solidFill>
            <a:srgbClr val="FFFFFF">
              <a:alpha val="0"/>
            </a:srgbClr>
          </a:solidFill>
          <a:ln w="20125" cap="flat" cmpd="sng">
            <a:solidFill>
              <a:srgbClr val="282929"/>
            </a:solidFill>
            <a:prstDash val="solid"/>
            <a:round/>
            <a:headEnd type="none" w="med" len="med"/>
            <a:tailEnd type="none" w="med" len="med"/>
          </a:ln>
        </p:spPr>
      </p:cxnSp>
      <p:sp>
        <p:nvSpPr>
          <p:cNvPr id="549" name="Google Shape;549;p27">
            <a:extLst>
              <a:ext uri="{FF2B5EF4-FFF2-40B4-BE49-F238E27FC236}">
                <a16:creationId xmlns:a16="http://schemas.microsoft.com/office/drawing/2014/main" id="{3C958193-D18B-9C16-1D60-5BD82D6B294B}"/>
              </a:ext>
            </a:extLst>
          </p:cNvPr>
          <p:cNvSpPr txBox="1"/>
          <p:nvPr/>
        </p:nvSpPr>
        <p:spPr>
          <a:xfrm>
            <a:off x="-19" y="285759"/>
            <a:ext cx="2301076" cy="289141"/>
          </a:xfrm>
          <a:prstGeom prst="rect">
            <a:avLst/>
          </a:prstGeom>
          <a:noFill/>
          <a:ln>
            <a:noFill/>
          </a:ln>
        </p:spPr>
        <p:txBody>
          <a:bodyPr spcFirstLastPara="1" wrap="square" lIns="289875" tIns="96625" rIns="289875" bIns="96625" anchor="ctr" anchorCtr="0">
            <a:noAutofit/>
          </a:bodyPr>
          <a:lstStyle/>
          <a:p>
            <a:pPr marL="0" lvl="0" indent="0" algn="l"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WORKFLOW  MANAGEMENT SYSTEM</a:t>
            </a:r>
            <a:endParaRPr sz="845">
              <a:solidFill>
                <a:srgbClr val="282929"/>
              </a:solidFill>
              <a:latin typeface="Roboto Condensed"/>
              <a:ea typeface="Roboto Condensed"/>
              <a:cs typeface="Roboto Condensed"/>
              <a:sym typeface="Roboto Condensed"/>
            </a:endParaRPr>
          </a:p>
        </p:txBody>
      </p:sp>
      <p:sp>
        <p:nvSpPr>
          <p:cNvPr id="550" name="Google Shape;550;p27">
            <a:extLst>
              <a:ext uri="{FF2B5EF4-FFF2-40B4-BE49-F238E27FC236}">
                <a16:creationId xmlns:a16="http://schemas.microsoft.com/office/drawing/2014/main" id="{B90E43A6-D0F8-063E-1C41-CE112AF04D99}"/>
              </a:ext>
            </a:extLst>
          </p:cNvPr>
          <p:cNvSpPr txBox="1"/>
          <p:nvPr/>
        </p:nvSpPr>
        <p:spPr>
          <a:xfrm>
            <a:off x="2595210" y="285759"/>
            <a:ext cx="1973574" cy="289141"/>
          </a:xfrm>
          <a:prstGeom prst="rect">
            <a:avLst/>
          </a:prstGeom>
          <a:noFill/>
          <a:ln>
            <a:noFill/>
          </a:ln>
        </p:spPr>
        <p:txBody>
          <a:bodyPr spcFirstLastPara="1" wrap="square" lIns="289875" tIns="96625" rIns="289875" bIns="96625" anchor="ctr" anchorCtr="0">
            <a:noAutofit/>
          </a:bodyPr>
          <a:lstStyle/>
          <a:p>
            <a:pPr marL="0" lvl="0" indent="0" algn="r"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GURLAKSHPREET KAUR</a:t>
            </a:r>
            <a:endParaRPr sz="845">
              <a:solidFill>
                <a:srgbClr val="282929"/>
              </a:solidFill>
              <a:latin typeface="Roboto Condensed"/>
              <a:ea typeface="Roboto Condensed"/>
              <a:cs typeface="Roboto Condensed"/>
              <a:sym typeface="Roboto Condensed"/>
            </a:endParaRPr>
          </a:p>
        </p:txBody>
      </p:sp>
      <p:sp>
        <p:nvSpPr>
          <p:cNvPr id="551" name="Google Shape;551;p27">
            <a:extLst>
              <a:ext uri="{FF2B5EF4-FFF2-40B4-BE49-F238E27FC236}">
                <a16:creationId xmlns:a16="http://schemas.microsoft.com/office/drawing/2014/main" id="{48665EC4-2F8B-E55E-CB8F-7A3A8212E25E}"/>
              </a:ext>
            </a:extLst>
          </p:cNvPr>
          <p:cNvSpPr/>
          <p:nvPr/>
        </p:nvSpPr>
        <p:spPr>
          <a:xfrm>
            <a:off x="3380856" y="1271045"/>
            <a:ext cx="1010724" cy="1010724"/>
          </a:xfrm>
          <a:prstGeom prst="ellipse">
            <a:avLst/>
          </a:prstGeom>
          <a:noFill/>
          <a:ln w="20125" cap="flat" cmpd="sng">
            <a:solidFill>
              <a:srgbClr val="282929"/>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 sz="5073">
                <a:solidFill>
                  <a:srgbClr val="282929"/>
                </a:solidFill>
                <a:latin typeface="Roboto Condensed"/>
                <a:ea typeface="Roboto Condensed"/>
                <a:cs typeface="Roboto Condensed"/>
                <a:sym typeface="Roboto Condensed"/>
              </a:rPr>
              <a:t>04</a:t>
            </a:r>
            <a:endParaRPr sz="5073">
              <a:solidFill>
                <a:srgbClr val="282929"/>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1638511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Shape 555"/>
        <p:cNvGrpSpPr/>
        <p:nvPr/>
      </p:nvGrpSpPr>
      <p:grpSpPr>
        <a:xfrm>
          <a:off x="0" y="0"/>
          <a:ext cx="0" cy="0"/>
          <a:chOff x="0" y="0"/>
          <a:chExt cx="0" cy="0"/>
        </a:xfrm>
      </p:grpSpPr>
      <p:sp>
        <p:nvSpPr>
          <p:cNvPr id="60" name="Google Shape;524;p27">
            <a:extLst>
              <a:ext uri="{FF2B5EF4-FFF2-40B4-BE49-F238E27FC236}">
                <a16:creationId xmlns:a16="http://schemas.microsoft.com/office/drawing/2014/main" id="{1CB092B6-C2E9-C319-DBFA-36A2CBE0A078}"/>
              </a:ext>
            </a:extLst>
          </p:cNvPr>
          <p:cNvSpPr/>
          <p:nvPr/>
        </p:nvSpPr>
        <p:spPr>
          <a:xfrm>
            <a:off x="3692" y="2"/>
            <a:ext cx="9140308" cy="5143498"/>
          </a:xfrm>
          <a:prstGeom prst="rect">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556" name="Google Shape;556;p28"/>
          <p:cNvSpPr txBox="1"/>
          <p:nvPr/>
        </p:nvSpPr>
        <p:spPr>
          <a:xfrm>
            <a:off x="2798250" y="1654050"/>
            <a:ext cx="3547500" cy="1835400"/>
          </a:xfrm>
          <a:prstGeom prst="rect">
            <a:avLst/>
          </a:prstGeom>
          <a:noFill/>
          <a:ln>
            <a:noFill/>
          </a:ln>
        </p:spPr>
        <p:txBody>
          <a:bodyPr spcFirstLastPara="1" wrap="square" lIns="289875" tIns="96625" rIns="289875" bIns="96625" anchor="ctr" anchorCtr="0">
            <a:noAutofit/>
          </a:bodyPr>
          <a:lstStyle/>
          <a:p>
            <a:pPr marL="0" lvl="0" indent="0" algn="ctr" rtl="0">
              <a:lnSpc>
                <a:spcPct val="90000"/>
              </a:lnSpc>
              <a:spcBef>
                <a:spcPts val="0"/>
              </a:spcBef>
              <a:spcAft>
                <a:spcPts val="0"/>
              </a:spcAft>
              <a:buNone/>
            </a:pPr>
            <a:r>
              <a:rPr lang="en" sz="4361">
                <a:solidFill>
                  <a:srgbClr val="282929"/>
                </a:solidFill>
                <a:latin typeface="Noto Serif Gujarati"/>
                <a:ea typeface="Noto Serif Gujarati"/>
                <a:cs typeface="Noto Serif Gujarati"/>
                <a:sym typeface="Noto Serif Gujarati"/>
              </a:rPr>
              <a:t>DESIGN</a:t>
            </a:r>
            <a:endParaRPr sz="4361">
              <a:solidFill>
                <a:srgbClr val="282929"/>
              </a:solidFill>
              <a:latin typeface="Noto Serif Gujarati"/>
              <a:ea typeface="Noto Serif Gujarati"/>
              <a:cs typeface="Noto Serif Gujarati"/>
              <a:sym typeface="Noto Serif Gujarati"/>
            </a:endParaRPr>
          </a:p>
        </p:txBody>
      </p:sp>
      <p:sp>
        <p:nvSpPr>
          <p:cNvPr id="557" name="Google Shape;557;p28"/>
          <p:cNvSpPr/>
          <p:nvPr/>
        </p:nvSpPr>
        <p:spPr>
          <a:xfrm>
            <a:off x="7843506" y="283270"/>
            <a:ext cx="1010700" cy="1010700"/>
          </a:xfrm>
          <a:prstGeom prst="ellipse">
            <a:avLst/>
          </a:prstGeom>
          <a:noFill/>
          <a:ln w="20125" cap="flat" cmpd="sng">
            <a:solidFill>
              <a:srgbClr val="282929"/>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 sz="5073">
                <a:solidFill>
                  <a:srgbClr val="282929"/>
                </a:solidFill>
                <a:latin typeface="Roboto Condensed"/>
                <a:ea typeface="Roboto Condensed"/>
                <a:cs typeface="Roboto Condensed"/>
                <a:sym typeface="Roboto Condensed"/>
              </a:rPr>
              <a:t>04</a:t>
            </a:r>
            <a:endParaRPr sz="5073">
              <a:solidFill>
                <a:srgbClr val="282929"/>
              </a:solidFill>
              <a:latin typeface="Roboto Condensed"/>
              <a:ea typeface="Roboto Condensed"/>
              <a:cs typeface="Roboto Condensed"/>
              <a:sym typeface="Roboto Condensed"/>
            </a:endParaRPr>
          </a:p>
        </p:txBody>
      </p:sp>
      <p:sp>
        <p:nvSpPr>
          <p:cNvPr id="558" name="Google Shape;558;p28"/>
          <p:cNvSpPr txBox="1"/>
          <p:nvPr/>
        </p:nvSpPr>
        <p:spPr>
          <a:xfrm>
            <a:off x="-19" y="285758"/>
            <a:ext cx="2301000" cy="289200"/>
          </a:xfrm>
          <a:prstGeom prst="rect">
            <a:avLst/>
          </a:prstGeom>
          <a:noFill/>
          <a:ln>
            <a:noFill/>
          </a:ln>
        </p:spPr>
        <p:txBody>
          <a:bodyPr spcFirstLastPara="1" wrap="square" lIns="289875" tIns="96625" rIns="289875" bIns="96625" anchor="ctr" anchorCtr="0">
            <a:noAutofit/>
          </a:bodyPr>
          <a:lstStyle/>
          <a:p>
            <a:pPr marL="0" lvl="0" indent="0" algn="l"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WORKFLOW  MANAGEMENT SYSTEM</a:t>
            </a:r>
            <a:endParaRPr sz="845">
              <a:solidFill>
                <a:srgbClr val="282929"/>
              </a:solidFill>
              <a:latin typeface="Roboto Condensed"/>
              <a:ea typeface="Roboto Condensed"/>
              <a:cs typeface="Roboto Condensed"/>
              <a:sym typeface="Roboto Condense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562"/>
        <p:cNvGrpSpPr/>
        <p:nvPr/>
      </p:nvGrpSpPr>
      <p:grpSpPr>
        <a:xfrm>
          <a:off x="0" y="0"/>
          <a:ext cx="0" cy="0"/>
          <a:chOff x="0" y="0"/>
          <a:chExt cx="0" cy="0"/>
        </a:xfrm>
      </p:grpSpPr>
      <p:sp>
        <p:nvSpPr>
          <p:cNvPr id="564" name="Google Shape;564;p29"/>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565" name="Google Shape;565;p29"/>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Log-in Screen</a:t>
            </a:r>
            <a:endParaRPr sz="1400">
              <a:solidFill>
                <a:srgbClr val="FFFFFF"/>
              </a:solidFill>
              <a:latin typeface="Work Sans"/>
              <a:ea typeface="Work Sans"/>
              <a:cs typeface="Work Sans"/>
              <a:sym typeface="Work Sans"/>
            </a:endParaRPr>
          </a:p>
        </p:txBody>
      </p:sp>
      <p:sp>
        <p:nvSpPr>
          <p:cNvPr id="566" name="Google Shape;566;p29"/>
          <p:cNvSpPr txBox="1"/>
          <p:nvPr/>
        </p:nvSpPr>
        <p:spPr>
          <a:xfrm>
            <a:off x="3005850" y="388675"/>
            <a:ext cx="31323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LOG-IN</a:t>
            </a:r>
            <a:endParaRPr sz="2700">
              <a:solidFill>
                <a:srgbClr val="EFBC3F"/>
              </a:solidFill>
              <a:latin typeface="Dela Gothic One"/>
              <a:ea typeface="Dela Gothic One"/>
              <a:cs typeface="Dela Gothic One"/>
              <a:sym typeface="Dela Gothic One"/>
            </a:endParaRPr>
          </a:p>
        </p:txBody>
      </p:sp>
      <p:grpSp>
        <p:nvGrpSpPr>
          <p:cNvPr id="567" name="Google Shape;567;p29"/>
          <p:cNvGrpSpPr/>
          <p:nvPr/>
        </p:nvGrpSpPr>
        <p:grpSpPr>
          <a:xfrm>
            <a:off x="3572550" y="1160563"/>
            <a:ext cx="1998900" cy="396300"/>
            <a:chOff x="3572550" y="1160563"/>
            <a:chExt cx="1998900" cy="396300"/>
          </a:xfrm>
        </p:grpSpPr>
        <p:sp>
          <p:nvSpPr>
            <p:cNvPr id="568" name="Google Shape;568;p29"/>
            <p:cNvSpPr/>
            <p:nvPr/>
          </p:nvSpPr>
          <p:spPr>
            <a:xfrm>
              <a:off x="3572550" y="1160563"/>
              <a:ext cx="1998900" cy="396300"/>
            </a:xfrm>
            <a:prstGeom prst="roundRect">
              <a:avLst>
                <a:gd name="adj" fmla="val 16667"/>
              </a:avLst>
            </a:prstGeom>
            <a:solidFill>
              <a:schemeClr val="lt1"/>
            </a:solidFill>
            <a:ln w="19050" cap="flat" cmpd="sng">
              <a:solidFill>
                <a:srgbClr val="1A9988"/>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9" name="Google Shape;569;p29"/>
            <p:cNvSpPr txBox="1"/>
            <p:nvPr/>
          </p:nvSpPr>
          <p:spPr>
            <a:xfrm>
              <a:off x="3605400" y="1161625"/>
              <a:ext cx="1933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i="1">
                  <a:solidFill>
                    <a:schemeClr val="accent1"/>
                  </a:solidFill>
                  <a:latin typeface="Work Sans"/>
                  <a:ea typeface="Work Sans"/>
                  <a:cs typeface="Work Sans"/>
                  <a:sym typeface="Work Sans"/>
                </a:rPr>
                <a:t>Username…</a:t>
              </a:r>
              <a:endParaRPr sz="1300" i="1">
                <a:solidFill>
                  <a:schemeClr val="accent1"/>
                </a:solidFill>
                <a:latin typeface="Work Sans"/>
                <a:ea typeface="Work Sans"/>
                <a:cs typeface="Work Sans"/>
                <a:sym typeface="Work Sans"/>
              </a:endParaRPr>
            </a:p>
          </p:txBody>
        </p:sp>
      </p:grpSp>
      <p:grpSp>
        <p:nvGrpSpPr>
          <p:cNvPr id="570" name="Google Shape;570;p29"/>
          <p:cNvGrpSpPr/>
          <p:nvPr/>
        </p:nvGrpSpPr>
        <p:grpSpPr>
          <a:xfrm>
            <a:off x="3572550" y="1770263"/>
            <a:ext cx="1998900" cy="396300"/>
            <a:chOff x="3572550" y="1160563"/>
            <a:chExt cx="1998900" cy="396300"/>
          </a:xfrm>
        </p:grpSpPr>
        <p:sp>
          <p:nvSpPr>
            <p:cNvPr id="571" name="Google Shape;571;p29"/>
            <p:cNvSpPr/>
            <p:nvPr/>
          </p:nvSpPr>
          <p:spPr>
            <a:xfrm>
              <a:off x="3572550" y="1160563"/>
              <a:ext cx="1998900" cy="396300"/>
            </a:xfrm>
            <a:prstGeom prst="roundRect">
              <a:avLst>
                <a:gd name="adj" fmla="val 16667"/>
              </a:avLst>
            </a:prstGeom>
            <a:solidFill>
              <a:schemeClr val="lt1"/>
            </a:solidFill>
            <a:ln w="19050" cap="flat" cmpd="sng">
              <a:solidFill>
                <a:srgbClr val="1A9988"/>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erif Gujarati"/>
                <a:ea typeface="Noto Serif Gujarati"/>
                <a:cs typeface="Noto Serif Gujarati"/>
                <a:sym typeface="Noto Serif Gujarati"/>
              </a:endParaRPr>
            </a:p>
          </p:txBody>
        </p:sp>
        <p:sp>
          <p:nvSpPr>
            <p:cNvPr id="572" name="Google Shape;572;p29"/>
            <p:cNvSpPr txBox="1"/>
            <p:nvPr/>
          </p:nvSpPr>
          <p:spPr>
            <a:xfrm>
              <a:off x="3605400" y="1161625"/>
              <a:ext cx="1933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i="1">
                  <a:solidFill>
                    <a:schemeClr val="accent1"/>
                  </a:solidFill>
                  <a:latin typeface="Work Sans"/>
                  <a:ea typeface="Work Sans"/>
                  <a:cs typeface="Work Sans"/>
                  <a:sym typeface="Work Sans"/>
                </a:rPr>
                <a:t>Password…</a:t>
              </a:r>
              <a:endParaRPr sz="1300" i="1">
                <a:solidFill>
                  <a:schemeClr val="accent1"/>
                </a:solidFill>
                <a:latin typeface="Work Sans"/>
                <a:ea typeface="Work Sans"/>
                <a:cs typeface="Work Sans"/>
                <a:sym typeface="Work Sans"/>
              </a:endParaRPr>
            </a:p>
          </p:txBody>
        </p:sp>
      </p:grpSp>
      <p:sp>
        <p:nvSpPr>
          <p:cNvPr id="573" name="Google Shape;573;p29"/>
          <p:cNvSpPr/>
          <p:nvPr/>
        </p:nvSpPr>
        <p:spPr>
          <a:xfrm>
            <a:off x="3894450" y="2379975"/>
            <a:ext cx="1355100" cy="3963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8FAFD"/>
                </a:solidFill>
                <a:latin typeface="Days One"/>
                <a:ea typeface="Days One"/>
                <a:cs typeface="Days One"/>
                <a:sym typeface="Days One"/>
              </a:rPr>
              <a:t>Log me in!</a:t>
            </a:r>
            <a:endParaRPr>
              <a:solidFill>
                <a:srgbClr val="F8FAFD"/>
              </a:solidFill>
              <a:latin typeface="Days One"/>
              <a:ea typeface="Days One"/>
              <a:cs typeface="Days One"/>
              <a:sym typeface="Days One"/>
            </a:endParaRPr>
          </a:p>
        </p:txBody>
      </p:sp>
      <p:sp>
        <p:nvSpPr>
          <p:cNvPr id="574" name="Google Shape;574;p29"/>
          <p:cNvSpPr txBox="1"/>
          <p:nvPr/>
        </p:nvSpPr>
        <p:spPr>
          <a:xfrm>
            <a:off x="3894450" y="4061375"/>
            <a:ext cx="1355100" cy="39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accent1"/>
                </a:solidFill>
                <a:latin typeface="Work Sans"/>
                <a:ea typeface="Work Sans"/>
                <a:cs typeface="Work Sans"/>
                <a:sym typeface="Work Sans"/>
              </a:rPr>
              <a:t>Sign up instead</a:t>
            </a:r>
            <a:endParaRPr sz="1200">
              <a:solidFill>
                <a:schemeClr val="accent1"/>
              </a:solidFill>
              <a:latin typeface="Work Sans"/>
              <a:ea typeface="Work Sans"/>
              <a:cs typeface="Work Sans"/>
              <a:sym typeface="Work Sans"/>
            </a:endParaRPr>
          </a:p>
        </p:txBody>
      </p:sp>
      <p:sp>
        <p:nvSpPr>
          <p:cNvPr id="2" name="Google Shape;244;p20">
            <a:extLst>
              <a:ext uri="{FF2B5EF4-FFF2-40B4-BE49-F238E27FC236}">
                <a16:creationId xmlns:a16="http://schemas.microsoft.com/office/drawing/2014/main" id="{49482DF3-9E65-C11E-92DF-3201C097618F}"/>
              </a:ext>
            </a:extLst>
          </p:cNvPr>
          <p:cNvSpPr/>
          <p:nvPr/>
        </p:nvSpPr>
        <p:spPr>
          <a:xfrm rot="3599267">
            <a:off x="5563181" y="1377577"/>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1" nodeType="clickEffect">
                                  <p:stCondLst>
                                    <p:cond delay="0"/>
                                  </p:stCondLst>
                                  <p:childTnLst>
                                    <p:animMotion origin="layout" path="M 3.88889E-6 3.45679E-6 L -0.00868 0.11358 " pathEditMode="relative" rAng="0" ptsTypes="AA">
                                      <p:cBhvr>
                                        <p:cTn id="6" dur="2000" fill="hold"/>
                                        <p:tgtEl>
                                          <p:spTgt spid="2"/>
                                        </p:tgtEl>
                                        <p:attrNameLst>
                                          <p:attrName>ppt_x</p:attrName>
                                          <p:attrName>ppt_y</p:attrName>
                                        </p:attrNameLst>
                                      </p:cBhvr>
                                      <p:rCtr x="-434" y="5679"/>
                                    </p:animMotion>
                                  </p:childTnLst>
                                </p:cTn>
                              </p:par>
                            </p:childTnLst>
                          </p:cTn>
                        </p:par>
                      </p:childTnLst>
                    </p:cTn>
                  </p:par>
                  <p:par>
                    <p:cTn id="7" fill="hold">
                      <p:stCondLst>
                        <p:cond delay="indefinite"/>
                      </p:stCondLst>
                      <p:childTnLst>
                        <p:par>
                          <p:cTn id="8" fill="hold">
                            <p:stCondLst>
                              <p:cond delay="0"/>
                            </p:stCondLst>
                            <p:childTnLst>
                              <p:par>
                                <p:cTn id="9" presetID="37" presetClass="path" presetSubtype="0" accel="50000" decel="50000" fill="hold" grpId="2" nodeType="clickEffect">
                                  <p:stCondLst>
                                    <p:cond delay="0"/>
                                  </p:stCondLst>
                                  <p:childTnLst>
                                    <p:animMotion origin="layout" path="M -0.00868 0.11358 L -0.04166 0.12098 C -0.04878 0.12222 -0.0559 0.12963 -0.06093 0.14043 C -0.06701 0.15308 -0.06944 0.16605 -0.06892 0.17901 L -0.06753 0.23827 " pathEditMode="relative" rAng="7800000" ptsTypes="AAAAA">
                                      <p:cBhvr>
                                        <p:cTn id="10" dur="2000" fill="hold"/>
                                        <p:tgtEl>
                                          <p:spTgt spid="2"/>
                                        </p:tgtEl>
                                        <p:attrNameLst>
                                          <p:attrName>ppt_x</p:attrName>
                                          <p:attrName>ppt_y</p:attrName>
                                        </p:attrNameLst>
                                      </p:cBhvr>
                                      <p:rCtr x="-4097" y="4506"/>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3" nodeType="clickEffect">
                                  <p:stCondLst>
                                    <p:cond delay="0"/>
                                  </p:stCondLst>
                                  <p:childTnLst>
                                    <p:animMotion origin="layout" path="M -0.06754 0.23827 L -0.1165 0.58148 " pathEditMode="relative" rAng="0" ptsTypes="AA">
                                      <p:cBhvr>
                                        <p:cTn id="14" dur="2000" fill="hold"/>
                                        <p:tgtEl>
                                          <p:spTgt spid="2"/>
                                        </p:tgtEl>
                                        <p:attrNameLst>
                                          <p:attrName>ppt_x</p:attrName>
                                          <p:attrName>ppt_y</p:attrName>
                                        </p:attrNameLst>
                                      </p:cBhvr>
                                      <p:rCtr x="-2448" y="1716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animBg="1"/>
      <p:bldP spid="2" grpId="2" animBg="1"/>
      <p:bldP spid="2" grpId="3"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578"/>
        <p:cNvGrpSpPr/>
        <p:nvPr/>
      </p:nvGrpSpPr>
      <p:grpSpPr>
        <a:xfrm>
          <a:off x="0" y="0"/>
          <a:ext cx="0" cy="0"/>
          <a:chOff x="0" y="0"/>
          <a:chExt cx="0" cy="0"/>
        </a:xfrm>
      </p:grpSpPr>
      <p:sp>
        <p:nvSpPr>
          <p:cNvPr id="580" name="Google Shape;580;p30"/>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581" name="Google Shape;581;p30"/>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Sign-up Screen</a:t>
            </a:r>
            <a:endParaRPr sz="1400">
              <a:solidFill>
                <a:srgbClr val="FFFFFF"/>
              </a:solidFill>
              <a:latin typeface="Work Sans"/>
              <a:ea typeface="Work Sans"/>
              <a:cs typeface="Work Sans"/>
              <a:sym typeface="Work Sans"/>
            </a:endParaRPr>
          </a:p>
        </p:txBody>
      </p:sp>
      <p:sp>
        <p:nvSpPr>
          <p:cNvPr id="582" name="Google Shape;582;p30"/>
          <p:cNvSpPr txBox="1"/>
          <p:nvPr/>
        </p:nvSpPr>
        <p:spPr>
          <a:xfrm>
            <a:off x="3005850" y="388675"/>
            <a:ext cx="31323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SIGN-UP</a:t>
            </a:r>
            <a:endParaRPr sz="2700">
              <a:solidFill>
                <a:srgbClr val="EFBC3F"/>
              </a:solidFill>
              <a:latin typeface="Dela Gothic One"/>
              <a:ea typeface="Dela Gothic One"/>
              <a:cs typeface="Dela Gothic One"/>
              <a:sym typeface="Dela Gothic One"/>
            </a:endParaRPr>
          </a:p>
        </p:txBody>
      </p:sp>
      <p:sp>
        <p:nvSpPr>
          <p:cNvPr id="583" name="Google Shape;583;p30"/>
          <p:cNvSpPr/>
          <p:nvPr/>
        </p:nvSpPr>
        <p:spPr>
          <a:xfrm>
            <a:off x="3572550" y="1160563"/>
            <a:ext cx="1998900" cy="396300"/>
          </a:xfrm>
          <a:prstGeom prst="roundRect">
            <a:avLst>
              <a:gd name="adj" fmla="val 16667"/>
            </a:avLst>
          </a:prstGeom>
          <a:solidFill>
            <a:schemeClr val="lt1"/>
          </a:solidFill>
          <a:ln w="19050" cap="flat" cmpd="sng">
            <a:solidFill>
              <a:srgbClr val="1A9988"/>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i="1">
                <a:solidFill>
                  <a:schemeClr val="accent1"/>
                </a:solidFill>
                <a:latin typeface="Work Sans"/>
                <a:ea typeface="Work Sans"/>
                <a:cs typeface="Work Sans"/>
                <a:sym typeface="Work Sans"/>
              </a:rPr>
              <a:t>Name…</a:t>
            </a:r>
            <a:endParaRPr i="1">
              <a:solidFill>
                <a:schemeClr val="accent1"/>
              </a:solidFill>
              <a:latin typeface="Work Sans"/>
              <a:ea typeface="Work Sans"/>
              <a:cs typeface="Work Sans"/>
              <a:sym typeface="Work Sans"/>
            </a:endParaRPr>
          </a:p>
        </p:txBody>
      </p:sp>
      <p:sp>
        <p:nvSpPr>
          <p:cNvPr id="584" name="Google Shape;584;p30"/>
          <p:cNvSpPr/>
          <p:nvPr/>
        </p:nvSpPr>
        <p:spPr>
          <a:xfrm>
            <a:off x="3894450" y="3954227"/>
            <a:ext cx="1355100" cy="3963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8FAFD"/>
                </a:solidFill>
                <a:latin typeface="Days One"/>
                <a:ea typeface="Days One"/>
                <a:cs typeface="Days One"/>
                <a:sym typeface="Days One"/>
              </a:rPr>
              <a:t>Next</a:t>
            </a:r>
            <a:endParaRPr>
              <a:solidFill>
                <a:srgbClr val="F8FAFD"/>
              </a:solidFill>
              <a:latin typeface="Days One"/>
              <a:ea typeface="Days One"/>
              <a:cs typeface="Days One"/>
              <a:sym typeface="Days One"/>
            </a:endParaRPr>
          </a:p>
        </p:txBody>
      </p:sp>
      <p:sp>
        <p:nvSpPr>
          <p:cNvPr id="585" name="Google Shape;585;p30"/>
          <p:cNvSpPr txBox="1"/>
          <p:nvPr/>
        </p:nvSpPr>
        <p:spPr>
          <a:xfrm>
            <a:off x="3894450" y="4333518"/>
            <a:ext cx="1355100" cy="39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accent1"/>
                </a:solidFill>
                <a:latin typeface="Work Sans"/>
                <a:ea typeface="Work Sans"/>
                <a:cs typeface="Work Sans"/>
                <a:sym typeface="Work Sans"/>
              </a:rPr>
              <a:t>Sign up instead</a:t>
            </a:r>
            <a:endParaRPr sz="1200">
              <a:solidFill>
                <a:schemeClr val="accent1"/>
              </a:solidFill>
              <a:latin typeface="Work Sans"/>
              <a:ea typeface="Work Sans"/>
              <a:cs typeface="Work Sans"/>
              <a:sym typeface="Work Sans"/>
            </a:endParaRPr>
          </a:p>
        </p:txBody>
      </p:sp>
      <p:sp>
        <p:nvSpPr>
          <p:cNvPr id="586" name="Google Shape;586;p30"/>
          <p:cNvSpPr/>
          <p:nvPr/>
        </p:nvSpPr>
        <p:spPr>
          <a:xfrm>
            <a:off x="3572550" y="1721163"/>
            <a:ext cx="1998900" cy="396300"/>
          </a:xfrm>
          <a:prstGeom prst="roundRect">
            <a:avLst>
              <a:gd name="adj" fmla="val 16667"/>
            </a:avLst>
          </a:prstGeom>
          <a:solidFill>
            <a:schemeClr val="lt1"/>
          </a:solidFill>
          <a:ln w="19050" cap="flat" cmpd="sng">
            <a:solidFill>
              <a:srgbClr val="1A9988"/>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i="1">
                <a:solidFill>
                  <a:schemeClr val="accent1"/>
                </a:solidFill>
                <a:latin typeface="Work Sans"/>
                <a:ea typeface="Work Sans"/>
                <a:cs typeface="Work Sans"/>
                <a:sym typeface="Work Sans"/>
              </a:rPr>
              <a:t>-Department–</a:t>
            </a:r>
            <a:endParaRPr i="1">
              <a:solidFill>
                <a:schemeClr val="accent1"/>
              </a:solidFill>
              <a:latin typeface="Work Sans"/>
              <a:ea typeface="Work Sans"/>
              <a:cs typeface="Work Sans"/>
              <a:sym typeface="Work Sans"/>
            </a:endParaRPr>
          </a:p>
        </p:txBody>
      </p:sp>
      <p:sp>
        <p:nvSpPr>
          <p:cNvPr id="587" name="Google Shape;587;p30"/>
          <p:cNvSpPr/>
          <p:nvPr/>
        </p:nvSpPr>
        <p:spPr>
          <a:xfrm rot="10800000">
            <a:off x="5249550" y="1903438"/>
            <a:ext cx="169500" cy="105900"/>
          </a:xfrm>
          <a:prstGeom prst="triangle">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88" name="Google Shape;588;p30"/>
          <p:cNvSpPr/>
          <p:nvPr/>
        </p:nvSpPr>
        <p:spPr>
          <a:xfrm>
            <a:off x="3588879" y="2299480"/>
            <a:ext cx="1998900" cy="396300"/>
          </a:xfrm>
          <a:prstGeom prst="roundRect">
            <a:avLst>
              <a:gd name="adj" fmla="val 16667"/>
            </a:avLst>
          </a:prstGeom>
          <a:solidFill>
            <a:schemeClr val="lt1"/>
          </a:solidFill>
          <a:ln w="19050" cap="flat" cmpd="sng">
            <a:solidFill>
              <a:srgbClr val="1A9988"/>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i="1">
                <a:solidFill>
                  <a:schemeClr val="accent1"/>
                </a:solidFill>
                <a:latin typeface="Work Sans"/>
                <a:ea typeface="Work Sans"/>
                <a:cs typeface="Work Sans"/>
                <a:sym typeface="Work Sans"/>
              </a:rPr>
              <a:t>Designation…</a:t>
            </a:r>
            <a:endParaRPr i="1">
              <a:solidFill>
                <a:schemeClr val="accent1"/>
              </a:solidFill>
              <a:latin typeface="Work Sans"/>
              <a:ea typeface="Work Sans"/>
              <a:cs typeface="Work Sans"/>
              <a:sym typeface="Work Sans"/>
            </a:endParaRPr>
          </a:p>
        </p:txBody>
      </p:sp>
      <p:sp>
        <p:nvSpPr>
          <p:cNvPr id="589" name="Google Shape;589;p30"/>
          <p:cNvSpPr/>
          <p:nvPr/>
        </p:nvSpPr>
        <p:spPr>
          <a:xfrm>
            <a:off x="3588879" y="2860775"/>
            <a:ext cx="1998900" cy="396300"/>
          </a:xfrm>
          <a:prstGeom prst="roundRect">
            <a:avLst>
              <a:gd name="adj" fmla="val 16667"/>
            </a:avLst>
          </a:prstGeom>
          <a:solidFill>
            <a:schemeClr val="lt1"/>
          </a:solidFill>
          <a:ln w="19050" cap="flat" cmpd="sng">
            <a:solidFill>
              <a:srgbClr val="1A9988"/>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i="1">
                <a:solidFill>
                  <a:schemeClr val="accent1"/>
                </a:solidFill>
                <a:latin typeface="Work Sans"/>
                <a:ea typeface="Work Sans"/>
                <a:cs typeface="Work Sans"/>
                <a:sym typeface="Work Sans"/>
              </a:rPr>
              <a:t>Phone number…</a:t>
            </a:r>
            <a:endParaRPr i="1">
              <a:solidFill>
                <a:schemeClr val="accent1"/>
              </a:solidFill>
              <a:latin typeface="Work Sans"/>
              <a:ea typeface="Work Sans"/>
              <a:cs typeface="Work Sans"/>
              <a:sym typeface="Work Sans"/>
            </a:endParaRPr>
          </a:p>
        </p:txBody>
      </p:sp>
      <p:sp>
        <p:nvSpPr>
          <p:cNvPr id="590" name="Google Shape;590;p30"/>
          <p:cNvSpPr/>
          <p:nvPr/>
        </p:nvSpPr>
        <p:spPr>
          <a:xfrm>
            <a:off x="3605207" y="3438398"/>
            <a:ext cx="1998900" cy="396300"/>
          </a:xfrm>
          <a:prstGeom prst="roundRect">
            <a:avLst>
              <a:gd name="adj" fmla="val 16667"/>
            </a:avLst>
          </a:prstGeom>
          <a:solidFill>
            <a:schemeClr val="lt1"/>
          </a:solidFill>
          <a:ln w="19050" cap="flat" cmpd="sng">
            <a:solidFill>
              <a:srgbClr val="1A9988"/>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i="1">
                <a:solidFill>
                  <a:schemeClr val="accent1"/>
                </a:solidFill>
                <a:latin typeface="Work Sans"/>
                <a:ea typeface="Work Sans"/>
                <a:cs typeface="Work Sans"/>
                <a:sym typeface="Work Sans"/>
              </a:rPr>
              <a:t>Email ID…</a:t>
            </a:r>
            <a:endParaRPr i="1">
              <a:solidFill>
                <a:schemeClr val="accent1"/>
              </a:solidFill>
              <a:latin typeface="Work Sans"/>
              <a:ea typeface="Work Sans"/>
              <a:cs typeface="Work Sans"/>
              <a:sym typeface="Work Sans"/>
            </a:endParaRPr>
          </a:p>
        </p:txBody>
      </p:sp>
      <p:sp>
        <p:nvSpPr>
          <p:cNvPr id="2" name="Google Shape;244;p20">
            <a:extLst>
              <a:ext uri="{FF2B5EF4-FFF2-40B4-BE49-F238E27FC236}">
                <a16:creationId xmlns:a16="http://schemas.microsoft.com/office/drawing/2014/main" id="{7344E504-3969-90C3-D4A7-C63FC6026EB5}"/>
              </a:ext>
            </a:extLst>
          </p:cNvPr>
          <p:cNvSpPr/>
          <p:nvPr/>
        </p:nvSpPr>
        <p:spPr>
          <a:xfrm rot="3599267">
            <a:off x="4563731" y="4299437"/>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accel="50000" decel="50000" fill="hold" grpId="0" nodeType="clickEffect">
                                  <p:stCondLst>
                                    <p:cond delay="0"/>
                                  </p:stCondLst>
                                  <p:childTnLst>
                                    <p:animMotion origin="layout" path="M -4.72222E-6 2.22222E-6 C 0.06893 2.22222E-6 0.125 -0.14568 0.125 -0.32593 C 0.125 -0.50618 0.06893 -0.65155 -4.72222E-6 -0.65155 C -0.06892 -0.65155 -0.125 -0.50618 -0.125 -0.32593 C -0.125 -0.14568 -0.06892 2.22222E-6 -4.72222E-6 2.22222E-6 Z " pathEditMode="relative" rAng="0" ptsTypes="AAAAA">
                                      <p:cBhvr>
                                        <p:cTn id="6" dur="2000" fill="hold"/>
                                        <p:tgtEl>
                                          <p:spTgt spid="2"/>
                                        </p:tgtEl>
                                        <p:attrNameLst>
                                          <p:attrName>ppt_x</p:attrName>
                                          <p:attrName>ppt_y</p:attrName>
                                        </p:attrNameLst>
                                      </p:cBhvr>
                                      <p:rCtr x="0" y="-325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594"/>
        <p:cNvGrpSpPr/>
        <p:nvPr/>
      </p:nvGrpSpPr>
      <p:grpSpPr>
        <a:xfrm>
          <a:off x="0" y="0"/>
          <a:ext cx="0" cy="0"/>
          <a:chOff x="0" y="0"/>
          <a:chExt cx="0" cy="0"/>
        </a:xfrm>
      </p:grpSpPr>
      <p:sp>
        <p:nvSpPr>
          <p:cNvPr id="596" name="Google Shape;596;p31"/>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597" name="Google Shape;597;p31"/>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Sign-up Screen</a:t>
            </a:r>
            <a:endParaRPr sz="1400" dirty="0">
              <a:solidFill>
                <a:srgbClr val="FFFFFF"/>
              </a:solidFill>
              <a:latin typeface="Work Sans"/>
              <a:ea typeface="Work Sans"/>
              <a:cs typeface="Work Sans"/>
              <a:sym typeface="Work Sans"/>
            </a:endParaRPr>
          </a:p>
        </p:txBody>
      </p:sp>
      <p:sp>
        <p:nvSpPr>
          <p:cNvPr id="598" name="Google Shape;598;p31"/>
          <p:cNvSpPr txBox="1"/>
          <p:nvPr/>
        </p:nvSpPr>
        <p:spPr>
          <a:xfrm>
            <a:off x="3005850" y="388675"/>
            <a:ext cx="31323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SIGN-UP</a:t>
            </a:r>
            <a:endParaRPr sz="2700">
              <a:solidFill>
                <a:srgbClr val="EFBC3F"/>
              </a:solidFill>
              <a:latin typeface="Dela Gothic One"/>
              <a:ea typeface="Dela Gothic One"/>
              <a:cs typeface="Dela Gothic One"/>
              <a:sym typeface="Dela Gothic One"/>
            </a:endParaRPr>
          </a:p>
        </p:txBody>
      </p:sp>
      <p:grpSp>
        <p:nvGrpSpPr>
          <p:cNvPr id="599" name="Google Shape;599;p31"/>
          <p:cNvGrpSpPr/>
          <p:nvPr/>
        </p:nvGrpSpPr>
        <p:grpSpPr>
          <a:xfrm>
            <a:off x="3572550" y="1770263"/>
            <a:ext cx="1998900" cy="396300"/>
            <a:chOff x="3572550" y="1160563"/>
            <a:chExt cx="1998900" cy="396300"/>
          </a:xfrm>
        </p:grpSpPr>
        <p:sp>
          <p:nvSpPr>
            <p:cNvPr id="600" name="Google Shape;600;p31"/>
            <p:cNvSpPr/>
            <p:nvPr/>
          </p:nvSpPr>
          <p:spPr>
            <a:xfrm>
              <a:off x="3572550" y="1160563"/>
              <a:ext cx="1998900" cy="396300"/>
            </a:xfrm>
            <a:prstGeom prst="roundRect">
              <a:avLst>
                <a:gd name="adj" fmla="val 16667"/>
              </a:avLst>
            </a:prstGeom>
            <a:solidFill>
              <a:schemeClr val="lt1"/>
            </a:solidFill>
            <a:ln w="19050" cap="flat" cmpd="sng">
              <a:solidFill>
                <a:srgbClr val="1A9988"/>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erif Gujarati"/>
                <a:ea typeface="Noto Serif Gujarati"/>
                <a:cs typeface="Noto Serif Gujarati"/>
                <a:sym typeface="Noto Serif Gujarati"/>
              </a:endParaRPr>
            </a:p>
          </p:txBody>
        </p:sp>
        <p:sp>
          <p:nvSpPr>
            <p:cNvPr id="601" name="Google Shape;601;p31"/>
            <p:cNvSpPr txBox="1"/>
            <p:nvPr/>
          </p:nvSpPr>
          <p:spPr>
            <a:xfrm>
              <a:off x="3605400" y="1161625"/>
              <a:ext cx="1933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i="1">
                  <a:solidFill>
                    <a:schemeClr val="accent1"/>
                  </a:solidFill>
                  <a:latin typeface="Work Sans"/>
                  <a:ea typeface="Work Sans"/>
                  <a:cs typeface="Work Sans"/>
                  <a:sym typeface="Work Sans"/>
                </a:rPr>
                <a:t>Create password…</a:t>
              </a:r>
              <a:endParaRPr sz="1300" i="1">
                <a:solidFill>
                  <a:schemeClr val="accent1"/>
                </a:solidFill>
                <a:latin typeface="Work Sans"/>
                <a:ea typeface="Work Sans"/>
                <a:cs typeface="Work Sans"/>
                <a:sym typeface="Work Sans"/>
              </a:endParaRPr>
            </a:p>
          </p:txBody>
        </p:sp>
      </p:grpSp>
      <p:sp>
        <p:nvSpPr>
          <p:cNvPr id="602" name="Google Shape;602;p31"/>
          <p:cNvSpPr/>
          <p:nvPr/>
        </p:nvSpPr>
        <p:spPr>
          <a:xfrm>
            <a:off x="3894450" y="2379975"/>
            <a:ext cx="1355100" cy="3963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8FAFD"/>
                </a:solidFill>
                <a:latin typeface="Days One"/>
                <a:ea typeface="Days One"/>
                <a:cs typeface="Days One"/>
                <a:sym typeface="Days One"/>
              </a:rPr>
              <a:t>Log me in!</a:t>
            </a:r>
            <a:endParaRPr>
              <a:solidFill>
                <a:srgbClr val="F8FAFD"/>
              </a:solidFill>
              <a:latin typeface="Days One"/>
              <a:ea typeface="Days One"/>
              <a:cs typeface="Days One"/>
              <a:sym typeface="Days One"/>
            </a:endParaRPr>
          </a:p>
        </p:txBody>
      </p:sp>
      <p:sp>
        <p:nvSpPr>
          <p:cNvPr id="603" name="Google Shape;603;p31"/>
          <p:cNvSpPr/>
          <p:nvPr/>
        </p:nvSpPr>
        <p:spPr>
          <a:xfrm>
            <a:off x="3093900" y="1160575"/>
            <a:ext cx="2956200" cy="396300"/>
          </a:xfrm>
          <a:prstGeom prst="roundRect">
            <a:avLst>
              <a:gd name="adj" fmla="val 16667"/>
            </a:avLst>
          </a:prstGeom>
          <a:solidFill>
            <a:srgbClr val="EBE6D6"/>
          </a:solidFill>
          <a:ln w="19050" cap="flat" cmpd="sng">
            <a:solidFill>
              <a:srgbClr val="EBE6D6"/>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Martian Mono"/>
                <a:ea typeface="Martian Mono"/>
                <a:cs typeface="Martian Mono"/>
                <a:sym typeface="Martian Mono"/>
              </a:rPr>
              <a:t>Your ID: webdev_gpk1</a:t>
            </a:r>
            <a:endParaRPr>
              <a:latin typeface="Martian Mono"/>
              <a:ea typeface="Martian Mono"/>
              <a:cs typeface="Martian Mono"/>
              <a:sym typeface="Martian Mono"/>
            </a:endParaRPr>
          </a:p>
        </p:txBody>
      </p:sp>
      <p:sp>
        <p:nvSpPr>
          <p:cNvPr id="604" name="Google Shape;604;p31"/>
          <p:cNvSpPr txBox="1"/>
          <p:nvPr/>
        </p:nvSpPr>
        <p:spPr>
          <a:xfrm>
            <a:off x="2607450" y="4061375"/>
            <a:ext cx="3929100" cy="39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accent1"/>
                </a:solidFill>
                <a:latin typeface="Martian Mono"/>
                <a:ea typeface="Martian Mono"/>
                <a:cs typeface="Martian Mono"/>
                <a:sym typeface="Martian Mono"/>
              </a:rPr>
              <a:t>Note: Remember your ID and password, you will not be able to login without them!</a:t>
            </a:r>
            <a:endParaRPr sz="1000">
              <a:solidFill>
                <a:schemeClr val="accent1"/>
              </a:solidFill>
              <a:latin typeface="Martian Mono"/>
              <a:ea typeface="Martian Mono"/>
              <a:cs typeface="Martian Mono"/>
              <a:sym typeface="Martian Mono"/>
            </a:endParaRPr>
          </a:p>
        </p:txBody>
      </p:sp>
      <p:sp>
        <p:nvSpPr>
          <p:cNvPr id="2" name="Google Shape;244;p20">
            <a:extLst>
              <a:ext uri="{FF2B5EF4-FFF2-40B4-BE49-F238E27FC236}">
                <a16:creationId xmlns:a16="http://schemas.microsoft.com/office/drawing/2014/main" id="{56571B1A-0C6F-BB2F-F03F-44EF373E20BE}"/>
              </a:ext>
            </a:extLst>
          </p:cNvPr>
          <p:cNvSpPr/>
          <p:nvPr/>
        </p:nvSpPr>
        <p:spPr>
          <a:xfrm rot="3599267">
            <a:off x="4674181" y="4288003"/>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88889E-6 2.71605E-6 L 0.08334 -0.42963 " pathEditMode="relative" rAng="0" ptsTypes="AA">
                                      <p:cBhvr>
                                        <p:cTn id="6" dur="2000" fill="hold"/>
                                        <p:tgtEl>
                                          <p:spTgt spid="2"/>
                                        </p:tgtEl>
                                        <p:attrNameLst>
                                          <p:attrName>ppt_x</p:attrName>
                                          <p:attrName>ppt_y</p:attrName>
                                        </p:attrNameLst>
                                      </p:cBhvr>
                                      <p:rCtr x="4167" y="-21481"/>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0.08334 -0.42963 L 0.00382 -0.29815 " pathEditMode="relative" rAng="0" ptsTypes="AA">
                                      <p:cBhvr>
                                        <p:cTn id="10" dur="2000" fill="hold"/>
                                        <p:tgtEl>
                                          <p:spTgt spid="2"/>
                                        </p:tgtEl>
                                        <p:attrNameLst>
                                          <p:attrName>ppt_x</p:attrName>
                                          <p:attrName>ppt_y</p:attrName>
                                        </p:attrNameLst>
                                      </p:cBhvr>
                                      <p:rCtr x="-3976" y="657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608"/>
        <p:cNvGrpSpPr/>
        <p:nvPr/>
      </p:nvGrpSpPr>
      <p:grpSpPr>
        <a:xfrm>
          <a:off x="0" y="0"/>
          <a:ext cx="0" cy="0"/>
          <a:chOff x="0" y="0"/>
          <a:chExt cx="0" cy="0"/>
        </a:xfrm>
      </p:grpSpPr>
      <p:sp>
        <p:nvSpPr>
          <p:cNvPr id="612" name="Google Shape;612;p32"/>
          <p:cNvSpPr txBox="1"/>
          <p:nvPr/>
        </p:nvSpPr>
        <p:spPr>
          <a:xfrm>
            <a:off x="2577750" y="388675"/>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dirty="0">
                <a:solidFill>
                  <a:srgbClr val="EFBC3F"/>
                </a:solidFill>
                <a:latin typeface="Dela Gothic One"/>
                <a:ea typeface="Dela Gothic One"/>
                <a:cs typeface="Dela Gothic One"/>
                <a:sym typeface="Dela Gothic One"/>
              </a:rPr>
              <a:t>Hi, Gurlakshpreet</a:t>
            </a:r>
            <a:endParaRPr sz="2700" dirty="0">
              <a:solidFill>
                <a:srgbClr val="EFBC3F"/>
              </a:solidFill>
              <a:latin typeface="Dela Gothic One"/>
              <a:ea typeface="Dela Gothic One"/>
              <a:cs typeface="Dela Gothic One"/>
              <a:sym typeface="Dela Gothic One"/>
            </a:endParaRPr>
          </a:p>
        </p:txBody>
      </p:sp>
      <p:sp>
        <p:nvSpPr>
          <p:cNvPr id="613" name="Google Shape;613;p32"/>
          <p:cNvSpPr/>
          <p:nvPr/>
        </p:nvSpPr>
        <p:spPr>
          <a:xfrm>
            <a:off x="3093900" y="975775"/>
            <a:ext cx="2956200" cy="396300"/>
          </a:xfrm>
          <a:prstGeom prst="roundRect">
            <a:avLst>
              <a:gd name="adj" fmla="val 16667"/>
            </a:avLst>
          </a:prstGeom>
          <a:solidFill>
            <a:srgbClr val="EBE6D6"/>
          </a:solidFill>
          <a:ln w="19050" cap="flat" cmpd="sng">
            <a:solidFill>
              <a:srgbClr val="EBE6D6"/>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Martian Mono"/>
                <a:ea typeface="Martian Mono"/>
                <a:cs typeface="Martian Mono"/>
                <a:sym typeface="Martian Mono"/>
              </a:rPr>
              <a:t>Which screen next?</a:t>
            </a:r>
            <a:endParaRPr dirty="0">
              <a:latin typeface="Martian Mono"/>
              <a:ea typeface="Martian Mono"/>
              <a:cs typeface="Martian Mono"/>
              <a:sym typeface="Martian Mono"/>
            </a:endParaRPr>
          </a:p>
        </p:txBody>
      </p:sp>
      <p:sp>
        <p:nvSpPr>
          <p:cNvPr id="614" name="Google Shape;614;p32"/>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15" name="Google Shape;615;p32"/>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616" name="Google Shape;616;p32"/>
          <p:cNvGrpSpPr/>
          <p:nvPr/>
        </p:nvGrpSpPr>
        <p:grpSpPr>
          <a:xfrm>
            <a:off x="1242825" y="1445367"/>
            <a:ext cx="6658350" cy="1385100"/>
            <a:chOff x="1242825" y="1879204"/>
            <a:chExt cx="6658350" cy="1385100"/>
          </a:xfrm>
        </p:grpSpPr>
        <p:sp>
          <p:nvSpPr>
            <p:cNvPr id="617" name="Google Shape;617;p32"/>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618" name="Google Shape;618;p32"/>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619" name="Google Shape;619;p32"/>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620" name="Google Shape;620;p32"/>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621" name="Google Shape;621;p32"/>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622" name="Google Shape;622;p32"/>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623" name="Google Shape;623;p32"/>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624" name="Google Shape;624;p32"/>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25" name="Google Shape;625;p32"/>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626" name="Google Shape;626;p32"/>
          <p:cNvGrpSpPr/>
          <p:nvPr/>
        </p:nvGrpSpPr>
        <p:grpSpPr>
          <a:xfrm>
            <a:off x="1242825" y="3096242"/>
            <a:ext cx="4364025" cy="1385100"/>
            <a:chOff x="1242825" y="1879204"/>
            <a:chExt cx="4364025" cy="1385100"/>
          </a:xfrm>
        </p:grpSpPr>
        <p:sp>
          <p:nvSpPr>
            <p:cNvPr id="627" name="Google Shape;627;p32"/>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628" name="Google Shape;628;p32"/>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630" name="Google Shape;630;p32"/>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My Projects</a:t>
              </a:r>
              <a:endParaRPr sz="1800" dirty="0">
                <a:solidFill>
                  <a:srgbClr val="FEFEFE"/>
                </a:solidFill>
                <a:latin typeface="Alegreya"/>
                <a:ea typeface="Alegreya"/>
                <a:cs typeface="Alegreya"/>
                <a:sym typeface="Alegreya"/>
              </a:endParaRPr>
            </a:p>
          </p:txBody>
        </p:sp>
        <p:sp>
          <p:nvSpPr>
            <p:cNvPr id="631" name="Google Shape;631;p32"/>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634" name="Google Shape;634;p32"/>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35" name="Google Shape;635;p32"/>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2" name="Google Shape;244;p20">
            <a:extLst>
              <a:ext uri="{FF2B5EF4-FFF2-40B4-BE49-F238E27FC236}">
                <a16:creationId xmlns:a16="http://schemas.microsoft.com/office/drawing/2014/main" id="{2EFAA2AD-156D-9FAD-7E5C-6067592AA5CB}"/>
              </a:ext>
            </a:extLst>
          </p:cNvPr>
          <p:cNvSpPr/>
          <p:nvPr/>
        </p:nvSpPr>
        <p:spPr>
          <a:xfrm rot="3599267">
            <a:off x="4797581" y="2741881"/>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grpSp>
        <p:nvGrpSpPr>
          <p:cNvPr id="3" name="Google Shape;653;p33">
            <a:extLst>
              <a:ext uri="{FF2B5EF4-FFF2-40B4-BE49-F238E27FC236}">
                <a16:creationId xmlns:a16="http://schemas.microsoft.com/office/drawing/2014/main" id="{A02CF465-3786-0C47-B688-812BA7CDFE01}"/>
              </a:ext>
            </a:extLst>
          </p:cNvPr>
          <p:cNvGrpSpPr/>
          <p:nvPr/>
        </p:nvGrpSpPr>
        <p:grpSpPr>
          <a:xfrm>
            <a:off x="1242825" y="4747100"/>
            <a:ext cx="6658350" cy="1385100"/>
            <a:chOff x="1242825" y="1879204"/>
            <a:chExt cx="6658350" cy="1385100"/>
          </a:xfrm>
        </p:grpSpPr>
        <p:sp>
          <p:nvSpPr>
            <p:cNvPr id="4" name="Google Shape;654;p33">
              <a:extLst>
                <a:ext uri="{FF2B5EF4-FFF2-40B4-BE49-F238E27FC236}">
                  <a16:creationId xmlns:a16="http://schemas.microsoft.com/office/drawing/2014/main" id="{EEBF8777-F083-BB73-6000-FA88591069F6}"/>
                </a:ext>
              </a:extLst>
            </p:cNvPr>
            <p:cNvSpPr/>
            <p:nvPr/>
          </p:nvSpPr>
          <p:spPr>
            <a:xfrm>
              <a:off x="1242825" y="1879204"/>
              <a:ext cx="2069700" cy="1385100"/>
            </a:xfrm>
            <a:prstGeom prst="roundRect">
              <a:avLst>
                <a:gd name="adj" fmla="val 16667"/>
              </a:avLst>
            </a:prstGeom>
            <a:solidFill>
              <a:srgbClr val="BFD2F1"/>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#07</a:t>
              </a:r>
              <a:endParaRPr b="1">
                <a:solidFill>
                  <a:srgbClr val="FEFEFE"/>
                </a:solidFill>
                <a:latin typeface="Alegreya"/>
                <a:ea typeface="Alegreya"/>
                <a:cs typeface="Alegreya"/>
                <a:sym typeface="Alegreya"/>
              </a:endParaRPr>
            </a:p>
          </p:txBody>
        </p:sp>
        <p:sp>
          <p:nvSpPr>
            <p:cNvPr id="5" name="Google Shape;655;p33">
              <a:extLst>
                <a:ext uri="{FF2B5EF4-FFF2-40B4-BE49-F238E27FC236}">
                  <a16:creationId xmlns:a16="http://schemas.microsoft.com/office/drawing/2014/main" id="{1535AD0E-D3E3-4437-7C67-0EDCF4239CB3}"/>
                </a:ext>
              </a:extLst>
            </p:cNvPr>
            <p:cNvSpPr/>
            <p:nvPr/>
          </p:nvSpPr>
          <p:spPr>
            <a:xfrm>
              <a:off x="3537150" y="1879204"/>
              <a:ext cx="2069700" cy="1385100"/>
            </a:xfrm>
            <a:prstGeom prst="roundRect">
              <a:avLst>
                <a:gd name="adj" fmla="val 16667"/>
              </a:avLst>
            </a:prstGeom>
            <a:solidFill>
              <a:srgbClr val="FF8298"/>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#08</a:t>
              </a:r>
              <a:endParaRPr b="1">
                <a:solidFill>
                  <a:srgbClr val="FEFEFE"/>
                </a:solidFill>
                <a:latin typeface="Alegreya"/>
                <a:ea typeface="Alegreya"/>
                <a:cs typeface="Alegreya"/>
                <a:sym typeface="Alegreya"/>
              </a:endParaRPr>
            </a:p>
          </p:txBody>
        </p:sp>
        <p:sp>
          <p:nvSpPr>
            <p:cNvPr id="6" name="Google Shape;656;p33">
              <a:extLst>
                <a:ext uri="{FF2B5EF4-FFF2-40B4-BE49-F238E27FC236}">
                  <a16:creationId xmlns:a16="http://schemas.microsoft.com/office/drawing/2014/main" id="{BCB73771-A512-627C-CA99-5E3FB0F39E1C}"/>
                </a:ext>
              </a:extLst>
            </p:cNvPr>
            <p:cNvSpPr/>
            <p:nvPr/>
          </p:nvSpPr>
          <p:spPr>
            <a:xfrm>
              <a:off x="5831475" y="1879204"/>
              <a:ext cx="2069700" cy="1385100"/>
            </a:xfrm>
            <a:prstGeom prst="roundRect">
              <a:avLst>
                <a:gd name="adj" fmla="val 16667"/>
              </a:avLst>
            </a:prstGeom>
            <a:solidFill>
              <a:srgbClr val="DBFEBC"/>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#09</a:t>
              </a:r>
              <a:endParaRPr b="1">
                <a:solidFill>
                  <a:srgbClr val="040404"/>
                </a:solidFill>
                <a:latin typeface="Alegreya"/>
                <a:ea typeface="Alegreya"/>
                <a:cs typeface="Alegreya"/>
                <a:sym typeface="Alegreya"/>
              </a:endParaRPr>
            </a:p>
          </p:txBody>
        </p:sp>
        <p:sp>
          <p:nvSpPr>
            <p:cNvPr id="7" name="Google Shape;657;p33">
              <a:extLst>
                <a:ext uri="{FF2B5EF4-FFF2-40B4-BE49-F238E27FC236}">
                  <a16:creationId xmlns:a16="http://schemas.microsoft.com/office/drawing/2014/main" id="{EE431879-BB48-DB4A-0D58-2E1EEE142ED2}"/>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Clients </a:t>
              </a:r>
              <a:endParaRPr sz="1800" dirty="0">
                <a:solidFill>
                  <a:srgbClr val="FEFEFE"/>
                </a:solidFill>
                <a:latin typeface="Alegreya"/>
                <a:ea typeface="Alegreya"/>
                <a:cs typeface="Alegreya"/>
                <a:sym typeface="Alegreya"/>
              </a:endParaRPr>
            </a:p>
          </p:txBody>
        </p:sp>
        <p:sp>
          <p:nvSpPr>
            <p:cNvPr id="8" name="Google Shape;658;p33">
              <a:extLst>
                <a:ext uri="{FF2B5EF4-FFF2-40B4-BE49-F238E27FC236}">
                  <a16:creationId xmlns:a16="http://schemas.microsoft.com/office/drawing/2014/main" id="{D3AEA791-90F4-12B6-BE02-20665944ED91}"/>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Employees</a:t>
              </a:r>
              <a:endParaRPr sz="1800">
                <a:solidFill>
                  <a:srgbClr val="FEFEFE"/>
                </a:solidFill>
                <a:latin typeface="Alegreya"/>
                <a:ea typeface="Alegreya"/>
                <a:cs typeface="Alegreya"/>
                <a:sym typeface="Alegreya"/>
              </a:endParaRPr>
            </a:p>
          </p:txBody>
        </p:sp>
        <p:sp>
          <p:nvSpPr>
            <p:cNvPr id="9" name="Google Shape;659;p33">
              <a:extLst>
                <a:ext uri="{FF2B5EF4-FFF2-40B4-BE49-F238E27FC236}">
                  <a16:creationId xmlns:a16="http://schemas.microsoft.com/office/drawing/2014/main" id="{38091DC6-5909-5CBD-6130-701DFF554255}"/>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lvl="0"/>
              <a:r>
                <a:rPr lang="en-US" sz="1800" dirty="0">
                  <a:solidFill>
                    <a:srgbClr val="111111"/>
                  </a:solidFill>
                  <a:latin typeface="Alegreya"/>
                  <a:ea typeface="Alegreya"/>
                  <a:cs typeface="Alegreya"/>
                  <a:sym typeface="Alegreya"/>
                </a:rPr>
                <a:t>All Projects</a:t>
              </a:r>
            </a:p>
          </p:txBody>
        </p:sp>
        <p:sp>
          <p:nvSpPr>
            <p:cNvPr id="10" name="Google Shape;660;p33">
              <a:extLst>
                <a:ext uri="{FF2B5EF4-FFF2-40B4-BE49-F238E27FC236}">
                  <a16:creationId xmlns:a16="http://schemas.microsoft.com/office/drawing/2014/main" id="{17317187-2C3E-4932-D032-3144F7F304D1}"/>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11" name="Google Shape;661;p33">
              <a:extLst>
                <a:ext uri="{FF2B5EF4-FFF2-40B4-BE49-F238E27FC236}">
                  <a16:creationId xmlns:a16="http://schemas.microsoft.com/office/drawing/2014/main" id="{9EEBA283-0C9C-EF2B-B79A-D72A464FB449}"/>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2" name="Google Shape;662;p33">
              <a:extLst>
                <a:ext uri="{FF2B5EF4-FFF2-40B4-BE49-F238E27FC236}">
                  <a16:creationId xmlns:a16="http://schemas.microsoft.com/office/drawing/2014/main" id="{12868C1F-A1A7-E04A-211D-F54B8334DE28}"/>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610" name="Google Shape;610;p32"/>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3" name="Google Shape;597;p31">
            <a:extLst>
              <a:ext uri="{FF2B5EF4-FFF2-40B4-BE49-F238E27FC236}">
                <a16:creationId xmlns:a16="http://schemas.microsoft.com/office/drawing/2014/main" id="{9ABE1B7A-22DF-567D-9400-ABD4AF3626C0}"/>
              </a:ext>
            </a:extLst>
          </p:cNvPr>
          <p:cNvSpPr txBox="1">
            <a:spLocks/>
          </p:cNvSpPr>
          <p:nvPr/>
        </p:nvSpPr>
        <p:spPr>
          <a:xfrm>
            <a:off x="346425" y="4747100"/>
            <a:ext cx="2280600" cy="394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1pPr>
            <a:lvl2pPr marR="0" lvl="1"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2pPr>
            <a:lvl3pPr marR="0" lvl="2"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3pPr>
            <a:lvl4pPr marR="0" lvl="3"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4pPr>
            <a:lvl5pPr marR="0" lvl="4"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5pPr>
            <a:lvl6pPr marR="0" lvl="5"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6pPr>
            <a:lvl7pPr marR="0" lvl="6"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7pPr>
            <a:lvl8pPr marR="0" lvl="7"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8pPr>
            <a:lvl9pPr marR="0" lvl="8"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9pPr>
          </a:lstStyle>
          <a:p>
            <a:r>
              <a:rPr lang="en-US" sz="1400" dirty="0">
                <a:solidFill>
                  <a:srgbClr val="FFFFFF"/>
                </a:solidFill>
                <a:latin typeface="Work Sans"/>
                <a:ea typeface="Work Sans"/>
                <a:cs typeface="Work Sans"/>
                <a:sym typeface="Work Sans"/>
              </a:rPr>
              <a:t>Main Menu</a:t>
            </a:r>
            <a:endParaRPr lang="en-GB" sz="1400" dirty="0">
              <a:solidFill>
                <a:srgbClr val="FFFFFF"/>
              </a:solidFill>
              <a:latin typeface="Work Sans"/>
              <a:ea typeface="Work Sans"/>
              <a:cs typeface="Work Sans"/>
              <a:sym typeface="Work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path" presetSubtype="0" accel="50000" decel="50000" fill="hold" grpId="0" nodeType="clickEffect">
                                  <p:stCondLst>
                                    <p:cond delay="0"/>
                                  </p:stCondLst>
                                  <p:childTnLst>
                                    <p:animMotion origin="layout" path="M 4.44444E-6 1.11022E-16 L 0.12013 0.04012 C 0.14548 0.04907 0.18298 0.05401 0.22222 0.05401 C 0.26701 0.05401 0.3026 0.04907 0.32795 0.04012 L 0.44791 1.11022E-16 " pathEditMode="relative" rAng="0" ptsTypes="AAAAA">
                                      <p:cBhvr>
                                        <p:cTn id="6" dur="2000" fill="hold"/>
                                        <p:tgtEl>
                                          <p:spTgt spid="2"/>
                                        </p:tgtEl>
                                        <p:attrNameLst>
                                          <p:attrName>ppt_x</p:attrName>
                                          <p:attrName>ppt_y</p:attrName>
                                        </p:attrNameLst>
                                      </p:cBhvr>
                                      <p:rCtr x="22396" y="26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639"/>
        <p:cNvGrpSpPr/>
        <p:nvPr/>
      </p:nvGrpSpPr>
      <p:grpSpPr>
        <a:xfrm>
          <a:off x="0" y="0"/>
          <a:ext cx="0" cy="0"/>
          <a:chOff x="0" y="0"/>
          <a:chExt cx="0" cy="0"/>
        </a:xfrm>
      </p:grpSpPr>
      <p:sp>
        <p:nvSpPr>
          <p:cNvPr id="641" name="Google Shape;641;p33"/>
          <p:cNvSpPr/>
          <p:nvPr/>
        </p:nvSpPr>
        <p:spPr>
          <a:xfrm>
            <a:off x="0" y="523665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642" name="Google Shape;642;p33"/>
          <p:cNvSpPr txBox="1">
            <a:spLocks noGrp="1"/>
          </p:cNvSpPr>
          <p:nvPr>
            <p:ph type="title" idx="4294967295"/>
          </p:nvPr>
        </p:nvSpPr>
        <p:spPr>
          <a:xfrm>
            <a:off x="410360" y="5222362"/>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Main Menu</a:t>
            </a:r>
            <a:endParaRPr sz="1400" dirty="0">
              <a:solidFill>
                <a:srgbClr val="FFFFFF"/>
              </a:solidFill>
              <a:latin typeface="Work Sans"/>
              <a:ea typeface="Work Sans"/>
              <a:cs typeface="Work Sans"/>
              <a:sym typeface="Work Sans"/>
            </a:endParaRPr>
          </a:p>
        </p:txBody>
      </p:sp>
      <p:grpSp>
        <p:nvGrpSpPr>
          <p:cNvPr id="643" name="Google Shape;643;p33"/>
          <p:cNvGrpSpPr/>
          <p:nvPr/>
        </p:nvGrpSpPr>
        <p:grpSpPr>
          <a:xfrm>
            <a:off x="1242825" y="189704"/>
            <a:ext cx="6658350" cy="1385100"/>
            <a:chOff x="1242825" y="1879204"/>
            <a:chExt cx="6658350" cy="1385100"/>
          </a:xfrm>
        </p:grpSpPr>
        <p:sp>
          <p:nvSpPr>
            <p:cNvPr id="644" name="Google Shape;644;p33"/>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645" name="Google Shape;645;p33"/>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646" name="Google Shape;646;p33"/>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647" name="Google Shape;647;p33"/>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648" name="Google Shape;648;p33"/>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649" name="Google Shape;649;p33"/>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650" name="Google Shape;650;p33"/>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651" name="Google Shape;651;p33"/>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52" name="Google Shape;652;p33"/>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653" name="Google Shape;653;p33"/>
          <p:cNvGrpSpPr/>
          <p:nvPr/>
        </p:nvGrpSpPr>
        <p:grpSpPr>
          <a:xfrm>
            <a:off x="1242825" y="3447004"/>
            <a:ext cx="6658350" cy="1385100"/>
            <a:chOff x="1242825" y="1879204"/>
            <a:chExt cx="6658350" cy="1385100"/>
          </a:xfrm>
        </p:grpSpPr>
        <p:sp>
          <p:nvSpPr>
            <p:cNvPr id="654" name="Google Shape;654;p33"/>
            <p:cNvSpPr/>
            <p:nvPr/>
          </p:nvSpPr>
          <p:spPr>
            <a:xfrm>
              <a:off x="1242825" y="1879204"/>
              <a:ext cx="2069700" cy="1385100"/>
            </a:xfrm>
            <a:prstGeom prst="roundRect">
              <a:avLst>
                <a:gd name="adj" fmla="val 16667"/>
              </a:avLst>
            </a:prstGeom>
            <a:solidFill>
              <a:srgbClr val="BFD2F1"/>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#07</a:t>
              </a:r>
              <a:endParaRPr b="1">
                <a:solidFill>
                  <a:srgbClr val="FEFEFE"/>
                </a:solidFill>
                <a:latin typeface="Alegreya"/>
                <a:ea typeface="Alegreya"/>
                <a:cs typeface="Alegreya"/>
                <a:sym typeface="Alegreya"/>
              </a:endParaRPr>
            </a:p>
          </p:txBody>
        </p:sp>
        <p:sp>
          <p:nvSpPr>
            <p:cNvPr id="655" name="Google Shape;655;p33"/>
            <p:cNvSpPr/>
            <p:nvPr/>
          </p:nvSpPr>
          <p:spPr>
            <a:xfrm>
              <a:off x="3537150" y="1879204"/>
              <a:ext cx="2069700" cy="1385100"/>
            </a:xfrm>
            <a:prstGeom prst="roundRect">
              <a:avLst>
                <a:gd name="adj" fmla="val 16667"/>
              </a:avLst>
            </a:prstGeom>
            <a:solidFill>
              <a:srgbClr val="FF8298"/>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#08</a:t>
              </a:r>
              <a:endParaRPr b="1">
                <a:solidFill>
                  <a:srgbClr val="FEFEFE"/>
                </a:solidFill>
                <a:latin typeface="Alegreya"/>
                <a:ea typeface="Alegreya"/>
                <a:cs typeface="Alegreya"/>
                <a:sym typeface="Alegreya"/>
              </a:endParaRPr>
            </a:p>
          </p:txBody>
        </p:sp>
        <p:sp>
          <p:nvSpPr>
            <p:cNvPr id="656" name="Google Shape;656;p33"/>
            <p:cNvSpPr/>
            <p:nvPr/>
          </p:nvSpPr>
          <p:spPr>
            <a:xfrm>
              <a:off x="5831475" y="1879204"/>
              <a:ext cx="2069700" cy="1385100"/>
            </a:xfrm>
            <a:prstGeom prst="roundRect">
              <a:avLst>
                <a:gd name="adj" fmla="val 16667"/>
              </a:avLst>
            </a:prstGeom>
            <a:solidFill>
              <a:srgbClr val="DBFEBC"/>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#09</a:t>
              </a:r>
              <a:endParaRPr b="1">
                <a:solidFill>
                  <a:srgbClr val="040404"/>
                </a:solidFill>
                <a:latin typeface="Alegreya"/>
                <a:ea typeface="Alegreya"/>
                <a:cs typeface="Alegreya"/>
                <a:sym typeface="Alegreya"/>
              </a:endParaRPr>
            </a:p>
          </p:txBody>
        </p:sp>
        <p:sp>
          <p:nvSpPr>
            <p:cNvPr id="657" name="Google Shape;657;p33"/>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Clients </a:t>
              </a:r>
              <a:endParaRPr sz="1800" dirty="0">
                <a:solidFill>
                  <a:srgbClr val="FEFEFE"/>
                </a:solidFill>
                <a:latin typeface="Alegreya"/>
                <a:ea typeface="Alegreya"/>
                <a:cs typeface="Alegreya"/>
                <a:sym typeface="Alegreya"/>
              </a:endParaRPr>
            </a:p>
          </p:txBody>
        </p:sp>
        <p:sp>
          <p:nvSpPr>
            <p:cNvPr id="658" name="Google Shape;658;p33"/>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Employees</a:t>
              </a:r>
              <a:endParaRPr sz="1800">
                <a:solidFill>
                  <a:srgbClr val="FEFEFE"/>
                </a:solidFill>
                <a:latin typeface="Alegreya"/>
                <a:ea typeface="Alegreya"/>
                <a:cs typeface="Alegreya"/>
                <a:sym typeface="Alegreya"/>
              </a:endParaRPr>
            </a:p>
          </p:txBody>
        </p:sp>
        <p:sp>
          <p:nvSpPr>
            <p:cNvPr id="659" name="Google Shape;659;p33"/>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lvl="0"/>
              <a:r>
                <a:rPr lang="en-US" sz="1800" dirty="0">
                  <a:solidFill>
                    <a:srgbClr val="111111"/>
                  </a:solidFill>
                  <a:latin typeface="Alegreya"/>
                  <a:ea typeface="Alegreya"/>
                  <a:cs typeface="Alegreya"/>
                  <a:sym typeface="Alegreya"/>
                </a:rPr>
                <a:t>All Projects</a:t>
              </a:r>
            </a:p>
          </p:txBody>
        </p:sp>
        <p:sp>
          <p:nvSpPr>
            <p:cNvPr id="660" name="Google Shape;660;p33"/>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661" name="Google Shape;661;p33"/>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62" name="Google Shape;662;p33"/>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663" name="Google Shape;663;p33"/>
          <p:cNvGrpSpPr/>
          <p:nvPr/>
        </p:nvGrpSpPr>
        <p:grpSpPr>
          <a:xfrm>
            <a:off x="1242825" y="1818354"/>
            <a:ext cx="4364025" cy="1385100"/>
            <a:chOff x="1242825" y="1879204"/>
            <a:chExt cx="4364025" cy="1385100"/>
          </a:xfrm>
        </p:grpSpPr>
        <p:sp>
          <p:nvSpPr>
            <p:cNvPr id="664" name="Google Shape;664;p33"/>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665" name="Google Shape;665;p33"/>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667" name="Google Shape;667;p33"/>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My Projects</a:t>
              </a:r>
              <a:endParaRPr sz="1800" dirty="0">
                <a:solidFill>
                  <a:srgbClr val="FEFEFE"/>
                </a:solidFill>
                <a:latin typeface="Alegreya"/>
                <a:ea typeface="Alegreya"/>
                <a:cs typeface="Alegreya"/>
                <a:sym typeface="Alegreya"/>
              </a:endParaRPr>
            </a:p>
          </p:txBody>
        </p:sp>
        <p:sp>
          <p:nvSpPr>
            <p:cNvPr id="668" name="Google Shape;668;p33"/>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671" name="Google Shape;671;p33"/>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72" name="Google Shape;672;p33"/>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673" name="Google Shape;673;p33"/>
          <p:cNvSpPr/>
          <p:nvPr/>
        </p:nvSpPr>
        <p:spPr>
          <a:xfrm flipH="1">
            <a:off x="592925" y="3203450"/>
            <a:ext cx="649900" cy="1052000"/>
          </a:xfrm>
          <a:custGeom>
            <a:avLst/>
            <a:gdLst/>
            <a:ahLst/>
            <a:cxnLst/>
            <a:rect l="l" t="t" r="r" b="b"/>
            <a:pathLst>
              <a:path w="25996" h="42080" extrusionOk="0">
                <a:moveTo>
                  <a:pt x="0" y="42080"/>
                </a:moveTo>
                <a:cubicBezTo>
                  <a:pt x="10790" y="39924"/>
                  <a:pt x="20220" y="30060"/>
                  <a:pt x="24452" y="19903"/>
                </a:cubicBezTo>
                <a:cubicBezTo>
                  <a:pt x="27008" y="13769"/>
                  <a:pt x="25589" y="6645"/>
                  <a:pt x="25589" y="0"/>
                </a:cubicBezTo>
              </a:path>
            </a:pathLst>
          </a:custGeom>
          <a:noFill/>
          <a:ln w="9525" cap="flat" cmpd="sng">
            <a:solidFill>
              <a:schemeClr val="dk2"/>
            </a:solidFill>
            <a:prstDash val="solid"/>
            <a:round/>
            <a:headEnd type="none" w="med" len="med"/>
            <a:tailEnd type="none" w="med" len="med"/>
          </a:ln>
        </p:spPr>
      </p:sp>
      <p:sp>
        <p:nvSpPr>
          <p:cNvPr id="674" name="Google Shape;674;p33"/>
          <p:cNvSpPr/>
          <p:nvPr/>
        </p:nvSpPr>
        <p:spPr>
          <a:xfrm>
            <a:off x="0" y="-6539"/>
            <a:ext cx="8926800" cy="3344700"/>
          </a:xfrm>
          <a:prstGeom prst="rect">
            <a:avLst/>
          </a:prstGeom>
          <a:solidFill>
            <a:srgbClr val="FFFFFF">
              <a:alpha val="6962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5" name="Google Shape;675;p33"/>
          <p:cNvSpPr/>
          <p:nvPr/>
        </p:nvSpPr>
        <p:spPr>
          <a:xfrm>
            <a:off x="65875" y="1693400"/>
            <a:ext cx="1704000" cy="16350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lt2"/>
                </a:solidFill>
                <a:latin typeface="Martian Mono"/>
                <a:ea typeface="Martian Mono"/>
                <a:cs typeface="Martian Mono"/>
                <a:sym typeface="Martian Mono"/>
              </a:rPr>
              <a:t>Only accessible by admin and leadership role employees!</a:t>
            </a:r>
            <a:endParaRPr sz="1200">
              <a:solidFill>
                <a:schemeClr val="lt2"/>
              </a:solidFill>
              <a:latin typeface="Martian Mono"/>
              <a:ea typeface="Martian Mono"/>
              <a:cs typeface="Martian Mono"/>
              <a:sym typeface="Martian Mono"/>
            </a:endParaRPr>
          </a:p>
          <a:p>
            <a:pPr marL="0" lvl="0" indent="0" algn="ctr" rtl="0">
              <a:spcBef>
                <a:spcPts val="0"/>
              </a:spcBef>
              <a:spcAft>
                <a:spcPts val="0"/>
              </a:spcAft>
              <a:buNone/>
            </a:pPr>
            <a:endParaRPr sz="1300">
              <a:solidFill>
                <a:schemeClr val="lt2"/>
              </a:solidFill>
              <a:latin typeface="Lato"/>
              <a:ea typeface="Lato"/>
              <a:cs typeface="Lato"/>
              <a:sym typeface="Lato"/>
            </a:endParaRPr>
          </a:p>
        </p:txBody>
      </p:sp>
      <p:sp>
        <p:nvSpPr>
          <p:cNvPr id="676" name="Google Shape;676;p33"/>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 name="Google Shape;615;p32">
            <a:extLst>
              <a:ext uri="{FF2B5EF4-FFF2-40B4-BE49-F238E27FC236}">
                <a16:creationId xmlns:a16="http://schemas.microsoft.com/office/drawing/2014/main" id="{C7B922AC-837F-3DC0-459F-1652C56BB594}"/>
              </a:ext>
            </a:extLst>
          </p:cNvPr>
          <p:cNvSpPr/>
          <p:nvPr/>
        </p:nvSpPr>
        <p:spPr>
          <a:xfrm>
            <a:off x="8926800" y="2434988"/>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 name="Google Shape;612;p32">
            <a:extLst>
              <a:ext uri="{FF2B5EF4-FFF2-40B4-BE49-F238E27FC236}">
                <a16:creationId xmlns:a16="http://schemas.microsoft.com/office/drawing/2014/main" id="{10A2F7CE-7EFB-F654-30C5-12AA7E84B526}"/>
              </a:ext>
            </a:extLst>
          </p:cNvPr>
          <p:cNvSpPr txBox="1"/>
          <p:nvPr/>
        </p:nvSpPr>
        <p:spPr>
          <a:xfrm>
            <a:off x="2577750" y="-978289"/>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dirty="0">
                <a:solidFill>
                  <a:srgbClr val="EFBC3F"/>
                </a:solidFill>
                <a:latin typeface="Dela Gothic One"/>
                <a:ea typeface="Dela Gothic One"/>
                <a:cs typeface="Dela Gothic One"/>
                <a:sym typeface="Dela Gothic One"/>
              </a:rPr>
              <a:t>Hi, Gurlakshpreet</a:t>
            </a:r>
            <a:endParaRPr sz="2700" dirty="0">
              <a:solidFill>
                <a:srgbClr val="EFBC3F"/>
              </a:solidFill>
              <a:latin typeface="Dela Gothic One"/>
              <a:ea typeface="Dela Gothic One"/>
              <a:cs typeface="Dela Gothic One"/>
              <a:sym typeface="Dela Gothic One"/>
            </a:endParaRPr>
          </a:p>
        </p:txBody>
      </p:sp>
      <p:sp>
        <p:nvSpPr>
          <p:cNvPr id="5" name="Google Shape;244;p20">
            <a:extLst>
              <a:ext uri="{FF2B5EF4-FFF2-40B4-BE49-F238E27FC236}">
                <a16:creationId xmlns:a16="http://schemas.microsoft.com/office/drawing/2014/main" id="{1998833D-9E2E-3017-2FE3-540B96D19045}"/>
              </a:ext>
            </a:extLst>
          </p:cNvPr>
          <p:cNvSpPr/>
          <p:nvPr/>
        </p:nvSpPr>
        <p:spPr>
          <a:xfrm rot="3599267">
            <a:off x="8894308" y="4973059"/>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4"/>
                                        </p:tgtEl>
                                        <p:attrNameLst>
                                          <p:attrName>style.visibility</p:attrName>
                                        </p:attrNameLst>
                                      </p:cBhvr>
                                      <p:to>
                                        <p:strVal val="visible"/>
                                      </p:to>
                                    </p:set>
                                    <p:animEffect transition="in" filter="fade">
                                      <p:cBhvr>
                                        <p:cTn id="7" dur="700"/>
                                        <p:tgtEl>
                                          <p:spTgt spid="674"/>
                                        </p:tgtEl>
                                      </p:cBhvr>
                                    </p:animEffect>
                                  </p:childTnLst>
                                </p:cTn>
                              </p:par>
                              <p:par>
                                <p:cTn id="8" presetID="10" presetClass="entr" presetSubtype="0" fill="hold" nodeType="withEffect">
                                  <p:stCondLst>
                                    <p:cond delay="0"/>
                                  </p:stCondLst>
                                  <p:childTnLst>
                                    <p:set>
                                      <p:cBhvr>
                                        <p:cTn id="9" dur="1" fill="hold">
                                          <p:stCondLst>
                                            <p:cond delay="0"/>
                                          </p:stCondLst>
                                        </p:cTn>
                                        <p:tgtEl>
                                          <p:spTgt spid="675"/>
                                        </p:tgtEl>
                                        <p:attrNameLst>
                                          <p:attrName>style.visibility</p:attrName>
                                        </p:attrNameLst>
                                      </p:cBhvr>
                                      <p:to>
                                        <p:strVal val="visible"/>
                                      </p:to>
                                    </p:set>
                                    <p:animEffect transition="in" filter="fade">
                                      <p:cBhvr>
                                        <p:cTn id="10" dur="1000"/>
                                        <p:tgtEl>
                                          <p:spTgt spid="675"/>
                                        </p:tgtEl>
                                      </p:cBhvr>
                                    </p:animEffect>
                                  </p:childTnLst>
                                </p:cTn>
                              </p:par>
                              <p:par>
                                <p:cTn id="11" presetID="10" presetClass="entr" presetSubtype="0" fill="hold" nodeType="withEffect">
                                  <p:stCondLst>
                                    <p:cond delay="0"/>
                                  </p:stCondLst>
                                  <p:childTnLst>
                                    <p:set>
                                      <p:cBhvr>
                                        <p:cTn id="12" dur="1" fill="hold">
                                          <p:stCondLst>
                                            <p:cond delay="0"/>
                                          </p:stCondLst>
                                        </p:cTn>
                                        <p:tgtEl>
                                          <p:spTgt spid="673"/>
                                        </p:tgtEl>
                                        <p:attrNameLst>
                                          <p:attrName>style.visibility</p:attrName>
                                        </p:attrNameLst>
                                      </p:cBhvr>
                                      <p:to>
                                        <p:strVal val="visible"/>
                                      </p:to>
                                    </p:set>
                                    <p:animEffect transition="in" filter="fade">
                                      <p:cBhvr>
                                        <p:cTn id="13" dur="1000"/>
                                        <p:tgtEl>
                                          <p:spTgt spid="67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1000"/>
                                        <p:tgtEl>
                                          <p:spTgt spid="674"/>
                                        </p:tgtEl>
                                      </p:cBhvr>
                                    </p:animEffect>
                                    <p:set>
                                      <p:cBhvr>
                                        <p:cTn id="18" dur="1" fill="hold">
                                          <p:stCondLst>
                                            <p:cond delay="1000"/>
                                          </p:stCondLst>
                                        </p:cTn>
                                        <p:tgtEl>
                                          <p:spTgt spid="674"/>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20" dur="1000"/>
                                        <p:tgtEl>
                                          <p:spTgt spid="675"/>
                                        </p:tgtEl>
                                      </p:cBhvr>
                                    </p:animEffect>
                                    <p:set>
                                      <p:cBhvr>
                                        <p:cTn id="21" dur="1" fill="hold">
                                          <p:stCondLst>
                                            <p:cond delay="1000"/>
                                          </p:stCondLst>
                                        </p:cTn>
                                        <p:tgtEl>
                                          <p:spTgt spid="675"/>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1000"/>
                                        <p:tgtEl>
                                          <p:spTgt spid="673"/>
                                        </p:tgtEl>
                                      </p:cBhvr>
                                    </p:animEffect>
                                    <p:set>
                                      <p:cBhvr>
                                        <p:cTn id="24" dur="1" fill="hold">
                                          <p:stCondLst>
                                            <p:cond delay="1000"/>
                                          </p:stCondLst>
                                        </p:cTn>
                                        <p:tgtEl>
                                          <p:spTgt spid="67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608">
          <a:extLst>
            <a:ext uri="{FF2B5EF4-FFF2-40B4-BE49-F238E27FC236}">
              <a16:creationId xmlns:a16="http://schemas.microsoft.com/office/drawing/2014/main" id="{BD88B0B3-C612-6B01-F0D0-8A669FE2D7F3}"/>
            </a:ext>
          </a:extLst>
        </p:cNvPr>
        <p:cNvGrpSpPr/>
        <p:nvPr/>
      </p:nvGrpSpPr>
      <p:grpSpPr>
        <a:xfrm>
          <a:off x="0" y="0"/>
          <a:ext cx="0" cy="0"/>
          <a:chOff x="0" y="0"/>
          <a:chExt cx="0" cy="0"/>
        </a:xfrm>
      </p:grpSpPr>
      <p:sp>
        <p:nvSpPr>
          <p:cNvPr id="612" name="Google Shape;612;p32">
            <a:extLst>
              <a:ext uri="{FF2B5EF4-FFF2-40B4-BE49-F238E27FC236}">
                <a16:creationId xmlns:a16="http://schemas.microsoft.com/office/drawing/2014/main" id="{CD93916A-2A51-4C4A-7263-55E66DD192B3}"/>
              </a:ext>
            </a:extLst>
          </p:cNvPr>
          <p:cNvSpPr txBox="1"/>
          <p:nvPr/>
        </p:nvSpPr>
        <p:spPr>
          <a:xfrm>
            <a:off x="2577750" y="388675"/>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dirty="0">
                <a:solidFill>
                  <a:srgbClr val="EFBC3F"/>
                </a:solidFill>
                <a:latin typeface="Dela Gothic One"/>
                <a:ea typeface="Dela Gothic One"/>
                <a:cs typeface="Dela Gothic One"/>
                <a:sym typeface="Dela Gothic One"/>
              </a:rPr>
              <a:t>Hi, Gurlakshpreet</a:t>
            </a:r>
            <a:endParaRPr sz="2700" dirty="0">
              <a:solidFill>
                <a:srgbClr val="EFBC3F"/>
              </a:solidFill>
              <a:latin typeface="Dela Gothic One"/>
              <a:ea typeface="Dela Gothic One"/>
              <a:cs typeface="Dela Gothic One"/>
              <a:sym typeface="Dela Gothic One"/>
            </a:endParaRPr>
          </a:p>
        </p:txBody>
      </p:sp>
      <p:sp>
        <p:nvSpPr>
          <p:cNvPr id="613" name="Google Shape;613;p32">
            <a:extLst>
              <a:ext uri="{FF2B5EF4-FFF2-40B4-BE49-F238E27FC236}">
                <a16:creationId xmlns:a16="http://schemas.microsoft.com/office/drawing/2014/main" id="{4C56A8AD-F343-83C8-9716-212C4F90E84A}"/>
              </a:ext>
            </a:extLst>
          </p:cNvPr>
          <p:cNvSpPr/>
          <p:nvPr/>
        </p:nvSpPr>
        <p:spPr>
          <a:xfrm>
            <a:off x="3093900" y="975775"/>
            <a:ext cx="2956200" cy="396300"/>
          </a:xfrm>
          <a:prstGeom prst="roundRect">
            <a:avLst>
              <a:gd name="adj" fmla="val 16667"/>
            </a:avLst>
          </a:prstGeom>
          <a:solidFill>
            <a:srgbClr val="EBE6D6"/>
          </a:solidFill>
          <a:ln w="19050" cap="flat" cmpd="sng">
            <a:solidFill>
              <a:srgbClr val="EBE6D6"/>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Martian Mono"/>
                <a:ea typeface="Martian Mono"/>
                <a:cs typeface="Martian Mono"/>
                <a:sym typeface="Martian Mono"/>
              </a:rPr>
              <a:t>Which screen next?</a:t>
            </a:r>
            <a:endParaRPr dirty="0">
              <a:latin typeface="Martian Mono"/>
              <a:ea typeface="Martian Mono"/>
              <a:cs typeface="Martian Mono"/>
              <a:sym typeface="Martian Mono"/>
            </a:endParaRPr>
          </a:p>
        </p:txBody>
      </p:sp>
      <p:sp>
        <p:nvSpPr>
          <p:cNvPr id="614" name="Google Shape;614;p32">
            <a:extLst>
              <a:ext uri="{FF2B5EF4-FFF2-40B4-BE49-F238E27FC236}">
                <a16:creationId xmlns:a16="http://schemas.microsoft.com/office/drawing/2014/main" id="{C644B8F3-4E92-E24F-4066-1ABB9A317A66}"/>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15" name="Google Shape;615;p32">
            <a:extLst>
              <a:ext uri="{FF2B5EF4-FFF2-40B4-BE49-F238E27FC236}">
                <a16:creationId xmlns:a16="http://schemas.microsoft.com/office/drawing/2014/main" id="{64738667-20C3-0200-9FB9-98F79CF86332}"/>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616" name="Google Shape;616;p32">
            <a:extLst>
              <a:ext uri="{FF2B5EF4-FFF2-40B4-BE49-F238E27FC236}">
                <a16:creationId xmlns:a16="http://schemas.microsoft.com/office/drawing/2014/main" id="{B2883E15-75AE-99E1-0976-57D644E5B146}"/>
              </a:ext>
            </a:extLst>
          </p:cNvPr>
          <p:cNvGrpSpPr/>
          <p:nvPr/>
        </p:nvGrpSpPr>
        <p:grpSpPr>
          <a:xfrm>
            <a:off x="1242825" y="1445367"/>
            <a:ext cx="6658350" cy="1385100"/>
            <a:chOff x="1242825" y="1879204"/>
            <a:chExt cx="6658350" cy="1385100"/>
          </a:xfrm>
        </p:grpSpPr>
        <p:sp>
          <p:nvSpPr>
            <p:cNvPr id="617" name="Google Shape;617;p32">
              <a:extLst>
                <a:ext uri="{FF2B5EF4-FFF2-40B4-BE49-F238E27FC236}">
                  <a16:creationId xmlns:a16="http://schemas.microsoft.com/office/drawing/2014/main" id="{4ACB31D8-434A-D93C-0808-0B94A1A2A376}"/>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618" name="Google Shape;618;p32">
              <a:extLst>
                <a:ext uri="{FF2B5EF4-FFF2-40B4-BE49-F238E27FC236}">
                  <a16:creationId xmlns:a16="http://schemas.microsoft.com/office/drawing/2014/main" id="{29807B15-72CF-6D45-D13B-26AE35AA7396}"/>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619" name="Google Shape;619;p32">
              <a:extLst>
                <a:ext uri="{FF2B5EF4-FFF2-40B4-BE49-F238E27FC236}">
                  <a16:creationId xmlns:a16="http://schemas.microsoft.com/office/drawing/2014/main" id="{23F57C6C-9345-0B57-C4BC-439A6D11BB21}"/>
                </a:ext>
              </a:extLst>
            </p:cNvPr>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620" name="Google Shape;620;p32">
              <a:extLst>
                <a:ext uri="{FF2B5EF4-FFF2-40B4-BE49-F238E27FC236}">
                  <a16:creationId xmlns:a16="http://schemas.microsoft.com/office/drawing/2014/main" id="{40D40AE8-0088-ADAC-A609-EEAF435EEE29}"/>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621" name="Google Shape;621;p32">
              <a:extLst>
                <a:ext uri="{FF2B5EF4-FFF2-40B4-BE49-F238E27FC236}">
                  <a16:creationId xmlns:a16="http://schemas.microsoft.com/office/drawing/2014/main" id="{03DAA253-07AC-3714-D086-4C1BE80F097C}"/>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622" name="Google Shape;622;p32">
              <a:extLst>
                <a:ext uri="{FF2B5EF4-FFF2-40B4-BE49-F238E27FC236}">
                  <a16:creationId xmlns:a16="http://schemas.microsoft.com/office/drawing/2014/main" id="{F080B311-B9FB-93AC-E056-1BBBF5A92419}"/>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623" name="Google Shape;623;p32">
              <a:extLst>
                <a:ext uri="{FF2B5EF4-FFF2-40B4-BE49-F238E27FC236}">
                  <a16:creationId xmlns:a16="http://schemas.microsoft.com/office/drawing/2014/main" id="{909C8CB7-D1DC-6109-6192-A49AEF86E6F4}"/>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624" name="Google Shape;624;p32">
              <a:extLst>
                <a:ext uri="{FF2B5EF4-FFF2-40B4-BE49-F238E27FC236}">
                  <a16:creationId xmlns:a16="http://schemas.microsoft.com/office/drawing/2014/main" id="{7DF8E10B-300D-D99F-4863-59045DA3F178}"/>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25" name="Google Shape;625;p32">
              <a:extLst>
                <a:ext uri="{FF2B5EF4-FFF2-40B4-BE49-F238E27FC236}">
                  <a16:creationId xmlns:a16="http://schemas.microsoft.com/office/drawing/2014/main" id="{561EBB50-6C09-B556-B1F8-90B5A31AFBD4}"/>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626" name="Google Shape;626;p32">
            <a:extLst>
              <a:ext uri="{FF2B5EF4-FFF2-40B4-BE49-F238E27FC236}">
                <a16:creationId xmlns:a16="http://schemas.microsoft.com/office/drawing/2014/main" id="{042EAD81-1ADF-8211-B6C8-310A84DBE1C0}"/>
              </a:ext>
            </a:extLst>
          </p:cNvPr>
          <p:cNvGrpSpPr/>
          <p:nvPr/>
        </p:nvGrpSpPr>
        <p:grpSpPr>
          <a:xfrm>
            <a:off x="1242825" y="3096242"/>
            <a:ext cx="4364025" cy="1385100"/>
            <a:chOff x="1242825" y="1879204"/>
            <a:chExt cx="4364025" cy="1385100"/>
          </a:xfrm>
        </p:grpSpPr>
        <p:sp>
          <p:nvSpPr>
            <p:cNvPr id="627" name="Google Shape;627;p32">
              <a:extLst>
                <a:ext uri="{FF2B5EF4-FFF2-40B4-BE49-F238E27FC236}">
                  <a16:creationId xmlns:a16="http://schemas.microsoft.com/office/drawing/2014/main" id="{194B8252-473A-65C1-F752-D257B95DF5A2}"/>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628" name="Google Shape;628;p32">
              <a:extLst>
                <a:ext uri="{FF2B5EF4-FFF2-40B4-BE49-F238E27FC236}">
                  <a16:creationId xmlns:a16="http://schemas.microsoft.com/office/drawing/2014/main" id="{31EE362D-CC9F-2A20-2FB9-5D0B8B3587CD}"/>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630" name="Google Shape;630;p32">
              <a:extLst>
                <a:ext uri="{FF2B5EF4-FFF2-40B4-BE49-F238E27FC236}">
                  <a16:creationId xmlns:a16="http://schemas.microsoft.com/office/drawing/2014/main" id="{7CE090DD-686F-BD67-1922-B126A51FAB2A}"/>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My Projects</a:t>
              </a:r>
              <a:endParaRPr sz="1800" dirty="0">
                <a:solidFill>
                  <a:srgbClr val="FEFEFE"/>
                </a:solidFill>
                <a:latin typeface="Alegreya"/>
                <a:ea typeface="Alegreya"/>
                <a:cs typeface="Alegreya"/>
                <a:sym typeface="Alegreya"/>
              </a:endParaRPr>
            </a:p>
          </p:txBody>
        </p:sp>
        <p:sp>
          <p:nvSpPr>
            <p:cNvPr id="631" name="Google Shape;631;p32">
              <a:extLst>
                <a:ext uri="{FF2B5EF4-FFF2-40B4-BE49-F238E27FC236}">
                  <a16:creationId xmlns:a16="http://schemas.microsoft.com/office/drawing/2014/main" id="{4B206947-69B7-91C2-CBDB-9A9973AA9F86}"/>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634" name="Google Shape;634;p32">
              <a:extLst>
                <a:ext uri="{FF2B5EF4-FFF2-40B4-BE49-F238E27FC236}">
                  <a16:creationId xmlns:a16="http://schemas.microsoft.com/office/drawing/2014/main" id="{B88DF1AF-8887-C694-9452-9617651A106D}"/>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35" name="Google Shape;635;p32">
              <a:extLst>
                <a:ext uri="{FF2B5EF4-FFF2-40B4-BE49-F238E27FC236}">
                  <a16:creationId xmlns:a16="http://schemas.microsoft.com/office/drawing/2014/main" id="{7B2E5564-01E0-75BE-2F03-208CECB909DB}"/>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2" name="Google Shape;244;p20">
            <a:extLst>
              <a:ext uri="{FF2B5EF4-FFF2-40B4-BE49-F238E27FC236}">
                <a16:creationId xmlns:a16="http://schemas.microsoft.com/office/drawing/2014/main" id="{8A442859-D67A-886E-4F8C-C7F863BA8766}"/>
              </a:ext>
            </a:extLst>
          </p:cNvPr>
          <p:cNvSpPr/>
          <p:nvPr/>
        </p:nvSpPr>
        <p:spPr>
          <a:xfrm rot="3599267">
            <a:off x="2949500" y="2742627"/>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grpSp>
        <p:nvGrpSpPr>
          <p:cNvPr id="3" name="Google Shape;653;p33">
            <a:extLst>
              <a:ext uri="{FF2B5EF4-FFF2-40B4-BE49-F238E27FC236}">
                <a16:creationId xmlns:a16="http://schemas.microsoft.com/office/drawing/2014/main" id="{776AF2FB-D3F8-AE0A-E287-A6734ED0E71D}"/>
              </a:ext>
            </a:extLst>
          </p:cNvPr>
          <p:cNvGrpSpPr/>
          <p:nvPr/>
        </p:nvGrpSpPr>
        <p:grpSpPr>
          <a:xfrm>
            <a:off x="1242825" y="4747100"/>
            <a:ext cx="6658350" cy="1385100"/>
            <a:chOff x="1242825" y="1879204"/>
            <a:chExt cx="6658350" cy="1385100"/>
          </a:xfrm>
        </p:grpSpPr>
        <p:sp>
          <p:nvSpPr>
            <p:cNvPr id="4" name="Google Shape;654;p33">
              <a:extLst>
                <a:ext uri="{FF2B5EF4-FFF2-40B4-BE49-F238E27FC236}">
                  <a16:creationId xmlns:a16="http://schemas.microsoft.com/office/drawing/2014/main" id="{BE8CA90C-958B-0B62-731E-9E69E8FAD690}"/>
                </a:ext>
              </a:extLst>
            </p:cNvPr>
            <p:cNvSpPr/>
            <p:nvPr/>
          </p:nvSpPr>
          <p:spPr>
            <a:xfrm>
              <a:off x="1242825" y="1879204"/>
              <a:ext cx="2069700" cy="1385100"/>
            </a:xfrm>
            <a:prstGeom prst="roundRect">
              <a:avLst>
                <a:gd name="adj" fmla="val 16667"/>
              </a:avLst>
            </a:prstGeom>
            <a:solidFill>
              <a:srgbClr val="BFD2F1"/>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#07</a:t>
              </a:r>
              <a:endParaRPr b="1">
                <a:solidFill>
                  <a:srgbClr val="FEFEFE"/>
                </a:solidFill>
                <a:latin typeface="Alegreya"/>
                <a:ea typeface="Alegreya"/>
                <a:cs typeface="Alegreya"/>
                <a:sym typeface="Alegreya"/>
              </a:endParaRPr>
            </a:p>
          </p:txBody>
        </p:sp>
        <p:sp>
          <p:nvSpPr>
            <p:cNvPr id="5" name="Google Shape;655;p33">
              <a:extLst>
                <a:ext uri="{FF2B5EF4-FFF2-40B4-BE49-F238E27FC236}">
                  <a16:creationId xmlns:a16="http://schemas.microsoft.com/office/drawing/2014/main" id="{D650913D-F5C9-7D37-BB45-04AB5C3681AF}"/>
                </a:ext>
              </a:extLst>
            </p:cNvPr>
            <p:cNvSpPr/>
            <p:nvPr/>
          </p:nvSpPr>
          <p:spPr>
            <a:xfrm>
              <a:off x="3537150" y="1879204"/>
              <a:ext cx="2069700" cy="1385100"/>
            </a:xfrm>
            <a:prstGeom prst="roundRect">
              <a:avLst>
                <a:gd name="adj" fmla="val 16667"/>
              </a:avLst>
            </a:prstGeom>
            <a:solidFill>
              <a:srgbClr val="FF8298"/>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#08</a:t>
              </a:r>
              <a:endParaRPr b="1">
                <a:solidFill>
                  <a:srgbClr val="FEFEFE"/>
                </a:solidFill>
                <a:latin typeface="Alegreya"/>
                <a:ea typeface="Alegreya"/>
                <a:cs typeface="Alegreya"/>
                <a:sym typeface="Alegreya"/>
              </a:endParaRPr>
            </a:p>
          </p:txBody>
        </p:sp>
        <p:sp>
          <p:nvSpPr>
            <p:cNvPr id="6" name="Google Shape;656;p33">
              <a:extLst>
                <a:ext uri="{FF2B5EF4-FFF2-40B4-BE49-F238E27FC236}">
                  <a16:creationId xmlns:a16="http://schemas.microsoft.com/office/drawing/2014/main" id="{3B2A7E83-F74A-5F8E-D60E-A44093DDD13E}"/>
                </a:ext>
              </a:extLst>
            </p:cNvPr>
            <p:cNvSpPr/>
            <p:nvPr/>
          </p:nvSpPr>
          <p:spPr>
            <a:xfrm>
              <a:off x="5831475" y="1879204"/>
              <a:ext cx="2069700" cy="1385100"/>
            </a:xfrm>
            <a:prstGeom prst="roundRect">
              <a:avLst>
                <a:gd name="adj" fmla="val 16667"/>
              </a:avLst>
            </a:prstGeom>
            <a:solidFill>
              <a:srgbClr val="DBFEBC"/>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#09</a:t>
              </a:r>
              <a:endParaRPr b="1">
                <a:solidFill>
                  <a:srgbClr val="040404"/>
                </a:solidFill>
                <a:latin typeface="Alegreya"/>
                <a:ea typeface="Alegreya"/>
                <a:cs typeface="Alegreya"/>
                <a:sym typeface="Alegreya"/>
              </a:endParaRPr>
            </a:p>
          </p:txBody>
        </p:sp>
        <p:sp>
          <p:nvSpPr>
            <p:cNvPr id="7" name="Google Shape;657;p33">
              <a:extLst>
                <a:ext uri="{FF2B5EF4-FFF2-40B4-BE49-F238E27FC236}">
                  <a16:creationId xmlns:a16="http://schemas.microsoft.com/office/drawing/2014/main" id="{51366EEB-4746-06D9-5268-F6A5A1754C24}"/>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Clients </a:t>
              </a:r>
              <a:endParaRPr sz="1800" dirty="0">
                <a:solidFill>
                  <a:srgbClr val="FEFEFE"/>
                </a:solidFill>
                <a:latin typeface="Alegreya"/>
                <a:ea typeface="Alegreya"/>
                <a:cs typeface="Alegreya"/>
                <a:sym typeface="Alegreya"/>
              </a:endParaRPr>
            </a:p>
          </p:txBody>
        </p:sp>
        <p:sp>
          <p:nvSpPr>
            <p:cNvPr id="8" name="Google Shape;658;p33">
              <a:extLst>
                <a:ext uri="{FF2B5EF4-FFF2-40B4-BE49-F238E27FC236}">
                  <a16:creationId xmlns:a16="http://schemas.microsoft.com/office/drawing/2014/main" id="{E09CA7C3-2A84-C7B9-F179-03A90A99D38B}"/>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Employees</a:t>
              </a:r>
              <a:endParaRPr sz="1800">
                <a:solidFill>
                  <a:srgbClr val="FEFEFE"/>
                </a:solidFill>
                <a:latin typeface="Alegreya"/>
                <a:ea typeface="Alegreya"/>
                <a:cs typeface="Alegreya"/>
                <a:sym typeface="Alegreya"/>
              </a:endParaRPr>
            </a:p>
          </p:txBody>
        </p:sp>
        <p:sp>
          <p:nvSpPr>
            <p:cNvPr id="9" name="Google Shape;659;p33">
              <a:extLst>
                <a:ext uri="{FF2B5EF4-FFF2-40B4-BE49-F238E27FC236}">
                  <a16:creationId xmlns:a16="http://schemas.microsoft.com/office/drawing/2014/main" id="{4445DB39-0AD8-CEA0-291D-542D74F626FE}"/>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111111"/>
                  </a:solidFill>
                  <a:latin typeface="Alegreya"/>
                  <a:ea typeface="Alegreya"/>
                  <a:cs typeface="Alegreya"/>
                  <a:sym typeface="Alegreya"/>
                </a:rPr>
                <a:t>Past Employees</a:t>
              </a:r>
              <a:endParaRPr sz="1800" dirty="0">
                <a:solidFill>
                  <a:srgbClr val="111111"/>
                </a:solidFill>
                <a:latin typeface="Alegreya"/>
                <a:ea typeface="Alegreya"/>
                <a:cs typeface="Alegreya"/>
                <a:sym typeface="Alegreya"/>
              </a:endParaRPr>
            </a:p>
          </p:txBody>
        </p:sp>
        <p:sp>
          <p:nvSpPr>
            <p:cNvPr id="10" name="Google Shape;660;p33">
              <a:extLst>
                <a:ext uri="{FF2B5EF4-FFF2-40B4-BE49-F238E27FC236}">
                  <a16:creationId xmlns:a16="http://schemas.microsoft.com/office/drawing/2014/main" id="{6171695B-079A-7E04-55BE-69FCD85B2CB3}"/>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11" name="Google Shape;661;p33">
              <a:extLst>
                <a:ext uri="{FF2B5EF4-FFF2-40B4-BE49-F238E27FC236}">
                  <a16:creationId xmlns:a16="http://schemas.microsoft.com/office/drawing/2014/main" id="{C0DE9EA4-E427-2EFD-00C8-2E0F59F252F2}"/>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2" name="Google Shape;662;p33">
              <a:extLst>
                <a:ext uri="{FF2B5EF4-FFF2-40B4-BE49-F238E27FC236}">
                  <a16:creationId xmlns:a16="http://schemas.microsoft.com/office/drawing/2014/main" id="{CD37DBB1-FAD3-F6C1-8D46-C4A35925CDDB}"/>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Tree>
    <p:extLst>
      <p:ext uri="{BB962C8B-B14F-4D97-AF65-F5344CB8AC3E}">
        <p14:creationId xmlns:p14="http://schemas.microsoft.com/office/powerpoint/2010/main" val="4214623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719"/>
        <p:cNvGrpSpPr/>
        <p:nvPr/>
      </p:nvGrpSpPr>
      <p:grpSpPr>
        <a:xfrm>
          <a:off x="0" y="0"/>
          <a:ext cx="0" cy="0"/>
          <a:chOff x="0" y="0"/>
          <a:chExt cx="0" cy="0"/>
        </a:xfrm>
      </p:grpSpPr>
      <p:sp>
        <p:nvSpPr>
          <p:cNvPr id="721" name="Google Shape;721;p35"/>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Wed Dev Dept.</a:t>
            </a:r>
            <a:endParaRPr sz="2700">
              <a:solidFill>
                <a:srgbClr val="EFBC3F"/>
              </a:solidFill>
              <a:latin typeface="Dela Gothic One"/>
              <a:ea typeface="Dela Gothic One"/>
              <a:cs typeface="Dela Gothic One"/>
              <a:sym typeface="Dela Gothic One"/>
            </a:endParaRPr>
          </a:p>
        </p:txBody>
      </p:sp>
      <p:sp>
        <p:nvSpPr>
          <p:cNvPr id="722" name="Google Shape;722;p35"/>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23" name="Google Shape;723;p35"/>
          <p:cNvSpPr/>
          <p:nvPr/>
        </p:nvSpPr>
        <p:spPr>
          <a:xfrm>
            <a:off x="8926800" y="0"/>
            <a:ext cx="217200" cy="17886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724" name="Google Shape;724;p35"/>
          <p:cNvGrpSpPr/>
          <p:nvPr/>
        </p:nvGrpSpPr>
        <p:grpSpPr>
          <a:xfrm>
            <a:off x="972475" y="1622618"/>
            <a:ext cx="7199038" cy="1497818"/>
            <a:chOff x="224750" y="1667275"/>
            <a:chExt cx="8694491" cy="1808959"/>
          </a:xfrm>
        </p:grpSpPr>
        <p:sp>
          <p:nvSpPr>
            <p:cNvPr id="725" name="Google Shape;725;p35"/>
            <p:cNvSpPr/>
            <p:nvPr/>
          </p:nvSpPr>
          <p:spPr>
            <a:xfrm>
              <a:off x="6123541" y="1671434"/>
              <a:ext cx="2795700" cy="1804800"/>
            </a:xfrm>
            <a:prstGeom prst="rect">
              <a:avLst/>
            </a:prstGeom>
            <a:solidFill>
              <a:srgbClr val="F1ECE8"/>
            </a:solidFill>
            <a:ln>
              <a:noFill/>
            </a:ln>
          </p:spPr>
          <p:txBody>
            <a:bodyPr spcFirstLastPara="1" wrap="square" lIns="75700" tIns="75700" rIns="75700" bIns="75700" anchor="ctr" anchorCtr="0">
              <a:noAutofit/>
            </a:bodyPr>
            <a:lstStyle/>
            <a:p>
              <a:pPr marL="0" lvl="0" indent="0" algn="ctr" rtl="0">
                <a:spcBef>
                  <a:spcPts val="0"/>
                </a:spcBef>
                <a:spcAft>
                  <a:spcPts val="0"/>
                </a:spcAft>
                <a:buNone/>
              </a:pPr>
              <a:endParaRPr sz="1159">
                <a:latin typeface="Darker Grotesque"/>
                <a:ea typeface="Darker Grotesque"/>
                <a:cs typeface="Darker Grotesque"/>
                <a:sym typeface="Darker Grotesque"/>
              </a:endParaRPr>
            </a:p>
          </p:txBody>
        </p:sp>
        <p:pic>
          <p:nvPicPr>
            <p:cNvPr id="726" name="Google Shape;726;p35" descr="A businesswoman smiles and stands with her arms crossed. "/>
            <p:cNvPicPr preferRelativeResize="0"/>
            <p:nvPr/>
          </p:nvPicPr>
          <p:blipFill rotWithShape="1">
            <a:blip r:embed="rId3">
              <a:alphaModFix/>
            </a:blip>
            <a:srcRect l="6783" t="9293" r="-1776" b="26303"/>
            <a:stretch/>
          </p:blipFill>
          <p:spPr>
            <a:xfrm>
              <a:off x="7167519" y="1701057"/>
              <a:ext cx="1714200" cy="1743600"/>
            </a:xfrm>
            <a:prstGeom prst="snip2DiagRect">
              <a:avLst>
                <a:gd name="adj1" fmla="val 0"/>
                <a:gd name="adj2" fmla="val 16667"/>
              </a:avLst>
            </a:prstGeom>
            <a:noFill/>
            <a:ln>
              <a:noFill/>
            </a:ln>
          </p:spPr>
        </p:pic>
        <p:sp>
          <p:nvSpPr>
            <p:cNvPr id="727" name="Google Shape;727;p35"/>
            <p:cNvSpPr txBox="1"/>
            <p:nvPr/>
          </p:nvSpPr>
          <p:spPr>
            <a:xfrm>
              <a:off x="6123551" y="1683125"/>
              <a:ext cx="1804500" cy="923400"/>
            </a:xfrm>
            <a:prstGeom prst="rect">
              <a:avLst/>
            </a:prstGeom>
            <a:noFill/>
            <a:ln>
              <a:noFill/>
            </a:ln>
          </p:spPr>
          <p:txBody>
            <a:bodyPr spcFirstLastPara="1" wrap="square" lIns="53000" tIns="75700" rIns="75700" bIns="75700" anchor="t" anchorCtr="0">
              <a:noAutofit/>
            </a:bodyPr>
            <a:lstStyle/>
            <a:p>
              <a:pPr marL="0" lvl="0" indent="0" algn="l" rtl="0">
                <a:lnSpc>
                  <a:spcPct val="60000"/>
                </a:lnSpc>
                <a:spcBef>
                  <a:spcPts val="0"/>
                </a:spcBef>
                <a:spcAft>
                  <a:spcPts val="0"/>
                </a:spcAft>
                <a:buSzPts val="706"/>
                <a:buNone/>
              </a:pPr>
              <a:r>
                <a:rPr lang="en" sz="3312">
                  <a:solidFill>
                    <a:srgbClr val="274E13"/>
                  </a:solidFill>
                  <a:latin typeface="Darker Grotesque ExtraBold"/>
                  <a:ea typeface="Darker Grotesque ExtraBold"/>
                  <a:cs typeface="Darker Grotesque ExtraBold"/>
                  <a:sym typeface="Darker Grotesque ExtraBold"/>
                </a:rPr>
                <a:t>Angela</a:t>
              </a:r>
              <a:endParaRPr sz="3312">
                <a:solidFill>
                  <a:srgbClr val="274E13"/>
                </a:solidFill>
                <a:latin typeface="Darker Grotesque ExtraBold"/>
                <a:ea typeface="Darker Grotesque ExtraBold"/>
                <a:cs typeface="Darker Grotesque ExtraBold"/>
                <a:sym typeface="Darker Grotesque ExtraBold"/>
              </a:endParaRPr>
            </a:p>
          </p:txBody>
        </p:sp>
        <p:sp>
          <p:nvSpPr>
            <p:cNvPr id="728" name="Google Shape;728;p35"/>
            <p:cNvSpPr/>
            <p:nvPr/>
          </p:nvSpPr>
          <p:spPr>
            <a:xfrm>
              <a:off x="224766" y="1667275"/>
              <a:ext cx="2795100" cy="1804800"/>
            </a:xfrm>
            <a:prstGeom prst="rect">
              <a:avLst/>
            </a:prstGeom>
            <a:solidFill>
              <a:srgbClr val="024A36"/>
            </a:solidFill>
            <a:ln>
              <a:noFill/>
            </a:ln>
          </p:spPr>
          <p:txBody>
            <a:bodyPr spcFirstLastPara="1" wrap="square" lIns="75700" tIns="75700" rIns="75700" bIns="75700" anchor="ctr" anchorCtr="0">
              <a:noAutofit/>
            </a:bodyPr>
            <a:lstStyle/>
            <a:p>
              <a:pPr marL="0" lvl="0" indent="0" algn="ctr" rtl="0">
                <a:spcBef>
                  <a:spcPts val="0"/>
                </a:spcBef>
                <a:spcAft>
                  <a:spcPts val="0"/>
                </a:spcAft>
                <a:buNone/>
              </a:pPr>
              <a:endParaRPr sz="1159">
                <a:latin typeface="Darker Grotesque"/>
                <a:ea typeface="Darker Grotesque"/>
                <a:cs typeface="Darker Grotesque"/>
                <a:sym typeface="Darker Grotesque"/>
              </a:endParaRPr>
            </a:p>
          </p:txBody>
        </p:sp>
        <p:pic>
          <p:nvPicPr>
            <p:cNvPr id="729" name="Google Shape;729;p35" descr="A man in a blue shirt stands in a bright office. "/>
            <p:cNvPicPr preferRelativeResize="0"/>
            <p:nvPr/>
          </p:nvPicPr>
          <p:blipFill rotWithShape="1">
            <a:blip r:embed="rId4">
              <a:alphaModFix/>
            </a:blip>
            <a:srcRect l="7471" t="13526" r="8580" b="29572"/>
            <a:stretch/>
          </p:blipFill>
          <p:spPr>
            <a:xfrm>
              <a:off x="1268580" y="1696894"/>
              <a:ext cx="1714200" cy="1743300"/>
            </a:xfrm>
            <a:prstGeom prst="snip2DiagRect">
              <a:avLst>
                <a:gd name="adj1" fmla="val 0"/>
                <a:gd name="adj2" fmla="val 16667"/>
              </a:avLst>
            </a:prstGeom>
            <a:noFill/>
            <a:ln>
              <a:noFill/>
            </a:ln>
          </p:spPr>
        </p:pic>
        <p:sp>
          <p:nvSpPr>
            <p:cNvPr id="730" name="Google Shape;730;p35"/>
            <p:cNvSpPr txBox="1"/>
            <p:nvPr/>
          </p:nvSpPr>
          <p:spPr>
            <a:xfrm>
              <a:off x="224775" y="1678950"/>
              <a:ext cx="1804500" cy="927600"/>
            </a:xfrm>
            <a:prstGeom prst="rect">
              <a:avLst/>
            </a:prstGeom>
            <a:noFill/>
            <a:ln>
              <a:noFill/>
            </a:ln>
          </p:spPr>
          <p:txBody>
            <a:bodyPr spcFirstLastPara="1" wrap="square" lIns="53000" tIns="75700" rIns="75700" bIns="75700" anchor="t" anchorCtr="0">
              <a:noAutofit/>
            </a:bodyPr>
            <a:lstStyle/>
            <a:p>
              <a:pPr marL="0" lvl="0" indent="0" algn="l" rtl="0">
                <a:lnSpc>
                  <a:spcPct val="60000"/>
                </a:lnSpc>
                <a:spcBef>
                  <a:spcPts val="0"/>
                </a:spcBef>
                <a:spcAft>
                  <a:spcPts val="0"/>
                </a:spcAft>
                <a:buNone/>
              </a:pPr>
              <a:r>
                <a:rPr lang="en" sz="3312">
                  <a:solidFill>
                    <a:srgbClr val="D9EAD3"/>
                  </a:solidFill>
                  <a:latin typeface="Darker Grotesque ExtraBold"/>
                  <a:ea typeface="Darker Grotesque ExtraBold"/>
                  <a:cs typeface="Darker Grotesque ExtraBold"/>
                  <a:sym typeface="Darker Grotesque ExtraBold"/>
                </a:rPr>
                <a:t>Varun</a:t>
              </a:r>
              <a:endParaRPr sz="3312">
                <a:solidFill>
                  <a:srgbClr val="D9EAD3"/>
                </a:solidFill>
                <a:latin typeface="Darker Grotesque ExtraBold"/>
                <a:ea typeface="Darker Grotesque ExtraBold"/>
                <a:cs typeface="Darker Grotesque ExtraBold"/>
                <a:sym typeface="Darker Grotesque ExtraBold"/>
              </a:endParaRPr>
            </a:p>
            <a:p>
              <a:pPr marL="0" lvl="0" indent="0" algn="l" rtl="0">
                <a:lnSpc>
                  <a:spcPct val="60000"/>
                </a:lnSpc>
                <a:spcBef>
                  <a:spcPts val="0"/>
                </a:spcBef>
                <a:spcAft>
                  <a:spcPts val="0"/>
                </a:spcAft>
                <a:buNone/>
              </a:pPr>
              <a:endParaRPr sz="3312">
                <a:solidFill>
                  <a:srgbClr val="D9EAD3"/>
                </a:solidFill>
                <a:latin typeface="Darker Grotesque ExtraBold"/>
                <a:ea typeface="Darker Grotesque ExtraBold"/>
                <a:cs typeface="Darker Grotesque ExtraBold"/>
                <a:sym typeface="Darker Grotesque ExtraBold"/>
              </a:endParaRPr>
            </a:p>
          </p:txBody>
        </p:sp>
        <p:sp>
          <p:nvSpPr>
            <p:cNvPr id="731" name="Google Shape;731;p35"/>
            <p:cNvSpPr txBox="1"/>
            <p:nvPr/>
          </p:nvSpPr>
          <p:spPr>
            <a:xfrm>
              <a:off x="224750" y="2762275"/>
              <a:ext cx="1039800" cy="709800"/>
            </a:xfrm>
            <a:prstGeom prst="rect">
              <a:avLst/>
            </a:prstGeom>
            <a:noFill/>
            <a:ln>
              <a:noFill/>
            </a:ln>
          </p:spPr>
          <p:txBody>
            <a:bodyPr spcFirstLastPara="1" wrap="square" lIns="75700" tIns="75700" rIns="75700" bIns="75700" anchor="b" anchorCtr="0">
              <a:noAutofit/>
            </a:bodyPr>
            <a:lstStyle/>
            <a:p>
              <a:pPr marL="0" lvl="0" indent="0" algn="l" rtl="0">
                <a:spcBef>
                  <a:spcPts val="0"/>
                </a:spcBef>
                <a:spcAft>
                  <a:spcPts val="0"/>
                </a:spcAft>
                <a:buNone/>
              </a:pPr>
              <a:r>
                <a:rPr lang="en" sz="745">
                  <a:solidFill>
                    <a:srgbClr val="D9EAD3"/>
                  </a:solidFill>
                  <a:latin typeface="Darker Grotesque Medium"/>
                  <a:ea typeface="Darker Grotesque Medium"/>
                  <a:cs typeface="Darker Grotesque Medium"/>
                  <a:sym typeface="Darker Grotesque Medium"/>
                </a:rPr>
                <a:t>Department Head /</a:t>
              </a:r>
              <a:endParaRPr sz="745">
                <a:solidFill>
                  <a:srgbClr val="D9EAD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a:solidFill>
                    <a:srgbClr val="D9EAD3"/>
                  </a:solidFill>
                  <a:latin typeface="Darker Grotesque Medium"/>
                  <a:ea typeface="Darker Grotesque Medium"/>
                  <a:cs typeface="Darker Grotesque Medium"/>
                  <a:sym typeface="Darker Grotesque Medium"/>
                </a:rPr>
                <a:t>20+ Years of Experience in Web Dev &amp; Web Ops</a:t>
              </a:r>
              <a:endParaRPr sz="745">
                <a:solidFill>
                  <a:srgbClr val="D9EAD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endParaRPr sz="745">
                <a:solidFill>
                  <a:srgbClr val="D9EAD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a:solidFill>
                    <a:srgbClr val="D9EAD3"/>
                  </a:solidFill>
                  <a:latin typeface="Darker Grotesque Medium"/>
                  <a:ea typeface="Darker Grotesque Medium"/>
                  <a:cs typeface="Darker Grotesque Medium"/>
                  <a:sym typeface="Darker Grotesque Medium"/>
                </a:rPr>
                <a:t>varun@email.com</a:t>
              </a:r>
              <a:endParaRPr sz="745">
                <a:solidFill>
                  <a:srgbClr val="D9EAD3"/>
                </a:solidFill>
                <a:latin typeface="Darker Grotesque Medium"/>
                <a:ea typeface="Darker Grotesque Medium"/>
                <a:cs typeface="Darker Grotesque Medium"/>
                <a:sym typeface="Darker Grotesque Medium"/>
              </a:endParaRPr>
            </a:p>
          </p:txBody>
        </p:sp>
        <p:sp>
          <p:nvSpPr>
            <p:cNvPr id="732" name="Google Shape;732;p35"/>
            <p:cNvSpPr/>
            <p:nvPr/>
          </p:nvSpPr>
          <p:spPr>
            <a:xfrm>
              <a:off x="3174147" y="1670256"/>
              <a:ext cx="2795100" cy="1804800"/>
            </a:xfrm>
            <a:prstGeom prst="rect">
              <a:avLst/>
            </a:prstGeom>
            <a:solidFill>
              <a:srgbClr val="A1D7E6"/>
            </a:solidFill>
            <a:ln>
              <a:noFill/>
            </a:ln>
          </p:spPr>
          <p:txBody>
            <a:bodyPr spcFirstLastPara="1" wrap="square" lIns="75700" tIns="75700" rIns="75700" bIns="75700" anchor="ctr" anchorCtr="0">
              <a:noAutofit/>
            </a:bodyPr>
            <a:lstStyle/>
            <a:p>
              <a:pPr marL="0" lvl="0" indent="0" algn="ctr" rtl="0">
                <a:spcBef>
                  <a:spcPts val="0"/>
                </a:spcBef>
                <a:spcAft>
                  <a:spcPts val="0"/>
                </a:spcAft>
                <a:buNone/>
              </a:pPr>
              <a:endParaRPr sz="1159">
                <a:latin typeface="Darker Grotesque"/>
                <a:ea typeface="Darker Grotesque"/>
                <a:cs typeface="Darker Grotesque"/>
                <a:sym typeface="Darker Grotesque"/>
              </a:endParaRPr>
            </a:p>
          </p:txBody>
        </p:sp>
        <p:pic>
          <p:nvPicPr>
            <p:cNvPr id="733" name="Google Shape;733;p35" descr="A woman stands in a modern office while holding files and papers. "/>
            <p:cNvPicPr preferRelativeResize="0"/>
            <p:nvPr/>
          </p:nvPicPr>
          <p:blipFill rotWithShape="1">
            <a:blip r:embed="rId5">
              <a:alphaModFix/>
            </a:blip>
            <a:srcRect l="21347" t="3230" r="30183" b="22866"/>
            <a:stretch/>
          </p:blipFill>
          <p:spPr>
            <a:xfrm>
              <a:off x="4217961" y="1699875"/>
              <a:ext cx="1714200" cy="1743300"/>
            </a:xfrm>
            <a:prstGeom prst="snip2DiagRect">
              <a:avLst>
                <a:gd name="adj1" fmla="val 0"/>
                <a:gd name="adj2" fmla="val 16667"/>
              </a:avLst>
            </a:prstGeom>
            <a:noFill/>
            <a:ln>
              <a:noFill/>
            </a:ln>
          </p:spPr>
        </p:pic>
        <p:sp>
          <p:nvSpPr>
            <p:cNvPr id="734" name="Google Shape;734;p35"/>
            <p:cNvSpPr txBox="1"/>
            <p:nvPr/>
          </p:nvSpPr>
          <p:spPr>
            <a:xfrm>
              <a:off x="3174146" y="1681957"/>
              <a:ext cx="1943400" cy="923400"/>
            </a:xfrm>
            <a:prstGeom prst="rect">
              <a:avLst/>
            </a:prstGeom>
            <a:noFill/>
            <a:ln>
              <a:noFill/>
            </a:ln>
          </p:spPr>
          <p:txBody>
            <a:bodyPr spcFirstLastPara="1" wrap="square" lIns="53000" tIns="75700" rIns="75700" bIns="75700" anchor="t" anchorCtr="0">
              <a:noAutofit/>
            </a:bodyPr>
            <a:lstStyle/>
            <a:p>
              <a:pPr marL="0" lvl="0" indent="0" algn="l" rtl="0">
                <a:lnSpc>
                  <a:spcPct val="60000"/>
                </a:lnSpc>
                <a:spcBef>
                  <a:spcPts val="0"/>
                </a:spcBef>
                <a:spcAft>
                  <a:spcPts val="0"/>
                </a:spcAft>
                <a:buNone/>
              </a:pPr>
              <a:r>
                <a:rPr lang="en" sz="3312">
                  <a:solidFill>
                    <a:srgbClr val="0C343D"/>
                  </a:solidFill>
                  <a:latin typeface="Darker Grotesque ExtraBold"/>
                  <a:ea typeface="Darker Grotesque ExtraBold"/>
                  <a:cs typeface="Darker Grotesque ExtraBold"/>
                  <a:sym typeface="Darker Grotesque ExtraBold"/>
                </a:rPr>
                <a:t>Alankriti</a:t>
              </a:r>
              <a:endParaRPr sz="3312">
                <a:solidFill>
                  <a:srgbClr val="0C343D"/>
                </a:solidFill>
                <a:latin typeface="Darker Grotesque ExtraBold"/>
                <a:ea typeface="Darker Grotesque ExtraBold"/>
                <a:cs typeface="Darker Grotesque ExtraBold"/>
                <a:sym typeface="Darker Grotesque ExtraBold"/>
              </a:endParaRPr>
            </a:p>
          </p:txBody>
        </p:sp>
        <p:sp>
          <p:nvSpPr>
            <p:cNvPr id="735" name="Google Shape;735;p35"/>
            <p:cNvSpPr txBox="1"/>
            <p:nvPr/>
          </p:nvSpPr>
          <p:spPr>
            <a:xfrm>
              <a:off x="3174150" y="2762275"/>
              <a:ext cx="1039800" cy="709800"/>
            </a:xfrm>
            <a:prstGeom prst="rect">
              <a:avLst/>
            </a:prstGeom>
            <a:noFill/>
            <a:ln>
              <a:noFill/>
            </a:ln>
          </p:spPr>
          <p:txBody>
            <a:bodyPr spcFirstLastPara="1" wrap="square" lIns="75700" tIns="75700" rIns="75700" bIns="75700" anchor="b" anchorCtr="0">
              <a:noAutofit/>
            </a:bodyPr>
            <a:lstStyle/>
            <a:p>
              <a:pPr marL="0" lvl="0" indent="0" algn="l" rtl="0">
                <a:spcBef>
                  <a:spcPts val="0"/>
                </a:spcBef>
                <a:spcAft>
                  <a:spcPts val="0"/>
                </a:spcAft>
                <a:buNone/>
              </a:pPr>
              <a:r>
                <a:rPr lang="en" sz="745">
                  <a:solidFill>
                    <a:srgbClr val="0C343D"/>
                  </a:solidFill>
                  <a:latin typeface="Darker Grotesque Medium"/>
                  <a:ea typeface="Darker Grotesque Medium"/>
                  <a:cs typeface="Darker Grotesque Medium"/>
                  <a:sym typeface="Darker Grotesque Medium"/>
                </a:rPr>
                <a:t>Senior Front-End Developer /</a:t>
              </a:r>
              <a:endParaRPr sz="745">
                <a:solidFill>
                  <a:srgbClr val="0C343D"/>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a:solidFill>
                    <a:srgbClr val="0C343D"/>
                  </a:solidFill>
                  <a:latin typeface="Darker Grotesque Medium"/>
                  <a:ea typeface="Darker Grotesque Medium"/>
                  <a:cs typeface="Darker Grotesque Medium"/>
                  <a:sym typeface="Darker Grotesque Medium"/>
                </a:rPr>
                <a:t>7+ Years of Experience in Front-End Development</a:t>
              </a:r>
              <a:endParaRPr sz="745">
                <a:solidFill>
                  <a:srgbClr val="0C343D"/>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endParaRPr sz="745">
                <a:solidFill>
                  <a:srgbClr val="0C343D"/>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a:solidFill>
                    <a:srgbClr val="0C343D"/>
                  </a:solidFill>
                  <a:latin typeface="Darker Grotesque Medium"/>
                  <a:ea typeface="Darker Grotesque Medium"/>
                  <a:cs typeface="Darker Grotesque Medium"/>
                  <a:sym typeface="Darker Grotesque Medium"/>
                </a:rPr>
                <a:t>alan@email.com</a:t>
              </a:r>
              <a:endParaRPr sz="745">
                <a:solidFill>
                  <a:srgbClr val="0C343D"/>
                </a:solidFill>
                <a:latin typeface="Darker Grotesque Medium"/>
                <a:ea typeface="Darker Grotesque Medium"/>
                <a:cs typeface="Darker Grotesque Medium"/>
                <a:sym typeface="Darker Grotesque Medium"/>
              </a:endParaRPr>
            </a:p>
          </p:txBody>
        </p:sp>
        <p:sp>
          <p:nvSpPr>
            <p:cNvPr id="736" name="Google Shape;736;p35"/>
            <p:cNvSpPr txBox="1"/>
            <p:nvPr/>
          </p:nvSpPr>
          <p:spPr>
            <a:xfrm>
              <a:off x="6123525" y="2762275"/>
              <a:ext cx="1039800" cy="709800"/>
            </a:xfrm>
            <a:prstGeom prst="rect">
              <a:avLst/>
            </a:prstGeom>
            <a:noFill/>
            <a:ln>
              <a:noFill/>
            </a:ln>
          </p:spPr>
          <p:txBody>
            <a:bodyPr spcFirstLastPara="1" wrap="square" lIns="75700" tIns="75700" rIns="75700" bIns="75700" anchor="b" anchorCtr="0">
              <a:noAutofit/>
            </a:bodyPr>
            <a:lstStyle/>
            <a:p>
              <a:pPr marL="0" lvl="0" indent="0" algn="l" rtl="0">
                <a:spcBef>
                  <a:spcPts val="0"/>
                </a:spcBef>
                <a:spcAft>
                  <a:spcPts val="0"/>
                </a:spcAft>
                <a:buNone/>
              </a:pPr>
              <a:r>
                <a:rPr lang="en" sz="745" dirty="0">
                  <a:solidFill>
                    <a:srgbClr val="274E13"/>
                  </a:solidFill>
                  <a:latin typeface="Darker Grotesque Medium"/>
                  <a:ea typeface="Darker Grotesque Medium"/>
                  <a:cs typeface="Darker Grotesque Medium"/>
                  <a:sym typeface="Darker Grotesque Medium"/>
                </a:rPr>
                <a:t>Senior Back-End Developer /</a:t>
              </a:r>
              <a:endParaRPr sz="745" dirty="0">
                <a:solidFill>
                  <a:srgbClr val="274E1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dirty="0">
                  <a:solidFill>
                    <a:srgbClr val="274E13"/>
                  </a:solidFill>
                  <a:latin typeface="Darker Grotesque Medium"/>
                  <a:ea typeface="Darker Grotesque Medium"/>
                  <a:cs typeface="Darker Grotesque Medium"/>
                  <a:sym typeface="Darker Grotesque Medium"/>
                </a:rPr>
                <a:t>8+ Years of Experience in Back-End Development</a:t>
              </a:r>
              <a:endParaRPr sz="745" dirty="0">
                <a:solidFill>
                  <a:srgbClr val="274E1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endParaRPr sz="745" dirty="0">
                <a:solidFill>
                  <a:srgbClr val="274E1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dirty="0">
                  <a:solidFill>
                    <a:srgbClr val="274E13"/>
                  </a:solidFill>
                  <a:latin typeface="Darker Grotesque Medium"/>
                  <a:ea typeface="Darker Grotesque Medium"/>
                  <a:cs typeface="Darker Grotesque Medium"/>
                  <a:sym typeface="Darker Grotesque Medium"/>
                </a:rPr>
                <a:t>angela@email.com</a:t>
              </a:r>
              <a:endParaRPr sz="745" dirty="0">
                <a:solidFill>
                  <a:srgbClr val="274E13"/>
                </a:solidFill>
                <a:latin typeface="Darker Grotesque Medium"/>
                <a:ea typeface="Darker Grotesque Medium"/>
                <a:cs typeface="Darker Grotesque Medium"/>
                <a:sym typeface="Darker Grotesque Medium"/>
              </a:endParaRPr>
            </a:p>
          </p:txBody>
        </p:sp>
      </p:grpSp>
      <p:sp>
        <p:nvSpPr>
          <p:cNvPr id="737" name="Google Shape;737;p35"/>
          <p:cNvSpPr txBox="1"/>
          <p:nvPr/>
        </p:nvSpPr>
        <p:spPr>
          <a:xfrm>
            <a:off x="563825" y="1228425"/>
            <a:ext cx="22806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1"/>
                </a:solidFill>
                <a:latin typeface="Dela Gothic One"/>
                <a:ea typeface="Dela Gothic One"/>
                <a:cs typeface="Dela Gothic One"/>
                <a:sym typeface="Dela Gothic One"/>
              </a:rPr>
              <a:t>My Team</a:t>
            </a:r>
            <a:endParaRPr sz="1300">
              <a:solidFill>
                <a:schemeClr val="accent1"/>
              </a:solidFill>
              <a:latin typeface="Dela Gothic One"/>
              <a:ea typeface="Dela Gothic One"/>
              <a:cs typeface="Dela Gothic One"/>
              <a:sym typeface="Dela Gothic One"/>
            </a:endParaRPr>
          </a:p>
        </p:txBody>
      </p:sp>
      <p:grpSp>
        <p:nvGrpSpPr>
          <p:cNvPr id="738" name="Google Shape;738;p35"/>
          <p:cNvGrpSpPr/>
          <p:nvPr/>
        </p:nvGrpSpPr>
        <p:grpSpPr>
          <a:xfrm>
            <a:off x="972658" y="3656946"/>
            <a:ext cx="7198689" cy="2113737"/>
            <a:chOff x="637000" y="1416450"/>
            <a:chExt cx="7870000" cy="2310600"/>
          </a:xfrm>
        </p:grpSpPr>
        <p:sp>
          <p:nvSpPr>
            <p:cNvPr id="739" name="Google Shape;739;p35"/>
            <p:cNvSpPr/>
            <p:nvPr/>
          </p:nvSpPr>
          <p:spPr>
            <a:xfrm>
              <a:off x="63700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740" name="Google Shape;740;p35"/>
            <p:cNvSpPr/>
            <p:nvPr/>
          </p:nvSpPr>
          <p:spPr>
            <a:xfrm>
              <a:off x="641250" y="1826750"/>
              <a:ext cx="2524200" cy="848400"/>
            </a:xfrm>
            <a:prstGeom prst="homePlate">
              <a:avLst>
                <a:gd name="adj" fmla="val 50581"/>
              </a:avLst>
            </a:prstGeom>
            <a:solidFill>
              <a:srgbClr val="E0F0A9"/>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741" name="Google Shape;741;p35"/>
            <p:cNvSpPr txBox="1"/>
            <p:nvPr/>
          </p:nvSpPr>
          <p:spPr>
            <a:xfrm>
              <a:off x="63700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DPS Satna Educational…</a:t>
              </a:r>
              <a:endParaRPr sz="2378" b="1">
                <a:latin typeface="Barlow Semi Condensed"/>
                <a:ea typeface="Barlow Semi Condensed"/>
                <a:cs typeface="Barlow Semi Condensed"/>
                <a:sym typeface="Barlow Semi Condensed"/>
              </a:endParaRPr>
            </a:p>
          </p:txBody>
        </p:sp>
        <p:sp>
          <p:nvSpPr>
            <p:cNvPr id="742" name="Google Shape;742;p35"/>
            <p:cNvSpPr txBox="1"/>
            <p:nvPr/>
          </p:nvSpPr>
          <p:spPr>
            <a:xfrm>
              <a:off x="63700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 single-page website for DPS Satna to introduce viewers to its facilities and generate leads for admissions.</a:t>
              </a:r>
              <a:endParaRPr sz="1098">
                <a:latin typeface="Barlow Semi Condensed"/>
                <a:ea typeface="Barlow Semi Condensed"/>
                <a:cs typeface="Barlow Semi Condensed"/>
                <a:sym typeface="Barlow Semi Condensed"/>
              </a:endParaRPr>
            </a:p>
          </p:txBody>
        </p:sp>
        <p:sp>
          <p:nvSpPr>
            <p:cNvPr id="743" name="Google Shape;743;p35"/>
            <p:cNvSpPr txBox="1"/>
            <p:nvPr/>
          </p:nvSpPr>
          <p:spPr>
            <a:xfrm>
              <a:off x="63700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13th May, 2026</a:t>
              </a:r>
              <a:endParaRPr sz="823">
                <a:latin typeface="Barlow Semi Condensed SemiBold"/>
                <a:ea typeface="Barlow Semi Condensed SemiBold"/>
                <a:cs typeface="Barlow Semi Condensed SemiBold"/>
                <a:sym typeface="Barlow Semi Condensed SemiBold"/>
              </a:endParaRPr>
            </a:p>
          </p:txBody>
        </p:sp>
        <p:sp>
          <p:nvSpPr>
            <p:cNvPr id="744" name="Google Shape;744;p35"/>
            <p:cNvSpPr/>
            <p:nvPr/>
          </p:nvSpPr>
          <p:spPr>
            <a:xfrm>
              <a:off x="3307775"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745" name="Google Shape;745;p35"/>
            <p:cNvSpPr/>
            <p:nvPr/>
          </p:nvSpPr>
          <p:spPr>
            <a:xfrm>
              <a:off x="3312025" y="1826750"/>
              <a:ext cx="2524200" cy="848400"/>
            </a:xfrm>
            <a:prstGeom prst="homePlate">
              <a:avLst>
                <a:gd name="adj" fmla="val 50581"/>
              </a:avLst>
            </a:prstGeom>
            <a:solidFill>
              <a:srgbClr val="F3C1E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746" name="Google Shape;746;p35"/>
            <p:cNvSpPr txBox="1"/>
            <p:nvPr/>
          </p:nvSpPr>
          <p:spPr>
            <a:xfrm>
              <a:off x="3307775"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API Creation for Deli Foods</a:t>
              </a:r>
              <a:endParaRPr sz="2378" b="1">
                <a:latin typeface="Barlow Semi Condensed"/>
                <a:ea typeface="Barlow Semi Condensed"/>
                <a:cs typeface="Barlow Semi Condensed"/>
                <a:sym typeface="Barlow Semi Condensed"/>
              </a:endParaRPr>
            </a:p>
          </p:txBody>
        </p:sp>
        <p:sp>
          <p:nvSpPr>
            <p:cNvPr id="747" name="Google Shape;747;p35"/>
            <p:cNvSpPr txBox="1"/>
            <p:nvPr/>
          </p:nvSpPr>
          <p:spPr>
            <a:xfrm>
              <a:off x="3307775"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An API for Deli Foods’ delivery app, based on the REST model.</a:t>
              </a:r>
              <a:endParaRPr sz="1098">
                <a:latin typeface="Barlow Semi Condensed"/>
                <a:ea typeface="Barlow Semi Condensed"/>
                <a:cs typeface="Barlow Semi Condensed"/>
                <a:sym typeface="Barlow Semi Condensed"/>
              </a:endParaRPr>
            </a:p>
          </p:txBody>
        </p:sp>
        <p:sp>
          <p:nvSpPr>
            <p:cNvPr id="748" name="Google Shape;748;p35"/>
            <p:cNvSpPr txBox="1"/>
            <p:nvPr/>
          </p:nvSpPr>
          <p:spPr>
            <a:xfrm>
              <a:off x="3307775"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16th May, 2026</a:t>
              </a:r>
              <a:endParaRPr sz="823">
                <a:latin typeface="Barlow Semi Condensed SemiBold"/>
                <a:ea typeface="Barlow Semi Condensed SemiBold"/>
                <a:cs typeface="Barlow Semi Condensed SemiBold"/>
                <a:sym typeface="Barlow Semi Condensed SemiBold"/>
              </a:endParaRPr>
            </a:p>
          </p:txBody>
        </p:sp>
        <p:sp>
          <p:nvSpPr>
            <p:cNvPr id="749" name="Google Shape;749;p35"/>
            <p:cNvSpPr/>
            <p:nvPr/>
          </p:nvSpPr>
          <p:spPr>
            <a:xfrm>
              <a:off x="597855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750" name="Google Shape;750;p35"/>
            <p:cNvSpPr/>
            <p:nvPr/>
          </p:nvSpPr>
          <p:spPr>
            <a:xfrm>
              <a:off x="5982800" y="1826750"/>
              <a:ext cx="2524200" cy="848400"/>
            </a:xfrm>
            <a:prstGeom prst="homePlate">
              <a:avLst>
                <a:gd name="adj" fmla="val 50581"/>
              </a:avLst>
            </a:prstGeom>
            <a:solidFill>
              <a:srgbClr val="DDC0A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751" name="Google Shape;751;p35"/>
            <p:cNvSpPr txBox="1"/>
            <p:nvPr/>
          </p:nvSpPr>
          <p:spPr>
            <a:xfrm>
              <a:off x="597855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Gamified Learning Portal</a:t>
              </a:r>
              <a:endParaRPr sz="2378" b="1">
                <a:latin typeface="Barlow Semi Condensed"/>
                <a:ea typeface="Barlow Semi Condensed"/>
                <a:cs typeface="Barlow Semi Condensed"/>
                <a:sym typeface="Barlow Semi Condensed"/>
              </a:endParaRPr>
            </a:p>
          </p:txBody>
        </p:sp>
        <p:sp>
          <p:nvSpPr>
            <p:cNvPr id="752" name="Google Shape;752;p35"/>
            <p:cNvSpPr txBox="1"/>
            <p:nvPr/>
          </p:nvSpPr>
          <p:spPr>
            <a:xfrm>
              <a:off x="597855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 gamified portal, complete with front-end and back-end, to encourage students to study, for Khan Academy.</a:t>
              </a:r>
              <a:endParaRPr sz="1098">
                <a:latin typeface="Barlow Semi Condensed"/>
                <a:ea typeface="Barlow Semi Condensed"/>
                <a:cs typeface="Barlow Semi Condensed"/>
                <a:sym typeface="Barlow Semi Condensed"/>
              </a:endParaRPr>
            </a:p>
          </p:txBody>
        </p:sp>
        <p:sp>
          <p:nvSpPr>
            <p:cNvPr id="753" name="Google Shape;753;p35"/>
            <p:cNvSpPr txBox="1"/>
            <p:nvPr/>
          </p:nvSpPr>
          <p:spPr>
            <a:xfrm>
              <a:off x="597855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5th June, 2026</a:t>
              </a:r>
              <a:endParaRPr sz="823">
                <a:latin typeface="Barlow Semi Condensed SemiBold"/>
                <a:ea typeface="Barlow Semi Condensed SemiBold"/>
                <a:cs typeface="Barlow Semi Condensed SemiBold"/>
                <a:sym typeface="Barlow Semi Condensed SemiBold"/>
              </a:endParaRPr>
            </a:p>
          </p:txBody>
        </p:sp>
      </p:grpSp>
      <p:sp>
        <p:nvSpPr>
          <p:cNvPr id="754" name="Google Shape;754;p35"/>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755" name="Google Shape;755;p35"/>
          <p:cNvSpPr txBox="1"/>
          <p:nvPr/>
        </p:nvSpPr>
        <p:spPr>
          <a:xfrm>
            <a:off x="563825" y="3262750"/>
            <a:ext cx="22806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1"/>
                </a:solidFill>
                <a:latin typeface="Dela Gothic One"/>
                <a:ea typeface="Dela Gothic One"/>
                <a:cs typeface="Dela Gothic One"/>
                <a:sym typeface="Dela Gothic One"/>
              </a:rPr>
              <a:t>Ongoing Projects</a:t>
            </a:r>
            <a:endParaRPr sz="1300">
              <a:solidFill>
                <a:schemeClr val="accent1"/>
              </a:solidFill>
              <a:latin typeface="Dela Gothic One"/>
              <a:ea typeface="Dela Gothic One"/>
              <a:cs typeface="Dela Gothic One"/>
              <a:sym typeface="Dela Gothic One"/>
            </a:endParaRPr>
          </a:p>
        </p:txBody>
      </p:sp>
      <p:sp>
        <p:nvSpPr>
          <p:cNvPr id="757" name="Google Shape;757;p35"/>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My Department Screen</a:t>
            </a:r>
            <a:endParaRPr sz="1400">
              <a:solidFill>
                <a:srgbClr val="FFFFFF"/>
              </a:solidFill>
              <a:latin typeface="Work Sans"/>
              <a:ea typeface="Work Sans"/>
              <a:cs typeface="Work Sans"/>
              <a:sym typeface="Work Sans"/>
            </a:endParaRPr>
          </a:p>
        </p:txBody>
      </p:sp>
      <p:sp>
        <p:nvSpPr>
          <p:cNvPr id="758" name="Google Shape;758;p35"/>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2" name="Google Shape;244;p20">
            <a:extLst>
              <a:ext uri="{FF2B5EF4-FFF2-40B4-BE49-F238E27FC236}">
                <a16:creationId xmlns:a16="http://schemas.microsoft.com/office/drawing/2014/main" id="{D16DFA19-1335-E59A-23FD-8E9076842C1A}"/>
              </a:ext>
            </a:extLst>
          </p:cNvPr>
          <p:cNvSpPr/>
          <p:nvPr/>
        </p:nvSpPr>
        <p:spPr>
          <a:xfrm rot="3599267">
            <a:off x="8918532" y="1749342"/>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grpSp>
        <p:nvGrpSpPr>
          <p:cNvPr id="30" name="Google Shape;857;p38">
            <a:extLst>
              <a:ext uri="{FF2B5EF4-FFF2-40B4-BE49-F238E27FC236}">
                <a16:creationId xmlns:a16="http://schemas.microsoft.com/office/drawing/2014/main" id="{C4081E98-37EA-3F71-A74D-AC1950D6A9B4}"/>
              </a:ext>
            </a:extLst>
          </p:cNvPr>
          <p:cNvGrpSpPr/>
          <p:nvPr/>
        </p:nvGrpSpPr>
        <p:grpSpPr>
          <a:xfrm>
            <a:off x="972425" y="6369725"/>
            <a:ext cx="7198914" cy="3138197"/>
            <a:chOff x="1329491" y="1245980"/>
            <a:chExt cx="6484924" cy="2651400"/>
          </a:xfrm>
        </p:grpSpPr>
        <p:sp>
          <p:nvSpPr>
            <p:cNvPr id="31" name="Google Shape;858;p38">
              <a:extLst>
                <a:ext uri="{FF2B5EF4-FFF2-40B4-BE49-F238E27FC236}">
                  <a16:creationId xmlns:a16="http://schemas.microsoft.com/office/drawing/2014/main" id="{6A023AF0-6B43-8243-31A1-793DB4C96C14}"/>
                </a:ext>
              </a:extLst>
            </p:cNvPr>
            <p:cNvSpPr/>
            <p:nvPr/>
          </p:nvSpPr>
          <p:spPr>
            <a:xfrm>
              <a:off x="5740815" y="1245980"/>
              <a:ext cx="2073600" cy="2651400"/>
            </a:xfrm>
            <a:prstGeom prst="roundRect">
              <a:avLst>
                <a:gd name="adj" fmla="val 6828"/>
              </a:avLst>
            </a:prstGeom>
            <a:solidFill>
              <a:srgbClr val="FFFBF3"/>
            </a:solidFill>
            <a:ln w="21150" cap="flat" cmpd="sng">
              <a:solidFill>
                <a:srgbClr val="000000"/>
              </a:solidFill>
              <a:prstDash val="solid"/>
              <a:round/>
              <a:headEnd type="none" w="sm" len="sm"/>
              <a:tailEnd type="none" w="sm" len="sm"/>
            </a:ln>
            <a:effectLst>
              <a:outerShdw blurRad="63440" dist="42294" dir="2280000" algn="bl" rotWithShape="0">
                <a:srgbClr val="000000">
                  <a:alpha val="24000"/>
                </a:srgbClr>
              </a:outerShdw>
            </a:effectLst>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32" name="Google Shape;859;p38">
              <a:extLst>
                <a:ext uri="{FF2B5EF4-FFF2-40B4-BE49-F238E27FC236}">
                  <a16:creationId xmlns:a16="http://schemas.microsoft.com/office/drawing/2014/main" id="{C33FF51B-DE4F-694B-8A27-76F0CC155F2B}"/>
                </a:ext>
              </a:extLst>
            </p:cNvPr>
            <p:cNvSpPr/>
            <p:nvPr/>
          </p:nvSpPr>
          <p:spPr>
            <a:xfrm rot="5400000">
              <a:off x="6918699" y="2243546"/>
              <a:ext cx="598200" cy="596700"/>
            </a:xfrm>
            <a:prstGeom prst="pie">
              <a:avLst>
                <a:gd name="adj1" fmla="val 5399541"/>
                <a:gd name="adj2" fmla="val 16200000"/>
              </a:avLst>
            </a:prstGeom>
            <a:solidFill>
              <a:srgbClr val="4285F4"/>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33" name="Google Shape;860;p38">
              <a:extLst>
                <a:ext uri="{FF2B5EF4-FFF2-40B4-BE49-F238E27FC236}">
                  <a16:creationId xmlns:a16="http://schemas.microsoft.com/office/drawing/2014/main" id="{C653289C-0886-67AA-1278-368B5BAD86EE}"/>
                </a:ext>
              </a:extLst>
            </p:cNvPr>
            <p:cNvSpPr/>
            <p:nvPr/>
          </p:nvSpPr>
          <p:spPr>
            <a:xfrm>
              <a:off x="7089079" y="1948793"/>
              <a:ext cx="257400" cy="258000"/>
            </a:xfrm>
            <a:prstGeom prst="ellipse">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34" name="Google Shape;861;p38">
              <a:extLst>
                <a:ext uri="{FF2B5EF4-FFF2-40B4-BE49-F238E27FC236}">
                  <a16:creationId xmlns:a16="http://schemas.microsoft.com/office/drawing/2014/main" id="{2819DF41-1789-4810-CEC0-CD83CB4C95FA}"/>
                </a:ext>
              </a:extLst>
            </p:cNvPr>
            <p:cNvSpPr/>
            <p:nvPr/>
          </p:nvSpPr>
          <p:spPr>
            <a:xfrm>
              <a:off x="3535153" y="1245980"/>
              <a:ext cx="2073600" cy="2651400"/>
            </a:xfrm>
            <a:prstGeom prst="roundRect">
              <a:avLst>
                <a:gd name="adj" fmla="val 6828"/>
              </a:avLst>
            </a:prstGeom>
            <a:solidFill>
              <a:srgbClr val="FFFBF3"/>
            </a:solidFill>
            <a:ln w="21150" cap="flat" cmpd="sng">
              <a:solidFill>
                <a:srgbClr val="000000"/>
              </a:solidFill>
              <a:prstDash val="solid"/>
              <a:round/>
              <a:headEnd type="none" w="sm" len="sm"/>
              <a:tailEnd type="none" w="sm" len="sm"/>
            </a:ln>
            <a:effectLst>
              <a:outerShdw blurRad="63440" dist="42294" dir="2280000" algn="bl" rotWithShape="0">
                <a:srgbClr val="000000">
                  <a:alpha val="24000"/>
                </a:srgbClr>
              </a:outerShdw>
            </a:effectLst>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35" name="Google Shape;862;p38">
              <a:extLst>
                <a:ext uri="{FF2B5EF4-FFF2-40B4-BE49-F238E27FC236}">
                  <a16:creationId xmlns:a16="http://schemas.microsoft.com/office/drawing/2014/main" id="{39D59048-0B84-4DE2-454B-BA4C16D53DE3}"/>
                </a:ext>
              </a:extLst>
            </p:cNvPr>
            <p:cNvSpPr/>
            <p:nvPr/>
          </p:nvSpPr>
          <p:spPr>
            <a:xfrm>
              <a:off x="1329491" y="1245980"/>
              <a:ext cx="2073600" cy="2651400"/>
            </a:xfrm>
            <a:prstGeom prst="roundRect">
              <a:avLst>
                <a:gd name="adj" fmla="val 6828"/>
              </a:avLst>
            </a:prstGeom>
            <a:solidFill>
              <a:srgbClr val="FFFBF3"/>
            </a:solidFill>
            <a:ln w="21150" cap="flat" cmpd="sng">
              <a:solidFill>
                <a:srgbClr val="000000"/>
              </a:solidFill>
              <a:prstDash val="solid"/>
              <a:round/>
              <a:headEnd type="none" w="sm" len="sm"/>
              <a:tailEnd type="none" w="sm" len="sm"/>
            </a:ln>
            <a:effectLst>
              <a:outerShdw blurRad="63440" dist="42294" dir="2280000" algn="bl" rotWithShape="0">
                <a:srgbClr val="000000">
                  <a:alpha val="24000"/>
                </a:srgbClr>
              </a:outerShdw>
            </a:effectLst>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36" name="Google Shape;863;p38">
              <a:extLst>
                <a:ext uri="{FF2B5EF4-FFF2-40B4-BE49-F238E27FC236}">
                  <a16:creationId xmlns:a16="http://schemas.microsoft.com/office/drawing/2014/main" id="{F22EBB6E-D806-741F-07F6-D44DC0F288C7}"/>
                </a:ext>
              </a:extLst>
            </p:cNvPr>
            <p:cNvSpPr txBox="1"/>
            <p:nvPr/>
          </p:nvSpPr>
          <p:spPr>
            <a:xfrm>
              <a:off x="1509202" y="2755879"/>
              <a:ext cx="1714200" cy="1062300"/>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dirty="0">
                  <a:latin typeface="DM Sans SemiBold"/>
                  <a:ea typeface="DM Sans SemiBold"/>
                  <a:cs typeface="DM Sans SemiBold"/>
                  <a:sym typeface="DM Sans SemiBold"/>
                </a:rPr>
                <a:t>Workshop on Incorporating Touch-Transfer in Mobile Websites</a:t>
              </a:r>
              <a:endParaRPr sz="1332" dirty="0">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222"/>
                </a:spcAft>
                <a:buNone/>
              </a:pPr>
              <a:r>
                <a:rPr lang="en" sz="1110" dirty="0">
                  <a:latin typeface="DM Sans"/>
                  <a:ea typeface="DM Sans"/>
                  <a:cs typeface="DM Sans"/>
                  <a:sym typeface="DM Sans"/>
                </a:rPr>
                <a:t>Issued: 24th May, 2026</a:t>
              </a:r>
              <a:endParaRPr sz="1110" dirty="0">
                <a:solidFill>
                  <a:srgbClr val="000000"/>
                </a:solidFill>
                <a:latin typeface="DM Sans"/>
                <a:ea typeface="DM Sans"/>
                <a:cs typeface="DM Sans"/>
                <a:sym typeface="DM Sans"/>
              </a:endParaRPr>
            </a:p>
          </p:txBody>
        </p:sp>
        <p:sp>
          <p:nvSpPr>
            <p:cNvPr id="37" name="Google Shape;864;p38">
              <a:extLst>
                <a:ext uri="{FF2B5EF4-FFF2-40B4-BE49-F238E27FC236}">
                  <a16:creationId xmlns:a16="http://schemas.microsoft.com/office/drawing/2014/main" id="{62C3C45A-E632-4D24-9A02-E807BCD62A99}"/>
                </a:ext>
              </a:extLst>
            </p:cNvPr>
            <p:cNvSpPr/>
            <p:nvPr/>
          </p:nvSpPr>
          <p:spPr>
            <a:xfrm rot="-299033">
              <a:off x="3939997" y="1831911"/>
              <a:ext cx="1263878" cy="717020"/>
            </a:xfrm>
            <a:prstGeom prst="roundRect">
              <a:avLst>
                <a:gd name="adj" fmla="val 8047"/>
              </a:avLst>
            </a:prstGeom>
            <a:solidFill>
              <a:srgbClr val="FFD966"/>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38" name="Google Shape;865;p38">
              <a:extLst>
                <a:ext uri="{FF2B5EF4-FFF2-40B4-BE49-F238E27FC236}">
                  <a16:creationId xmlns:a16="http://schemas.microsoft.com/office/drawing/2014/main" id="{3F2A94BE-E7B5-6DE0-D863-3D4845CD755A}"/>
                </a:ext>
              </a:extLst>
            </p:cNvPr>
            <p:cNvSpPr/>
            <p:nvPr/>
          </p:nvSpPr>
          <p:spPr>
            <a:xfrm rot="5098132">
              <a:off x="4487095" y="2070979"/>
              <a:ext cx="266828" cy="230379"/>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39" name="Google Shape;866;p38">
              <a:extLst>
                <a:ext uri="{FF2B5EF4-FFF2-40B4-BE49-F238E27FC236}">
                  <a16:creationId xmlns:a16="http://schemas.microsoft.com/office/drawing/2014/main" id="{354EB367-CE9D-C1FE-5271-C230047D8D4F}"/>
                </a:ext>
              </a:extLst>
            </p:cNvPr>
            <p:cNvCxnSpPr/>
            <p:nvPr/>
          </p:nvCxnSpPr>
          <p:spPr>
            <a:xfrm>
              <a:off x="6568632" y="2114236"/>
              <a:ext cx="292200" cy="0"/>
            </a:xfrm>
            <a:prstGeom prst="straightConnector1">
              <a:avLst/>
            </a:prstGeom>
            <a:noFill/>
            <a:ln w="21150" cap="flat" cmpd="sng">
              <a:solidFill>
                <a:srgbClr val="000000"/>
              </a:solidFill>
              <a:prstDash val="solid"/>
              <a:round/>
              <a:headEnd type="none" w="med" len="med"/>
              <a:tailEnd type="none" w="med" len="med"/>
            </a:ln>
          </p:spPr>
        </p:cxnSp>
        <p:sp>
          <p:nvSpPr>
            <p:cNvPr id="40" name="Google Shape;867;p38">
              <a:extLst>
                <a:ext uri="{FF2B5EF4-FFF2-40B4-BE49-F238E27FC236}">
                  <a16:creationId xmlns:a16="http://schemas.microsoft.com/office/drawing/2014/main" id="{6FFC9224-103D-0D9A-4B53-241F6666C56C}"/>
                </a:ext>
              </a:extLst>
            </p:cNvPr>
            <p:cNvSpPr/>
            <p:nvPr/>
          </p:nvSpPr>
          <p:spPr>
            <a:xfrm rot="5400000">
              <a:off x="6850791" y="2050192"/>
              <a:ext cx="148200" cy="128100"/>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41" name="Google Shape;868;p38">
              <a:extLst>
                <a:ext uri="{FF2B5EF4-FFF2-40B4-BE49-F238E27FC236}">
                  <a16:creationId xmlns:a16="http://schemas.microsoft.com/office/drawing/2014/main" id="{438D05C6-00A1-36A1-9165-7561E2C171FC}"/>
                </a:ext>
              </a:extLst>
            </p:cNvPr>
            <p:cNvCxnSpPr/>
            <p:nvPr/>
          </p:nvCxnSpPr>
          <p:spPr>
            <a:xfrm rot="10800000">
              <a:off x="6696741" y="2259470"/>
              <a:ext cx="292200" cy="0"/>
            </a:xfrm>
            <a:prstGeom prst="straightConnector1">
              <a:avLst/>
            </a:prstGeom>
            <a:noFill/>
            <a:ln w="21150" cap="flat" cmpd="sng">
              <a:solidFill>
                <a:srgbClr val="000000"/>
              </a:solidFill>
              <a:prstDash val="solid"/>
              <a:round/>
              <a:headEnd type="none" w="med" len="med"/>
              <a:tailEnd type="none" w="med" len="med"/>
            </a:ln>
          </p:spPr>
        </p:cxnSp>
        <p:sp>
          <p:nvSpPr>
            <p:cNvPr id="42" name="Google Shape;869;p38">
              <a:extLst>
                <a:ext uri="{FF2B5EF4-FFF2-40B4-BE49-F238E27FC236}">
                  <a16:creationId xmlns:a16="http://schemas.microsoft.com/office/drawing/2014/main" id="{B0AA317C-C609-50DC-5051-F337892BD2DB}"/>
                </a:ext>
              </a:extLst>
            </p:cNvPr>
            <p:cNvSpPr/>
            <p:nvPr/>
          </p:nvSpPr>
          <p:spPr>
            <a:xfrm rot="-5400000">
              <a:off x="6558582" y="2195415"/>
              <a:ext cx="148200" cy="128100"/>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43" name="Google Shape;870;p38">
              <a:extLst>
                <a:ext uri="{FF2B5EF4-FFF2-40B4-BE49-F238E27FC236}">
                  <a16:creationId xmlns:a16="http://schemas.microsoft.com/office/drawing/2014/main" id="{225C9851-DBEE-1A11-11A5-43EA786BA5B3}"/>
                </a:ext>
              </a:extLst>
            </p:cNvPr>
            <p:cNvSpPr/>
            <p:nvPr/>
          </p:nvSpPr>
          <p:spPr>
            <a:xfrm rot="5400000">
              <a:off x="6040634" y="2243546"/>
              <a:ext cx="598200" cy="596700"/>
            </a:xfrm>
            <a:prstGeom prst="pie">
              <a:avLst>
                <a:gd name="adj1" fmla="val 5399541"/>
                <a:gd name="adj2" fmla="val 16200000"/>
              </a:avLst>
            </a:prstGeom>
            <a:solidFill>
              <a:srgbClr val="FFD966"/>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44" name="Google Shape;871;p38">
              <a:extLst>
                <a:ext uri="{FF2B5EF4-FFF2-40B4-BE49-F238E27FC236}">
                  <a16:creationId xmlns:a16="http://schemas.microsoft.com/office/drawing/2014/main" id="{931B3929-F8AE-1008-9618-2EF3047B32DB}"/>
                </a:ext>
              </a:extLst>
            </p:cNvPr>
            <p:cNvSpPr/>
            <p:nvPr/>
          </p:nvSpPr>
          <p:spPr>
            <a:xfrm>
              <a:off x="6211015" y="1948793"/>
              <a:ext cx="257400" cy="258000"/>
            </a:xfrm>
            <a:prstGeom prst="ellipse">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45" name="Google Shape;872;p38">
              <a:extLst>
                <a:ext uri="{FF2B5EF4-FFF2-40B4-BE49-F238E27FC236}">
                  <a16:creationId xmlns:a16="http://schemas.microsoft.com/office/drawing/2014/main" id="{80279077-28D2-71DD-3F9D-FD4C265C6B5D}"/>
                </a:ext>
              </a:extLst>
            </p:cNvPr>
            <p:cNvCxnSpPr/>
            <p:nvPr/>
          </p:nvCxnSpPr>
          <p:spPr>
            <a:xfrm>
              <a:off x="2324370" y="1778485"/>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46" name="Google Shape;873;p38">
              <a:extLst>
                <a:ext uri="{FF2B5EF4-FFF2-40B4-BE49-F238E27FC236}">
                  <a16:creationId xmlns:a16="http://schemas.microsoft.com/office/drawing/2014/main" id="{EB9D8AD2-0488-5843-2A37-4B5D7608F49B}"/>
                </a:ext>
              </a:extLst>
            </p:cNvPr>
            <p:cNvCxnSpPr/>
            <p:nvPr/>
          </p:nvCxnSpPr>
          <p:spPr>
            <a:xfrm>
              <a:off x="2324370" y="1888831"/>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47" name="Google Shape;874;p38">
              <a:extLst>
                <a:ext uri="{FF2B5EF4-FFF2-40B4-BE49-F238E27FC236}">
                  <a16:creationId xmlns:a16="http://schemas.microsoft.com/office/drawing/2014/main" id="{BB33C5C4-D6E4-240A-EF36-707A76C68FA8}"/>
                </a:ext>
              </a:extLst>
            </p:cNvPr>
            <p:cNvCxnSpPr/>
            <p:nvPr/>
          </p:nvCxnSpPr>
          <p:spPr>
            <a:xfrm>
              <a:off x="2381534" y="1833643"/>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48" name="Google Shape;875;p38">
              <a:extLst>
                <a:ext uri="{FF2B5EF4-FFF2-40B4-BE49-F238E27FC236}">
                  <a16:creationId xmlns:a16="http://schemas.microsoft.com/office/drawing/2014/main" id="{D8657B51-7A34-DD1F-7F56-0FE58882121E}"/>
                </a:ext>
              </a:extLst>
            </p:cNvPr>
            <p:cNvCxnSpPr/>
            <p:nvPr/>
          </p:nvCxnSpPr>
          <p:spPr>
            <a:xfrm>
              <a:off x="2271188" y="1833643"/>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49" name="Google Shape;876;p38">
              <a:extLst>
                <a:ext uri="{FF2B5EF4-FFF2-40B4-BE49-F238E27FC236}">
                  <a16:creationId xmlns:a16="http://schemas.microsoft.com/office/drawing/2014/main" id="{9126CD24-F1D3-1868-8EBA-FFFE2E791B38}"/>
                </a:ext>
              </a:extLst>
            </p:cNvPr>
            <p:cNvCxnSpPr/>
            <p:nvPr/>
          </p:nvCxnSpPr>
          <p:spPr>
            <a:xfrm>
              <a:off x="2490044" y="1675280"/>
              <a:ext cx="0" cy="58800"/>
            </a:xfrm>
            <a:prstGeom prst="straightConnector1">
              <a:avLst/>
            </a:prstGeom>
            <a:noFill/>
            <a:ln w="21150" cap="flat" cmpd="sng">
              <a:solidFill>
                <a:srgbClr val="000000"/>
              </a:solidFill>
              <a:prstDash val="solid"/>
              <a:round/>
              <a:headEnd type="none" w="med" len="med"/>
              <a:tailEnd type="none" w="med" len="med"/>
            </a:ln>
          </p:spPr>
        </p:cxnSp>
        <p:cxnSp>
          <p:nvCxnSpPr>
            <p:cNvPr id="50" name="Google Shape;877;p38">
              <a:extLst>
                <a:ext uri="{FF2B5EF4-FFF2-40B4-BE49-F238E27FC236}">
                  <a16:creationId xmlns:a16="http://schemas.microsoft.com/office/drawing/2014/main" id="{DA51C67D-E692-97B6-8A8F-4CAAFAE4D9FE}"/>
                </a:ext>
              </a:extLst>
            </p:cNvPr>
            <p:cNvCxnSpPr/>
            <p:nvPr/>
          </p:nvCxnSpPr>
          <p:spPr>
            <a:xfrm>
              <a:off x="2490044" y="1764531"/>
              <a:ext cx="0" cy="58800"/>
            </a:xfrm>
            <a:prstGeom prst="straightConnector1">
              <a:avLst/>
            </a:prstGeom>
            <a:noFill/>
            <a:ln w="21150" cap="flat" cmpd="sng">
              <a:solidFill>
                <a:srgbClr val="000000"/>
              </a:solidFill>
              <a:prstDash val="solid"/>
              <a:round/>
              <a:headEnd type="none" w="med" len="med"/>
              <a:tailEnd type="none" w="med" len="med"/>
            </a:ln>
          </p:spPr>
        </p:cxnSp>
        <p:cxnSp>
          <p:nvCxnSpPr>
            <p:cNvPr id="51" name="Google Shape;878;p38">
              <a:extLst>
                <a:ext uri="{FF2B5EF4-FFF2-40B4-BE49-F238E27FC236}">
                  <a16:creationId xmlns:a16="http://schemas.microsoft.com/office/drawing/2014/main" id="{A43191F4-919A-2312-14BD-923D6E32A96B}"/>
                </a:ext>
              </a:extLst>
            </p:cNvPr>
            <p:cNvCxnSpPr/>
            <p:nvPr/>
          </p:nvCxnSpPr>
          <p:spPr>
            <a:xfrm>
              <a:off x="2536390" y="1720004"/>
              <a:ext cx="0" cy="58500"/>
            </a:xfrm>
            <a:prstGeom prst="straightConnector1">
              <a:avLst/>
            </a:prstGeom>
            <a:noFill/>
            <a:ln w="21150" cap="flat" cmpd="sng">
              <a:solidFill>
                <a:srgbClr val="000000"/>
              </a:solidFill>
              <a:prstDash val="solid"/>
              <a:round/>
              <a:headEnd type="none" w="med" len="med"/>
              <a:tailEnd type="none" w="med" len="med"/>
            </a:ln>
          </p:spPr>
        </p:cxnSp>
        <p:cxnSp>
          <p:nvCxnSpPr>
            <p:cNvPr id="52" name="Google Shape;879;p38">
              <a:extLst>
                <a:ext uri="{FF2B5EF4-FFF2-40B4-BE49-F238E27FC236}">
                  <a16:creationId xmlns:a16="http://schemas.microsoft.com/office/drawing/2014/main" id="{94D00EC4-66F6-C5C5-AE82-3F196B2A450C}"/>
                </a:ext>
              </a:extLst>
            </p:cNvPr>
            <p:cNvCxnSpPr/>
            <p:nvPr/>
          </p:nvCxnSpPr>
          <p:spPr>
            <a:xfrm>
              <a:off x="2447139" y="1720004"/>
              <a:ext cx="0" cy="58500"/>
            </a:xfrm>
            <a:prstGeom prst="straightConnector1">
              <a:avLst/>
            </a:prstGeom>
            <a:noFill/>
            <a:ln w="21150" cap="flat" cmpd="sng">
              <a:solidFill>
                <a:srgbClr val="000000"/>
              </a:solidFill>
              <a:prstDash val="solid"/>
              <a:round/>
              <a:headEnd type="none" w="med" len="med"/>
              <a:tailEnd type="none" w="med" len="med"/>
            </a:ln>
          </p:spPr>
        </p:cxnSp>
        <p:sp>
          <p:nvSpPr>
            <p:cNvPr id="53" name="Google Shape;880;p38">
              <a:extLst>
                <a:ext uri="{FF2B5EF4-FFF2-40B4-BE49-F238E27FC236}">
                  <a16:creationId xmlns:a16="http://schemas.microsoft.com/office/drawing/2014/main" id="{D39679AD-2FD4-2111-B8A7-59D2383D8231}"/>
                </a:ext>
              </a:extLst>
            </p:cNvPr>
            <p:cNvSpPr/>
            <p:nvPr/>
          </p:nvSpPr>
          <p:spPr>
            <a:xfrm rot="-902105">
              <a:off x="2435043" y="1992053"/>
              <a:ext cx="363131" cy="608806"/>
            </a:xfrm>
            <a:prstGeom prst="roundRect">
              <a:avLst>
                <a:gd name="adj" fmla="val 8047"/>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54" name="Google Shape;881;p38">
              <a:extLst>
                <a:ext uri="{FF2B5EF4-FFF2-40B4-BE49-F238E27FC236}">
                  <a16:creationId xmlns:a16="http://schemas.microsoft.com/office/drawing/2014/main" id="{88E77982-1F8F-9650-AB09-BB64F0DD4E44}"/>
                </a:ext>
              </a:extLst>
            </p:cNvPr>
            <p:cNvSpPr/>
            <p:nvPr/>
          </p:nvSpPr>
          <p:spPr>
            <a:xfrm rot="902105" flipH="1">
              <a:off x="1934423" y="1992053"/>
              <a:ext cx="363131" cy="608806"/>
            </a:xfrm>
            <a:prstGeom prst="roundRect">
              <a:avLst>
                <a:gd name="adj" fmla="val 8047"/>
              </a:avLst>
            </a:prstGeom>
            <a:solidFill>
              <a:srgbClr val="A47FA7"/>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55" name="Google Shape;882;p38">
              <a:extLst>
                <a:ext uri="{FF2B5EF4-FFF2-40B4-BE49-F238E27FC236}">
                  <a16:creationId xmlns:a16="http://schemas.microsoft.com/office/drawing/2014/main" id="{520833EE-6632-8F41-F1D7-C767DEBB15A4}"/>
                </a:ext>
              </a:extLst>
            </p:cNvPr>
            <p:cNvSpPr txBox="1"/>
            <p:nvPr/>
          </p:nvSpPr>
          <p:spPr>
            <a:xfrm>
              <a:off x="3714905" y="2755878"/>
              <a:ext cx="1714200" cy="961800"/>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a:latin typeface="DM Sans SemiBold"/>
                  <a:ea typeface="DM Sans SemiBold"/>
                  <a:cs typeface="DM Sans SemiBold"/>
                  <a:sym typeface="DM Sans SemiBold"/>
                </a:rPr>
                <a:t>Content-creation for Web Dev Dept. Nearing Deadline</a:t>
              </a:r>
              <a:endParaRPr sz="1332">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0"/>
                </a:spcAft>
                <a:buNone/>
              </a:pPr>
              <a:endParaRPr sz="1110">
                <a:latin typeface="DM Sans"/>
                <a:ea typeface="DM Sans"/>
                <a:cs typeface="DM Sans"/>
                <a:sym typeface="DM Sans"/>
              </a:endParaRPr>
            </a:p>
            <a:p>
              <a:pPr marL="0" lvl="0" indent="0" algn="ctr" rtl="0">
                <a:lnSpc>
                  <a:spcPct val="115000"/>
                </a:lnSpc>
                <a:spcBef>
                  <a:spcPts val="222"/>
                </a:spcBef>
                <a:spcAft>
                  <a:spcPts val="222"/>
                </a:spcAft>
                <a:buNone/>
              </a:pPr>
              <a:r>
                <a:rPr lang="en" sz="1110">
                  <a:latin typeface="DM Sans"/>
                  <a:ea typeface="DM Sans"/>
                  <a:cs typeface="DM Sans"/>
                  <a:sym typeface="DM Sans"/>
                </a:rPr>
                <a:t>Issued: 28th May, 2026</a:t>
              </a:r>
              <a:endParaRPr sz="1110">
                <a:solidFill>
                  <a:srgbClr val="000000"/>
                </a:solidFill>
                <a:latin typeface="DM Sans"/>
                <a:ea typeface="DM Sans"/>
                <a:cs typeface="DM Sans"/>
                <a:sym typeface="DM Sans"/>
              </a:endParaRPr>
            </a:p>
          </p:txBody>
        </p:sp>
        <p:sp>
          <p:nvSpPr>
            <p:cNvPr id="56" name="Google Shape;883;p38">
              <a:extLst>
                <a:ext uri="{FF2B5EF4-FFF2-40B4-BE49-F238E27FC236}">
                  <a16:creationId xmlns:a16="http://schemas.microsoft.com/office/drawing/2014/main" id="{1C226DBA-D5A3-2A15-442A-53237378FC85}"/>
                </a:ext>
              </a:extLst>
            </p:cNvPr>
            <p:cNvSpPr txBox="1"/>
            <p:nvPr/>
          </p:nvSpPr>
          <p:spPr>
            <a:xfrm>
              <a:off x="5920562" y="2755751"/>
              <a:ext cx="1714200" cy="961800"/>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a:latin typeface="DM Sans SemiBold"/>
                  <a:ea typeface="DM Sans SemiBold"/>
                  <a:cs typeface="DM Sans SemiBold"/>
                  <a:sym typeface="DM Sans SemiBold"/>
                </a:rPr>
                <a:t>Web Dev Dept. Annual Idea of the Year Brainstorm Meet</a:t>
              </a:r>
              <a:endParaRPr sz="1332">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222"/>
                </a:spcAft>
                <a:buNone/>
              </a:pPr>
              <a:r>
                <a:rPr lang="en" sz="1110">
                  <a:latin typeface="DM Sans"/>
                  <a:ea typeface="DM Sans"/>
                  <a:cs typeface="DM Sans"/>
                  <a:sym typeface="DM Sans"/>
                </a:rPr>
                <a:t>Issued: 30th May, 2026</a:t>
              </a:r>
              <a:r>
                <a:rPr lang="en" sz="1110">
                  <a:solidFill>
                    <a:srgbClr val="000000"/>
                  </a:solidFill>
                  <a:latin typeface="DM Sans"/>
                  <a:ea typeface="DM Sans"/>
                  <a:cs typeface="DM Sans"/>
                  <a:sym typeface="DM Sans"/>
                </a:rPr>
                <a:t> </a:t>
              </a:r>
              <a:endParaRPr sz="1110">
                <a:solidFill>
                  <a:srgbClr val="000000"/>
                </a:solidFill>
                <a:latin typeface="DM Sans"/>
                <a:ea typeface="DM Sans"/>
                <a:cs typeface="DM Sans"/>
                <a:sym typeface="DM Sans"/>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762"/>
        <p:cNvGrpSpPr/>
        <p:nvPr/>
      </p:nvGrpSpPr>
      <p:grpSpPr>
        <a:xfrm>
          <a:off x="0" y="0"/>
          <a:ext cx="0" cy="0"/>
          <a:chOff x="0" y="0"/>
          <a:chExt cx="0" cy="0"/>
        </a:xfrm>
      </p:grpSpPr>
      <p:sp>
        <p:nvSpPr>
          <p:cNvPr id="764" name="Google Shape;764;p36"/>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65" name="Google Shape;765;p36"/>
          <p:cNvSpPr/>
          <p:nvPr/>
        </p:nvSpPr>
        <p:spPr>
          <a:xfrm>
            <a:off x="8926800" y="1677450"/>
            <a:ext cx="217200" cy="17886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66" name="Google Shape;766;p36"/>
          <p:cNvSpPr txBox="1"/>
          <p:nvPr/>
        </p:nvSpPr>
        <p:spPr>
          <a:xfrm>
            <a:off x="465275" y="454525"/>
            <a:ext cx="22806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Dela Gothic One"/>
                <a:ea typeface="Dela Gothic One"/>
                <a:cs typeface="Dela Gothic One"/>
                <a:sym typeface="Dela Gothic One"/>
              </a:rPr>
              <a:t>Ongoing Projects</a:t>
            </a:r>
            <a:endParaRPr sz="1300" dirty="0">
              <a:solidFill>
                <a:schemeClr val="accent1"/>
              </a:solidFill>
              <a:latin typeface="Dela Gothic One"/>
              <a:ea typeface="Dela Gothic One"/>
              <a:cs typeface="Dela Gothic One"/>
              <a:sym typeface="Dela Gothic One"/>
            </a:endParaRPr>
          </a:p>
        </p:txBody>
      </p:sp>
      <p:grpSp>
        <p:nvGrpSpPr>
          <p:cNvPr id="767" name="Google Shape;767;p36"/>
          <p:cNvGrpSpPr/>
          <p:nvPr/>
        </p:nvGrpSpPr>
        <p:grpSpPr>
          <a:xfrm>
            <a:off x="972658" y="848721"/>
            <a:ext cx="7198689" cy="2113737"/>
            <a:chOff x="637000" y="1416450"/>
            <a:chExt cx="7870000" cy="2310600"/>
          </a:xfrm>
        </p:grpSpPr>
        <p:sp>
          <p:nvSpPr>
            <p:cNvPr id="768" name="Google Shape;768;p36"/>
            <p:cNvSpPr/>
            <p:nvPr/>
          </p:nvSpPr>
          <p:spPr>
            <a:xfrm>
              <a:off x="63700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769" name="Google Shape;769;p36"/>
            <p:cNvSpPr/>
            <p:nvPr/>
          </p:nvSpPr>
          <p:spPr>
            <a:xfrm>
              <a:off x="641250" y="1826750"/>
              <a:ext cx="2524200" cy="848400"/>
            </a:xfrm>
            <a:prstGeom prst="homePlate">
              <a:avLst>
                <a:gd name="adj" fmla="val 50581"/>
              </a:avLst>
            </a:prstGeom>
            <a:solidFill>
              <a:srgbClr val="E0F0A9"/>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770" name="Google Shape;770;p36"/>
            <p:cNvSpPr txBox="1"/>
            <p:nvPr/>
          </p:nvSpPr>
          <p:spPr>
            <a:xfrm>
              <a:off x="63700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DPS Satna Educational…</a:t>
              </a:r>
              <a:endParaRPr sz="2378" b="1">
                <a:latin typeface="Barlow Semi Condensed"/>
                <a:ea typeface="Barlow Semi Condensed"/>
                <a:cs typeface="Barlow Semi Condensed"/>
                <a:sym typeface="Barlow Semi Condensed"/>
              </a:endParaRPr>
            </a:p>
          </p:txBody>
        </p:sp>
        <p:sp>
          <p:nvSpPr>
            <p:cNvPr id="771" name="Google Shape;771;p36"/>
            <p:cNvSpPr txBox="1"/>
            <p:nvPr/>
          </p:nvSpPr>
          <p:spPr>
            <a:xfrm>
              <a:off x="63700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 single-page website for DPS Satna to introduce viewers to its facilities and generate leads for admissions.</a:t>
              </a:r>
              <a:endParaRPr sz="1098">
                <a:latin typeface="Barlow Semi Condensed"/>
                <a:ea typeface="Barlow Semi Condensed"/>
                <a:cs typeface="Barlow Semi Condensed"/>
                <a:sym typeface="Barlow Semi Condensed"/>
              </a:endParaRPr>
            </a:p>
          </p:txBody>
        </p:sp>
        <p:sp>
          <p:nvSpPr>
            <p:cNvPr id="772" name="Google Shape;772;p36"/>
            <p:cNvSpPr txBox="1"/>
            <p:nvPr/>
          </p:nvSpPr>
          <p:spPr>
            <a:xfrm>
              <a:off x="63700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13th May, 2026</a:t>
              </a:r>
              <a:endParaRPr sz="823">
                <a:latin typeface="Barlow Semi Condensed SemiBold"/>
                <a:ea typeface="Barlow Semi Condensed SemiBold"/>
                <a:cs typeface="Barlow Semi Condensed SemiBold"/>
                <a:sym typeface="Barlow Semi Condensed SemiBold"/>
              </a:endParaRPr>
            </a:p>
          </p:txBody>
        </p:sp>
        <p:sp>
          <p:nvSpPr>
            <p:cNvPr id="773" name="Google Shape;773;p36"/>
            <p:cNvSpPr/>
            <p:nvPr/>
          </p:nvSpPr>
          <p:spPr>
            <a:xfrm>
              <a:off x="3307775"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774" name="Google Shape;774;p36"/>
            <p:cNvSpPr/>
            <p:nvPr/>
          </p:nvSpPr>
          <p:spPr>
            <a:xfrm>
              <a:off x="3312025" y="1826750"/>
              <a:ext cx="2524200" cy="848400"/>
            </a:xfrm>
            <a:prstGeom prst="homePlate">
              <a:avLst>
                <a:gd name="adj" fmla="val 50581"/>
              </a:avLst>
            </a:prstGeom>
            <a:solidFill>
              <a:srgbClr val="F3C1E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775" name="Google Shape;775;p36"/>
            <p:cNvSpPr txBox="1"/>
            <p:nvPr/>
          </p:nvSpPr>
          <p:spPr>
            <a:xfrm>
              <a:off x="3307775"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API Creation for Deli Foods</a:t>
              </a:r>
              <a:endParaRPr sz="2378" b="1">
                <a:latin typeface="Barlow Semi Condensed"/>
                <a:ea typeface="Barlow Semi Condensed"/>
                <a:cs typeface="Barlow Semi Condensed"/>
                <a:sym typeface="Barlow Semi Condensed"/>
              </a:endParaRPr>
            </a:p>
          </p:txBody>
        </p:sp>
        <p:sp>
          <p:nvSpPr>
            <p:cNvPr id="776" name="Google Shape;776;p36"/>
            <p:cNvSpPr txBox="1"/>
            <p:nvPr/>
          </p:nvSpPr>
          <p:spPr>
            <a:xfrm>
              <a:off x="3307775"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An API for Deli Foods’ delivery app, based on the REST model.</a:t>
              </a:r>
              <a:endParaRPr sz="1098">
                <a:latin typeface="Barlow Semi Condensed"/>
                <a:ea typeface="Barlow Semi Condensed"/>
                <a:cs typeface="Barlow Semi Condensed"/>
                <a:sym typeface="Barlow Semi Condensed"/>
              </a:endParaRPr>
            </a:p>
          </p:txBody>
        </p:sp>
        <p:sp>
          <p:nvSpPr>
            <p:cNvPr id="777" name="Google Shape;777;p36"/>
            <p:cNvSpPr txBox="1"/>
            <p:nvPr/>
          </p:nvSpPr>
          <p:spPr>
            <a:xfrm>
              <a:off x="3307775"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16th May, 2026</a:t>
              </a:r>
              <a:endParaRPr sz="823">
                <a:latin typeface="Barlow Semi Condensed SemiBold"/>
                <a:ea typeface="Barlow Semi Condensed SemiBold"/>
                <a:cs typeface="Barlow Semi Condensed SemiBold"/>
                <a:sym typeface="Barlow Semi Condensed SemiBold"/>
              </a:endParaRPr>
            </a:p>
          </p:txBody>
        </p:sp>
        <p:sp>
          <p:nvSpPr>
            <p:cNvPr id="778" name="Google Shape;778;p36"/>
            <p:cNvSpPr/>
            <p:nvPr/>
          </p:nvSpPr>
          <p:spPr>
            <a:xfrm>
              <a:off x="597855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779" name="Google Shape;779;p36"/>
            <p:cNvSpPr/>
            <p:nvPr/>
          </p:nvSpPr>
          <p:spPr>
            <a:xfrm>
              <a:off x="5982800" y="1826750"/>
              <a:ext cx="2524200" cy="848400"/>
            </a:xfrm>
            <a:prstGeom prst="homePlate">
              <a:avLst>
                <a:gd name="adj" fmla="val 50581"/>
              </a:avLst>
            </a:prstGeom>
            <a:solidFill>
              <a:srgbClr val="DDC0A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780" name="Google Shape;780;p36"/>
            <p:cNvSpPr txBox="1"/>
            <p:nvPr/>
          </p:nvSpPr>
          <p:spPr>
            <a:xfrm>
              <a:off x="597855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Gamified Learning Portal</a:t>
              </a:r>
              <a:endParaRPr sz="2378" b="1">
                <a:latin typeface="Barlow Semi Condensed"/>
                <a:ea typeface="Barlow Semi Condensed"/>
                <a:cs typeface="Barlow Semi Condensed"/>
                <a:sym typeface="Barlow Semi Condensed"/>
              </a:endParaRPr>
            </a:p>
          </p:txBody>
        </p:sp>
        <p:sp>
          <p:nvSpPr>
            <p:cNvPr id="781" name="Google Shape;781;p36"/>
            <p:cNvSpPr txBox="1"/>
            <p:nvPr/>
          </p:nvSpPr>
          <p:spPr>
            <a:xfrm>
              <a:off x="597855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 gamified portal, complete with front-end and back-end, to encourage students to study, for Khan Academy.</a:t>
              </a:r>
              <a:endParaRPr sz="1098">
                <a:latin typeface="Barlow Semi Condensed"/>
                <a:ea typeface="Barlow Semi Condensed"/>
                <a:cs typeface="Barlow Semi Condensed"/>
                <a:sym typeface="Barlow Semi Condensed"/>
              </a:endParaRPr>
            </a:p>
          </p:txBody>
        </p:sp>
        <p:sp>
          <p:nvSpPr>
            <p:cNvPr id="782" name="Google Shape;782;p36"/>
            <p:cNvSpPr txBox="1"/>
            <p:nvPr/>
          </p:nvSpPr>
          <p:spPr>
            <a:xfrm>
              <a:off x="597855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5th June, 2026</a:t>
              </a:r>
              <a:endParaRPr sz="823">
                <a:latin typeface="Barlow Semi Condensed SemiBold"/>
                <a:ea typeface="Barlow Semi Condensed SemiBold"/>
                <a:cs typeface="Barlow Semi Condensed SemiBold"/>
                <a:sym typeface="Barlow Semi Condensed SemiBold"/>
              </a:endParaRPr>
            </a:p>
          </p:txBody>
        </p:sp>
      </p:grpSp>
      <p:sp>
        <p:nvSpPr>
          <p:cNvPr id="783" name="Google Shape;783;p36"/>
          <p:cNvSpPr txBox="1"/>
          <p:nvPr/>
        </p:nvSpPr>
        <p:spPr>
          <a:xfrm>
            <a:off x="465275" y="3071850"/>
            <a:ext cx="22806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1"/>
                </a:solidFill>
                <a:latin typeface="Dela Gothic One"/>
                <a:ea typeface="Dela Gothic One"/>
                <a:cs typeface="Dela Gothic One"/>
                <a:sym typeface="Dela Gothic One"/>
              </a:rPr>
              <a:t>Department Notices</a:t>
            </a:r>
            <a:endParaRPr sz="1300">
              <a:solidFill>
                <a:schemeClr val="accent1"/>
              </a:solidFill>
              <a:latin typeface="Dela Gothic One"/>
              <a:ea typeface="Dela Gothic One"/>
              <a:cs typeface="Dela Gothic One"/>
              <a:sym typeface="Dela Gothic One"/>
            </a:endParaRPr>
          </a:p>
        </p:txBody>
      </p:sp>
      <p:sp>
        <p:nvSpPr>
          <p:cNvPr id="811" name="Google Shape;811;p36"/>
          <p:cNvSpPr/>
          <p:nvPr/>
        </p:nvSpPr>
        <p:spPr>
          <a:xfrm rot="3599210">
            <a:off x="8844668" y="3381512"/>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grpSp>
        <p:nvGrpSpPr>
          <p:cNvPr id="2" name="Google Shape;857;p38">
            <a:extLst>
              <a:ext uri="{FF2B5EF4-FFF2-40B4-BE49-F238E27FC236}">
                <a16:creationId xmlns:a16="http://schemas.microsoft.com/office/drawing/2014/main" id="{734B8B5D-C54D-BF7F-FEA8-56C0B5028658}"/>
              </a:ext>
            </a:extLst>
          </p:cNvPr>
          <p:cNvGrpSpPr/>
          <p:nvPr/>
        </p:nvGrpSpPr>
        <p:grpSpPr>
          <a:xfrm>
            <a:off x="968546" y="3466050"/>
            <a:ext cx="7198914" cy="3138197"/>
            <a:chOff x="1329491" y="1245980"/>
            <a:chExt cx="6484924" cy="2651400"/>
          </a:xfrm>
        </p:grpSpPr>
        <p:sp>
          <p:nvSpPr>
            <p:cNvPr id="3" name="Google Shape;858;p38">
              <a:extLst>
                <a:ext uri="{FF2B5EF4-FFF2-40B4-BE49-F238E27FC236}">
                  <a16:creationId xmlns:a16="http://schemas.microsoft.com/office/drawing/2014/main" id="{C0DA09F0-D95F-87B7-EEBF-10A788792153}"/>
                </a:ext>
              </a:extLst>
            </p:cNvPr>
            <p:cNvSpPr/>
            <p:nvPr/>
          </p:nvSpPr>
          <p:spPr>
            <a:xfrm>
              <a:off x="5740815" y="1245980"/>
              <a:ext cx="2073600" cy="2651400"/>
            </a:xfrm>
            <a:prstGeom prst="roundRect">
              <a:avLst>
                <a:gd name="adj" fmla="val 6828"/>
              </a:avLst>
            </a:prstGeom>
            <a:solidFill>
              <a:srgbClr val="FFFBF3"/>
            </a:solidFill>
            <a:ln w="21150" cap="flat" cmpd="sng">
              <a:solidFill>
                <a:srgbClr val="000000"/>
              </a:solidFill>
              <a:prstDash val="solid"/>
              <a:round/>
              <a:headEnd type="none" w="sm" len="sm"/>
              <a:tailEnd type="none" w="sm" len="sm"/>
            </a:ln>
            <a:effectLst>
              <a:outerShdw blurRad="63440" dist="42294" dir="2280000" algn="bl" rotWithShape="0">
                <a:srgbClr val="000000">
                  <a:alpha val="24000"/>
                </a:srgbClr>
              </a:outerShdw>
            </a:effectLst>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4" name="Google Shape;859;p38">
              <a:extLst>
                <a:ext uri="{FF2B5EF4-FFF2-40B4-BE49-F238E27FC236}">
                  <a16:creationId xmlns:a16="http://schemas.microsoft.com/office/drawing/2014/main" id="{999B4E45-1ADA-9985-B197-6DD58981D1AB}"/>
                </a:ext>
              </a:extLst>
            </p:cNvPr>
            <p:cNvSpPr/>
            <p:nvPr/>
          </p:nvSpPr>
          <p:spPr>
            <a:xfrm rot="5400000">
              <a:off x="6918699" y="2243546"/>
              <a:ext cx="598200" cy="596700"/>
            </a:xfrm>
            <a:prstGeom prst="pie">
              <a:avLst>
                <a:gd name="adj1" fmla="val 5399541"/>
                <a:gd name="adj2" fmla="val 16200000"/>
              </a:avLst>
            </a:prstGeom>
            <a:solidFill>
              <a:srgbClr val="4285F4"/>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5" name="Google Shape;860;p38">
              <a:extLst>
                <a:ext uri="{FF2B5EF4-FFF2-40B4-BE49-F238E27FC236}">
                  <a16:creationId xmlns:a16="http://schemas.microsoft.com/office/drawing/2014/main" id="{C8E73AD7-5902-D487-C16A-3586C1232755}"/>
                </a:ext>
              </a:extLst>
            </p:cNvPr>
            <p:cNvSpPr/>
            <p:nvPr/>
          </p:nvSpPr>
          <p:spPr>
            <a:xfrm>
              <a:off x="7089079" y="1948793"/>
              <a:ext cx="257400" cy="258000"/>
            </a:xfrm>
            <a:prstGeom prst="ellipse">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6" name="Google Shape;861;p38">
              <a:extLst>
                <a:ext uri="{FF2B5EF4-FFF2-40B4-BE49-F238E27FC236}">
                  <a16:creationId xmlns:a16="http://schemas.microsoft.com/office/drawing/2014/main" id="{2A6905AE-82A5-CC3A-35C3-1AF5F45FDD7F}"/>
                </a:ext>
              </a:extLst>
            </p:cNvPr>
            <p:cNvSpPr/>
            <p:nvPr/>
          </p:nvSpPr>
          <p:spPr>
            <a:xfrm>
              <a:off x="3535153" y="1245980"/>
              <a:ext cx="2073600" cy="2651400"/>
            </a:xfrm>
            <a:prstGeom prst="roundRect">
              <a:avLst>
                <a:gd name="adj" fmla="val 6828"/>
              </a:avLst>
            </a:prstGeom>
            <a:solidFill>
              <a:srgbClr val="FFFBF3"/>
            </a:solidFill>
            <a:ln w="21150" cap="flat" cmpd="sng">
              <a:solidFill>
                <a:srgbClr val="000000"/>
              </a:solidFill>
              <a:prstDash val="solid"/>
              <a:round/>
              <a:headEnd type="none" w="sm" len="sm"/>
              <a:tailEnd type="none" w="sm" len="sm"/>
            </a:ln>
            <a:effectLst>
              <a:outerShdw blurRad="63440" dist="42294" dir="2280000" algn="bl" rotWithShape="0">
                <a:srgbClr val="000000">
                  <a:alpha val="24000"/>
                </a:srgbClr>
              </a:outerShdw>
            </a:effectLst>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7" name="Google Shape;862;p38">
              <a:extLst>
                <a:ext uri="{FF2B5EF4-FFF2-40B4-BE49-F238E27FC236}">
                  <a16:creationId xmlns:a16="http://schemas.microsoft.com/office/drawing/2014/main" id="{5BFE5C40-9E65-C5FE-25BB-C3B25B010232}"/>
                </a:ext>
              </a:extLst>
            </p:cNvPr>
            <p:cNvSpPr/>
            <p:nvPr/>
          </p:nvSpPr>
          <p:spPr>
            <a:xfrm>
              <a:off x="1329491" y="1245980"/>
              <a:ext cx="2073600" cy="2651400"/>
            </a:xfrm>
            <a:prstGeom prst="roundRect">
              <a:avLst>
                <a:gd name="adj" fmla="val 6828"/>
              </a:avLst>
            </a:prstGeom>
            <a:solidFill>
              <a:srgbClr val="FFFBF3"/>
            </a:solidFill>
            <a:ln w="21150" cap="flat" cmpd="sng">
              <a:solidFill>
                <a:srgbClr val="000000"/>
              </a:solidFill>
              <a:prstDash val="solid"/>
              <a:round/>
              <a:headEnd type="none" w="sm" len="sm"/>
              <a:tailEnd type="none" w="sm" len="sm"/>
            </a:ln>
            <a:effectLst>
              <a:outerShdw blurRad="63440" dist="42294" dir="2280000" algn="bl" rotWithShape="0">
                <a:srgbClr val="000000">
                  <a:alpha val="24000"/>
                </a:srgbClr>
              </a:outerShdw>
            </a:effectLst>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8" name="Google Shape;863;p38">
              <a:extLst>
                <a:ext uri="{FF2B5EF4-FFF2-40B4-BE49-F238E27FC236}">
                  <a16:creationId xmlns:a16="http://schemas.microsoft.com/office/drawing/2014/main" id="{31274CE4-AE35-01D2-1FB9-5D2C0A62AF4B}"/>
                </a:ext>
              </a:extLst>
            </p:cNvPr>
            <p:cNvSpPr txBox="1"/>
            <p:nvPr/>
          </p:nvSpPr>
          <p:spPr>
            <a:xfrm>
              <a:off x="1509202" y="2755879"/>
              <a:ext cx="1714200" cy="1062300"/>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dirty="0">
                  <a:latin typeface="DM Sans SemiBold"/>
                  <a:ea typeface="DM Sans SemiBold"/>
                  <a:cs typeface="DM Sans SemiBold"/>
                  <a:sym typeface="DM Sans SemiBold"/>
                </a:rPr>
                <a:t>Workshop on Incorporating Touch-Transfer in Mobile Websites</a:t>
              </a:r>
              <a:endParaRPr sz="1332" dirty="0">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222"/>
                </a:spcAft>
                <a:buNone/>
              </a:pPr>
              <a:r>
                <a:rPr lang="en" sz="1110" dirty="0">
                  <a:latin typeface="DM Sans"/>
                  <a:ea typeface="DM Sans"/>
                  <a:cs typeface="DM Sans"/>
                  <a:sym typeface="DM Sans"/>
                </a:rPr>
                <a:t>Issued: 24th May, 2026</a:t>
              </a:r>
              <a:endParaRPr sz="1110" dirty="0">
                <a:solidFill>
                  <a:srgbClr val="000000"/>
                </a:solidFill>
                <a:latin typeface="DM Sans"/>
                <a:ea typeface="DM Sans"/>
                <a:cs typeface="DM Sans"/>
                <a:sym typeface="DM Sans"/>
              </a:endParaRPr>
            </a:p>
          </p:txBody>
        </p:sp>
        <p:sp>
          <p:nvSpPr>
            <p:cNvPr id="9" name="Google Shape;864;p38">
              <a:extLst>
                <a:ext uri="{FF2B5EF4-FFF2-40B4-BE49-F238E27FC236}">
                  <a16:creationId xmlns:a16="http://schemas.microsoft.com/office/drawing/2014/main" id="{35863F87-7010-8499-4AB8-C9514A2A5937}"/>
                </a:ext>
              </a:extLst>
            </p:cNvPr>
            <p:cNvSpPr/>
            <p:nvPr/>
          </p:nvSpPr>
          <p:spPr>
            <a:xfrm rot="-299033">
              <a:off x="3939997" y="1831911"/>
              <a:ext cx="1263878" cy="717020"/>
            </a:xfrm>
            <a:prstGeom prst="roundRect">
              <a:avLst>
                <a:gd name="adj" fmla="val 8047"/>
              </a:avLst>
            </a:prstGeom>
            <a:solidFill>
              <a:srgbClr val="FFD966"/>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10" name="Google Shape;865;p38">
              <a:extLst>
                <a:ext uri="{FF2B5EF4-FFF2-40B4-BE49-F238E27FC236}">
                  <a16:creationId xmlns:a16="http://schemas.microsoft.com/office/drawing/2014/main" id="{43F3F810-A4EA-FE74-D3EF-75A1727147B7}"/>
                </a:ext>
              </a:extLst>
            </p:cNvPr>
            <p:cNvSpPr/>
            <p:nvPr/>
          </p:nvSpPr>
          <p:spPr>
            <a:xfrm rot="5098132">
              <a:off x="4487095" y="2070979"/>
              <a:ext cx="266828" cy="230379"/>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11" name="Google Shape;866;p38">
              <a:extLst>
                <a:ext uri="{FF2B5EF4-FFF2-40B4-BE49-F238E27FC236}">
                  <a16:creationId xmlns:a16="http://schemas.microsoft.com/office/drawing/2014/main" id="{3BF0D225-915B-3BBE-ED78-CAC2AE7FFF0F}"/>
                </a:ext>
              </a:extLst>
            </p:cNvPr>
            <p:cNvCxnSpPr/>
            <p:nvPr/>
          </p:nvCxnSpPr>
          <p:spPr>
            <a:xfrm>
              <a:off x="6568632" y="2114236"/>
              <a:ext cx="292200" cy="0"/>
            </a:xfrm>
            <a:prstGeom prst="straightConnector1">
              <a:avLst/>
            </a:prstGeom>
            <a:noFill/>
            <a:ln w="21150" cap="flat" cmpd="sng">
              <a:solidFill>
                <a:srgbClr val="000000"/>
              </a:solidFill>
              <a:prstDash val="solid"/>
              <a:round/>
              <a:headEnd type="none" w="med" len="med"/>
              <a:tailEnd type="none" w="med" len="med"/>
            </a:ln>
          </p:spPr>
        </p:cxnSp>
        <p:sp>
          <p:nvSpPr>
            <p:cNvPr id="12" name="Google Shape;867;p38">
              <a:extLst>
                <a:ext uri="{FF2B5EF4-FFF2-40B4-BE49-F238E27FC236}">
                  <a16:creationId xmlns:a16="http://schemas.microsoft.com/office/drawing/2014/main" id="{02126BC8-1B34-CCC6-174A-12DA9265BFD4}"/>
                </a:ext>
              </a:extLst>
            </p:cNvPr>
            <p:cNvSpPr/>
            <p:nvPr/>
          </p:nvSpPr>
          <p:spPr>
            <a:xfrm rot="5400000">
              <a:off x="6850791" y="2050192"/>
              <a:ext cx="148200" cy="128100"/>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13" name="Google Shape;868;p38">
              <a:extLst>
                <a:ext uri="{FF2B5EF4-FFF2-40B4-BE49-F238E27FC236}">
                  <a16:creationId xmlns:a16="http://schemas.microsoft.com/office/drawing/2014/main" id="{DC60651F-66C7-F5AA-0327-0EC846573473}"/>
                </a:ext>
              </a:extLst>
            </p:cNvPr>
            <p:cNvCxnSpPr/>
            <p:nvPr/>
          </p:nvCxnSpPr>
          <p:spPr>
            <a:xfrm rot="10800000">
              <a:off x="6696741" y="2259470"/>
              <a:ext cx="292200" cy="0"/>
            </a:xfrm>
            <a:prstGeom prst="straightConnector1">
              <a:avLst/>
            </a:prstGeom>
            <a:noFill/>
            <a:ln w="21150" cap="flat" cmpd="sng">
              <a:solidFill>
                <a:srgbClr val="000000"/>
              </a:solidFill>
              <a:prstDash val="solid"/>
              <a:round/>
              <a:headEnd type="none" w="med" len="med"/>
              <a:tailEnd type="none" w="med" len="med"/>
            </a:ln>
          </p:spPr>
        </p:cxnSp>
        <p:sp>
          <p:nvSpPr>
            <p:cNvPr id="14" name="Google Shape;869;p38">
              <a:extLst>
                <a:ext uri="{FF2B5EF4-FFF2-40B4-BE49-F238E27FC236}">
                  <a16:creationId xmlns:a16="http://schemas.microsoft.com/office/drawing/2014/main" id="{947224FA-F1B3-AA45-4888-2A15694DE4FB}"/>
                </a:ext>
              </a:extLst>
            </p:cNvPr>
            <p:cNvSpPr/>
            <p:nvPr/>
          </p:nvSpPr>
          <p:spPr>
            <a:xfrm rot="-5400000">
              <a:off x="6558582" y="2195415"/>
              <a:ext cx="148200" cy="128100"/>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15" name="Google Shape;870;p38">
              <a:extLst>
                <a:ext uri="{FF2B5EF4-FFF2-40B4-BE49-F238E27FC236}">
                  <a16:creationId xmlns:a16="http://schemas.microsoft.com/office/drawing/2014/main" id="{16763D9A-C97B-E1DE-30F7-AE7F6C5F3429}"/>
                </a:ext>
              </a:extLst>
            </p:cNvPr>
            <p:cNvSpPr/>
            <p:nvPr/>
          </p:nvSpPr>
          <p:spPr>
            <a:xfrm rot="5400000">
              <a:off x="6040634" y="2243546"/>
              <a:ext cx="598200" cy="596700"/>
            </a:xfrm>
            <a:prstGeom prst="pie">
              <a:avLst>
                <a:gd name="adj1" fmla="val 5399541"/>
                <a:gd name="adj2" fmla="val 16200000"/>
              </a:avLst>
            </a:prstGeom>
            <a:solidFill>
              <a:srgbClr val="FFD966"/>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16" name="Google Shape;871;p38">
              <a:extLst>
                <a:ext uri="{FF2B5EF4-FFF2-40B4-BE49-F238E27FC236}">
                  <a16:creationId xmlns:a16="http://schemas.microsoft.com/office/drawing/2014/main" id="{8AF52D98-5F74-5EC5-431F-27683E22C5DE}"/>
                </a:ext>
              </a:extLst>
            </p:cNvPr>
            <p:cNvSpPr/>
            <p:nvPr/>
          </p:nvSpPr>
          <p:spPr>
            <a:xfrm>
              <a:off x="6211015" y="1948793"/>
              <a:ext cx="257400" cy="258000"/>
            </a:xfrm>
            <a:prstGeom prst="ellipse">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17" name="Google Shape;872;p38">
              <a:extLst>
                <a:ext uri="{FF2B5EF4-FFF2-40B4-BE49-F238E27FC236}">
                  <a16:creationId xmlns:a16="http://schemas.microsoft.com/office/drawing/2014/main" id="{5031186F-3D60-819B-3C90-897C2269A872}"/>
                </a:ext>
              </a:extLst>
            </p:cNvPr>
            <p:cNvCxnSpPr/>
            <p:nvPr/>
          </p:nvCxnSpPr>
          <p:spPr>
            <a:xfrm>
              <a:off x="2324370" y="1778485"/>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18" name="Google Shape;873;p38">
              <a:extLst>
                <a:ext uri="{FF2B5EF4-FFF2-40B4-BE49-F238E27FC236}">
                  <a16:creationId xmlns:a16="http://schemas.microsoft.com/office/drawing/2014/main" id="{325DDF09-C323-017F-266C-A41CCBF92A91}"/>
                </a:ext>
              </a:extLst>
            </p:cNvPr>
            <p:cNvCxnSpPr/>
            <p:nvPr/>
          </p:nvCxnSpPr>
          <p:spPr>
            <a:xfrm>
              <a:off x="2324370" y="1888831"/>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19" name="Google Shape;874;p38">
              <a:extLst>
                <a:ext uri="{FF2B5EF4-FFF2-40B4-BE49-F238E27FC236}">
                  <a16:creationId xmlns:a16="http://schemas.microsoft.com/office/drawing/2014/main" id="{9DF88C85-CFD8-E7C2-2E3E-67D749245FAC}"/>
                </a:ext>
              </a:extLst>
            </p:cNvPr>
            <p:cNvCxnSpPr/>
            <p:nvPr/>
          </p:nvCxnSpPr>
          <p:spPr>
            <a:xfrm>
              <a:off x="2381534" y="1833643"/>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20" name="Google Shape;875;p38">
              <a:extLst>
                <a:ext uri="{FF2B5EF4-FFF2-40B4-BE49-F238E27FC236}">
                  <a16:creationId xmlns:a16="http://schemas.microsoft.com/office/drawing/2014/main" id="{66712422-3593-659E-AB21-D0F2040E696F}"/>
                </a:ext>
              </a:extLst>
            </p:cNvPr>
            <p:cNvCxnSpPr/>
            <p:nvPr/>
          </p:nvCxnSpPr>
          <p:spPr>
            <a:xfrm>
              <a:off x="2271188" y="1833643"/>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21" name="Google Shape;876;p38">
              <a:extLst>
                <a:ext uri="{FF2B5EF4-FFF2-40B4-BE49-F238E27FC236}">
                  <a16:creationId xmlns:a16="http://schemas.microsoft.com/office/drawing/2014/main" id="{7BA15F68-89B6-DD64-EED4-02F8C9DAB74E}"/>
                </a:ext>
              </a:extLst>
            </p:cNvPr>
            <p:cNvCxnSpPr/>
            <p:nvPr/>
          </p:nvCxnSpPr>
          <p:spPr>
            <a:xfrm>
              <a:off x="2490044" y="1675280"/>
              <a:ext cx="0" cy="58800"/>
            </a:xfrm>
            <a:prstGeom prst="straightConnector1">
              <a:avLst/>
            </a:prstGeom>
            <a:noFill/>
            <a:ln w="21150" cap="flat" cmpd="sng">
              <a:solidFill>
                <a:srgbClr val="000000"/>
              </a:solidFill>
              <a:prstDash val="solid"/>
              <a:round/>
              <a:headEnd type="none" w="med" len="med"/>
              <a:tailEnd type="none" w="med" len="med"/>
            </a:ln>
          </p:spPr>
        </p:cxnSp>
        <p:cxnSp>
          <p:nvCxnSpPr>
            <p:cNvPr id="22" name="Google Shape;877;p38">
              <a:extLst>
                <a:ext uri="{FF2B5EF4-FFF2-40B4-BE49-F238E27FC236}">
                  <a16:creationId xmlns:a16="http://schemas.microsoft.com/office/drawing/2014/main" id="{307656EE-4015-A92B-CEB1-09652767B32B}"/>
                </a:ext>
              </a:extLst>
            </p:cNvPr>
            <p:cNvCxnSpPr/>
            <p:nvPr/>
          </p:nvCxnSpPr>
          <p:spPr>
            <a:xfrm>
              <a:off x="2490044" y="1764531"/>
              <a:ext cx="0" cy="58800"/>
            </a:xfrm>
            <a:prstGeom prst="straightConnector1">
              <a:avLst/>
            </a:prstGeom>
            <a:noFill/>
            <a:ln w="21150" cap="flat" cmpd="sng">
              <a:solidFill>
                <a:srgbClr val="000000"/>
              </a:solidFill>
              <a:prstDash val="solid"/>
              <a:round/>
              <a:headEnd type="none" w="med" len="med"/>
              <a:tailEnd type="none" w="med" len="med"/>
            </a:ln>
          </p:spPr>
        </p:cxnSp>
        <p:cxnSp>
          <p:nvCxnSpPr>
            <p:cNvPr id="23" name="Google Shape;878;p38">
              <a:extLst>
                <a:ext uri="{FF2B5EF4-FFF2-40B4-BE49-F238E27FC236}">
                  <a16:creationId xmlns:a16="http://schemas.microsoft.com/office/drawing/2014/main" id="{58AE1A9A-1AE0-0B26-337C-DD543E2E4F42}"/>
                </a:ext>
              </a:extLst>
            </p:cNvPr>
            <p:cNvCxnSpPr/>
            <p:nvPr/>
          </p:nvCxnSpPr>
          <p:spPr>
            <a:xfrm>
              <a:off x="2536390" y="1720004"/>
              <a:ext cx="0" cy="58500"/>
            </a:xfrm>
            <a:prstGeom prst="straightConnector1">
              <a:avLst/>
            </a:prstGeom>
            <a:noFill/>
            <a:ln w="21150" cap="flat" cmpd="sng">
              <a:solidFill>
                <a:srgbClr val="000000"/>
              </a:solidFill>
              <a:prstDash val="solid"/>
              <a:round/>
              <a:headEnd type="none" w="med" len="med"/>
              <a:tailEnd type="none" w="med" len="med"/>
            </a:ln>
          </p:spPr>
        </p:cxnSp>
        <p:cxnSp>
          <p:nvCxnSpPr>
            <p:cNvPr id="24" name="Google Shape;879;p38">
              <a:extLst>
                <a:ext uri="{FF2B5EF4-FFF2-40B4-BE49-F238E27FC236}">
                  <a16:creationId xmlns:a16="http://schemas.microsoft.com/office/drawing/2014/main" id="{91330039-3A09-18D0-D0D3-F5E6AEFC5BFC}"/>
                </a:ext>
              </a:extLst>
            </p:cNvPr>
            <p:cNvCxnSpPr/>
            <p:nvPr/>
          </p:nvCxnSpPr>
          <p:spPr>
            <a:xfrm>
              <a:off x="2447139" y="1720004"/>
              <a:ext cx="0" cy="58500"/>
            </a:xfrm>
            <a:prstGeom prst="straightConnector1">
              <a:avLst/>
            </a:prstGeom>
            <a:noFill/>
            <a:ln w="21150" cap="flat" cmpd="sng">
              <a:solidFill>
                <a:srgbClr val="000000"/>
              </a:solidFill>
              <a:prstDash val="solid"/>
              <a:round/>
              <a:headEnd type="none" w="med" len="med"/>
              <a:tailEnd type="none" w="med" len="med"/>
            </a:ln>
          </p:spPr>
        </p:cxnSp>
        <p:sp>
          <p:nvSpPr>
            <p:cNvPr id="25" name="Google Shape;880;p38">
              <a:extLst>
                <a:ext uri="{FF2B5EF4-FFF2-40B4-BE49-F238E27FC236}">
                  <a16:creationId xmlns:a16="http://schemas.microsoft.com/office/drawing/2014/main" id="{C83053EA-5382-E2E8-5B26-9FFB4C90DC74}"/>
                </a:ext>
              </a:extLst>
            </p:cNvPr>
            <p:cNvSpPr/>
            <p:nvPr/>
          </p:nvSpPr>
          <p:spPr>
            <a:xfrm rot="-902105">
              <a:off x="2435043" y="1992053"/>
              <a:ext cx="363131" cy="608806"/>
            </a:xfrm>
            <a:prstGeom prst="roundRect">
              <a:avLst>
                <a:gd name="adj" fmla="val 8047"/>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26" name="Google Shape;881;p38">
              <a:extLst>
                <a:ext uri="{FF2B5EF4-FFF2-40B4-BE49-F238E27FC236}">
                  <a16:creationId xmlns:a16="http://schemas.microsoft.com/office/drawing/2014/main" id="{58D9A272-7474-A1E3-5B60-68AE08B39BE7}"/>
                </a:ext>
              </a:extLst>
            </p:cNvPr>
            <p:cNvSpPr/>
            <p:nvPr/>
          </p:nvSpPr>
          <p:spPr>
            <a:xfrm rot="902105" flipH="1">
              <a:off x="1934423" y="1992053"/>
              <a:ext cx="363131" cy="608806"/>
            </a:xfrm>
            <a:prstGeom prst="roundRect">
              <a:avLst>
                <a:gd name="adj" fmla="val 8047"/>
              </a:avLst>
            </a:prstGeom>
            <a:solidFill>
              <a:srgbClr val="A47FA7"/>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27" name="Google Shape;882;p38">
              <a:extLst>
                <a:ext uri="{FF2B5EF4-FFF2-40B4-BE49-F238E27FC236}">
                  <a16:creationId xmlns:a16="http://schemas.microsoft.com/office/drawing/2014/main" id="{503F37AE-02C7-9E5F-A5A7-2001431803A8}"/>
                </a:ext>
              </a:extLst>
            </p:cNvPr>
            <p:cNvSpPr txBox="1"/>
            <p:nvPr/>
          </p:nvSpPr>
          <p:spPr>
            <a:xfrm>
              <a:off x="3714905" y="2755878"/>
              <a:ext cx="1714200" cy="961800"/>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a:latin typeface="DM Sans SemiBold"/>
                  <a:ea typeface="DM Sans SemiBold"/>
                  <a:cs typeface="DM Sans SemiBold"/>
                  <a:sym typeface="DM Sans SemiBold"/>
                </a:rPr>
                <a:t>Content-creation for Web Dev Dept. Nearing Deadline</a:t>
              </a:r>
              <a:endParaRPr sz="1332">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0"/>
                </a:spcAft>
                <a:buNone/>
              </a:pPr>
              <a:endParaRPr sz="1110">
                <a:latin typeface="DM Sans"/>
                <a:ea typeface="DM Sans"/>
                <a:cs typeface="DM Sans"/>
                <a:sym typeface="DM Sans"/>
              </a:endParaRPr>
            </a:p>
            <a:p>
              <a:pPr marL="0" lvl="0" indent="0" algn="ctr" rtl="0">
                <a:lnSpc>
                  <a:spcPct val="115000"/>
                </a:lnSpc>
                <a:spcBef>
                  <a:spcPts val="222"/>
                </a:spcBef>
                <a:spcAft>
                  <a:spcPts val="222"/>
                </a:spcAft>
                <a:buNone/>
              </a:pPr>
              <a:r>
                <a:rPr lang="en" sz="1110">
                  <a:latin typeface="DM Sans"/>
                  <a:ea typeface="DM Sans"/>
                  <a:cs typeface="DM Sans"/>
                  <a:sym typeface="DM Sans"/>
                </a:rPr>
                <a:t>Issued: 28th May, 2026</a:t>
              </a:r>
              <a:endParaRPr sz="1110">
                <a:solidFill>
                  <a:srgbClr val="000000"/>
                </a:solidFill>
                <a:latin typeface="DM Sans"/>
                <a:ea typeface="DM Sans"/>
                <a:cs typeface="DM Sans"/>
                <a:sym typeface="DM Sans"/>
              </a:endParaRPr>
            </a:p>
          </p:txBody>
        </p:sp>
        <p:sp>
          <p:nvSpPr>
            <p:cNvPr id="28" name="Google Shape;883;p38">
              <a:extLst>
                <a:ext uri="{FF2B5EF4-FFF2-40B4-BE49-F238E27FC236}">
                  <a16:creationId xmlns:a16="http://schemas.microsoft.com/office/drawing/2014/main" id="{D0700157-5131-F070-57DE-AD8D2FD5268D}"/>
                </a:ext>
              </a:extLst>
            </p:cNvPr>
            <p:cNvSpPr txBox="1"/>
            <p:nvPr/>
          </p:nvSpPr>
          <p:spPr>
            <a:xfrm>
              <a:off x="5920562" y="2755751"/>
              <a:ext cx="1714200" cy="961800"/>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a:latin typeface="DM Sans SemiBold"/>
                  <a:ea typeface="DM Sans SemiBold"/>
                  <a:cs typeface="DM Sans SemiBold"/>
                  <a:sym typeface="DM Sans SemiBold"/>
                </a:rPr>
                <a:t>Web Dev Dept. Annual Idea of the Year Brainstorm Meet</a:t>
              </a:r>
              <a:endParaRPr sz="1332">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222"/>
                </a:spcAft>
                <a:buNone/>
              </a:pPr>
              <a:r>
                <a:rPr lang="en" sz="1110">
                  <a:latin typeface="DM Sans"/>
                  <a:ea typeface="DM Sans"/>
                  <a:cs typeface="DM Sans"/>
                  <a:sym typeface="DM Sans"/>
                </a:rPr>
                <a:t>Issued: 30th May, 2026</a:t>
              </a:r>
              <a:r>
                <a:rPr lang="en" sz="1110">
                  <a:solidFill>
                    <a:srgbClr val="000000"/>
                  </a:solidFill>
                  <a:latin typeface="DM Sans"/>
                  <a:ea typeface="DM Sans"/>
                  <a:cs typeface="DM Sans"/>
                  <a:sym typeface="DM Sans"/>
                </a:rPr>
                <a:t> </a:t>
              </a:r>
              <a:endParaRPr sz="1110">
                <a:solidFill>
                  <a:srgbClr val="000000"/>
                </a:solidFill>
                <a:latin typeface="DM Sans"/>
                <a:ea typeface="DM Sans"/>
                <a:cs typeface="DM Sans"/>
                <a:sym typeface="DM Sans"/>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Shape 815"/>
        <p:cNvGrpSpPr/>
        <p:nvPr/>
      </p:nvGrpSpPr>
      <p:grpSpPr>
        <a:xfrm>
          <a:off x="0" y="0"/>
          <a:ext cx="0" cy="0"/>
          <a:chOff x="0" y="0"/>
          <a:chExt cx="0" cy="0"/>
        </a:xfrm>
      </p:grpSpPr>
      <p:sp>
        <p:nvSpPr>
          <p:cNvPr id="816" name="Google Shape;816;p37"/>
          <p:cNvSpPr/>
          <p:nvPr/>
        </p:nvSpPr>
        <p:spPr>
          <a:xfrm>
            <a:off x="0" y="0"/>
            <a:ext cx="9144000" cy="5143500"/>
          </a:xfrm>
          <a:prstGeom prst="rect">
            <a:avLst/>
          </a:prstGeom>
          <a:solidFill>
            <a:srgbClr val="EBE6D6"/>
          </a:solidFill>
          <a:ln w="19050" cap="flat" cmpd="sng">
            <a:solidFill>
              <a:srgbClr val="EFBC3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17" name="Google Shape;817;p37"/>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18" name="Google Shape;818;p37"/>
          <p:cNvSpPr/>
          <p:nvPr/>
        </p:nvSpPr>
        <p:spPr>
          <a:xfrm>
            <a:off x="8926800" y="3354900"/>
            <a:ext cx="217200" cy="17886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19" name="Google Shape;819;p37"/>
          <p:cNvSpPr txBox="1"/>
          <p:nvPr/>
        </p:nvSpPr>
        <p:spPr>
          <a:xfrm>
            <a:off x="465275" y="454525"/>
            <a:ext cx="22806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Dela Gothic One"/>
                <a:ea typeface="Dela Gothic One"/>
                <a:cs typeface="Dela Gothic One"/>
                <a:sym typeface="Dela Gothic One"/>
              </a:rPr>
              <a:t>Department Notices</a:t>
            </a:r>
            <a:endParaRPr sz="1300" dirty="0">
              <a:solidFill>
                <a:schemeClr val="accent1"/>
              </a:solidFill>
              <a:latin typeface="Dela Gothic One"/>
              <a:ea typeface="Dela Gothic One"/>
              <a:cs typeface="Dela Gothic One"/>
              <a:sym typeface="Dela Gothic One"/>
            </a:endParaRPr>
          </a:p>
        </p:txBody>
      </p:sp>
      <p:sp>
        <p:nvSpPr>
          <p:cNvPr id="820" name="Google Shape;820;p37"/>
          <p:cNvSpPr/>
          <p:nvPr/>
        </p:nvSpPr>
        <p:spPr>
          <a:xfrm rot="3599210">
            <a:off x="8844668" y="48459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grpSp>
        <p:nvGrpSpPr>
          <p:cNvPr id="29" name="Google Shape;857;p38">
            <a:extLst>
              <a:ext uri="{FF2B5EF4-FFF2-40B4-BE49-F238E27FC236}">
                <a16:creationId xmlns:a16="http://schemas.microsoft.com/office/drawing/2014/main" id="{CAEFB7EC-3F3B-DCDD-D60F-2B346DFDD4FE}"/>
              </a:ext>
            </a:extLst>
          </p:cNvPr>
          <p:cNvGrpSpPr/>
          <p:nvPr/>
        </p:nvGrpSpPr>
        <p:grpSpPr>
          <a:xfrm>
            <a:off x="972553" y="848759"/>
            <a:ext cx="7198914" cy="3138197"/>
            <a:chOff x="1329491" y="1245980"/>
            <a:chExt cx="6484924" cy="2651400"/>
          </a:xfrm>
        </p:grpSpPr>
        <p:sp>
          <p:nvSpPr>
            <p:cNvPr id="30" name="Google Shape;858;p38">
              <a:extLst>
                <a:ext uri="{FF2B5EF4-FFF2-40B4-BE49-F238E27FC236}">
                  <a16:creationId xmlns:a16="http://schemas.microsoft.com/office/drawing/2014/main" id="{208AADDB-EF93-A255-1B65-E85FB166AAC2}"/>
                </a:ext>
              </a:extLst>
            </p:cNvPr>
            <p:cNvSpPr/>
            <p:nvPr/>
          </p:nvSpPr>
          <p:spPr>
            <a:xfrm>
              <a:off x="5740815" y="1245980"/>
              <a:ext cx="2073600" cy="2651400"/>
            </a:xfrm>
            <a:prstGeom prst="roundRect">
              <a:avLst>
                <a:gd name="adj" fmla="val 6828"/>
              </a:avLst>
            </a:prstGeom>
            <a:solidFill>
              <a:srgbClr val="FFFBF3"/>
            </a:solidFill>
            <a:ln w="21150" cap="flat" cmpd="sng">
              <a:solidFill>
                <a:srgbClr val="000000"/>
              </a:solidFill>
              <a:prstDash val="solid"/>
              <a:round/>
              <a:headEnd type="none" w="sm" len="sm"/>
              <a:tailEnd type="none" w="sm" len="sm"/>
            </a:ln>
            <a:effectLst>
              <a:outerShdw blurRad="63440" dist="42294" dir="2280000" algn="bl" rotWithShape="0">
                <a:srgbClr val="000000">
                  <a:alpha val="24000"/>
                </a:srgbClr>
              </a:outerShdw>
            </a:effectLst>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31" name="Google Shape;859;p38">
              <a:extLst>
                <a:ext uri="{FF2B5EF4-FFF2-40B4-BE49-F238E27FC236}">
                  <a16:creationId xmlns:a16="http://schemas.microsoft.com/office/drawing/2014/main" id="{1DAA0C64-D2B6-A0BB-DF93-DAFE6C08D50F}"/>
                </a:ext>
              </a:extLst>
            </p:cNvPr>
            <p:cNvSpPr/>
            <p:nvPr/>
          </p:nvSpPr>
          <p:spPr>
            <a:xfrm rot="5400000">
              <a:off x="6918699" y="2243546"/>
              <a:ext cx="598200" cy="596700"/>
            </a:xfrm>
            <a:prstGeom prst="pie">
              <a:avLst>
                <a:gd name="adj1" fmla="val 5399541"/>
                <a:gd name="adj2" fmla="val 16200000"/>
              </a:avLst>
            </a:prstGeom>
            <a:solidFill>
              <a:srgbClr val="4285F4"/>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32" name="Google Shape;860;p38">
              <a:extLst>
                <a:ext uri="{FF2B5EF4-FFF2-40B4-BE49-F238E27FC236}">
                  <a16:creationId xmlns:a16="http://schemas.microsoft.com/office/drawing/2014/main" id="{0FD9A158-3882-9A6D-AE1B-3682DE0BE8B4}"/>
                </a:ext>
              </a:extLst>
            </p:cNvPr>
            <p:cNvSpPr/>
            <p:nvPr/>
          </p:nvSpPr>
          <p:spPr>
            <a:xfrm>
              <a:off x="7089079" y="1948793"/>
              <a:ext cx="257400" cy="258000"/>
            </a:xfrm>
            <a:prstGeom prst="ellipse">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33" name="Google Shape;861;p38">
              <a:extLst>
                <a:ext uri="{FF2B5EF4-FFF2-40B4-BE49-F238E27FC236}">
                  <a16:creationId xmlns:a16="http://schemas.microsoft.com/office/drawing/2014/main" id="{F997ED66-2110-7349-496A-43B34209A597}"/>
                </a:ext>
              </a:extLst>
            </p:cNvPr>
            <p:cNvSpPr/>
            <p:nvPr/>
          </p:nvSpPr>
          <p:spPr>
            <a:xfrm>
              <a:off x="3535153" y="1245980"/>
              <a:ext cx="2073600" cy="2651400"/>
            </a:xfrm>
            <a:prstGeom prst="roundRect">
              <a:avLst>
                <a:gd name="adj" fmla="val 6828"/>
              </a:avLst>
            </a:prstGeom>
            <a:solidFill>
              <a:srgbClr val="FFFBF3"/>
            </a:solidFill>
            <a:ln w="21150" cap="flat" cmpd="sng">
              <a:solidFill>
                <a:srgbClr val="000000"/>
              </a:solidFill>
              <a:prstDash val="solid"/>
              <a:round/>
              <a:headEnd type="none" w="sm" len="sm"/>
              <a:tailEnd type="none" w="sm" len="sm"/>
            </a:ln>
            <a:effectLst>
              <a:outerShdw blurRad="63440" dist="42294" dir="2280000" algn="bl" rotWithShape="0">
                <a:srgbClr val="000000">
                  <a:alpha val="24000"/>
                </a:srgbClr>
              </a:outerShdw>
            </a:effectLst>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34" name="Google Shape;862;p38">
              <a:extLst>
                <a:ext uri="{FF2B5EF4-FFF2-40B4-BE49-F238E27FC236}">
                  <a16:creationId xmlns:a16="http://schemas.microsoft.com/office/drawing/2014/main" id="{5EACFA48-FD37-BE0F-716A-8CE462174B21}"/>
                </a:ext>
              </a:extLst>
            </p:cNvPr>
            <p:cNvSpPr/>
            <p:nvPr/>
          </p:nvSpPr>
          <p:spPr>
            <a:xfrm>
              <a:off x="1329491" y="1245980"/>
              <a:ext cx="2073600" cy="2651400"/>
            </a:xfrm>
            <a:prstGeom prst="roundRect">
              <a:avLst>
                <a:gd name="adj" fmla="val 6828"/>
              </a:avLst>
            </a:prstGeom>
            <a:solidFill>
              <a:srgbClr val="FFFBF3"/>
            </a:solidFill>
            <a:ln w="21150" cap="flat" cmpd="sng">
              <a:solidFill>
                <a:srgbClr val="000000"/>
              </a:solidFill>
              <a:prstDash val="solid"/>
              <a:round/>
              <a:headEnd type="none" w="sm" len="sm"/>
              <a:tailEnd type="none" w="sm" len="sm"/>
            </a:ln>
            <a:effectLst>
              <a:outerShdw blurRad="63440" dist="42294" dir="2280000" algn="bl" rotWithShape="0">
                <a:srgbClr val="000000">
                  <a:alpha val="24000"/>
                </a:srgbClr>
              </a:outerShdw>
            </a:effectLst>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35" name="Google Shape;863;p38">
              <a:extLst>
                <a:ext uri="{FF2B5EF4-FFF2-40B4-BE49-F238E27FC236}">
                  <a16:creationId xmlns:a16="http://schemas.microsoft.com/office/drawing/2014/main" id="{1A2D2A62-4B9D-F1AC-9910-00D70CDC57B4}"/>
                </a:ext>
              </a:extLst>
            </p:cNvPr>
            <p:cNvSpPr txBox="1"/>
            <p:nvPr/>
          </p:nvSpPr>
          <p:spPr>
            <a:xfrm>
              <a:off x="1509202" y="2755879"/>
              <a:ext cx="1714200" cy="1062300"/>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dirty="0">
                  <a:latin typeface="DM Sans SemiBold"/>
                  <a:ea typeface="DM Sans SemiBold"/>
                  <a:cs typeface="DM Sans SemiBold"/>
                  <a:sym typeface="DM Sans SemiBold"/>
                </a:rPr>
                <a:t>Workshop on Incorporating Touch-Transfer in Mobile Websites</a:t>
              </a:r>
              <a:endParaRPr sz="1332" dirty="0">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222"/>
                </a:spcAft>
                <a:buNone/>
              </a:pPr>
              <a:r>
                <a:rPr lang="en" sz="1110" dirty="0">
                  <a:latin typeface="DM Sans"/>
                  <a:ea typeface="DM Sans"/>
                  <a:cs typeface="DM Sans"/>
                  <a:sym typeface="DM Sans"/>
                </a:rPr>
                <a:t>Issued: 24th May, 2026</a:t>
              </a:r>
              <a:endParaRPr sz="1110" dirty="0">
                <a:solidFill>
                  <a:srgbClr val="000000"/>
                </a:solidFill>
                <a:latin typeface="DM Sans"/>
                <a:ea typeface="DM Sans"/>
                <a:cs typeface="DM Sans"/>
                <a:sym typeface="DM Sans"/>
              </a:endParaRPr>
            </a:p>
          </p:txBody>
        </p:sp>
        <p:sp>
          <p:nvSpPr>
            <p:cNvPr id="36" name="Google Shape;864;p38">
              <a:extLst>
                <a:ext uri="{FF2B5EF4-FFF2-40B4-BE49-F238E27FC236}">
                  <a16:creationId xmlns:a16="http://schemas.microsoft.com/office/drawing/2014/main" id="{A2309D75-0FFF-70B8-230A-5FB78D665FB3}"/>
                </a:ext>
              </a:extLst>
            </p:cNvPr>
            <p:cNvSpPr/>
            <p:nvPr/>
          </p:nvSpPr>
          <p:spPr>
            <a:xfrm rot="-299033">
              <a:off x="3939997" y="1831911"/>
              <a:ext cx="1263878" cy="717020"/>
            </a:xfrm>
            <a:prstGeom prst="roundRect">
              <a:avLst>
                <a:gd name="adj" fmla="val 8047"/>
              </a:avLst>
            </a:prstGeom>
            <a:solidFill>
              <a:srgbClr val="FFD966"/>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37" name="Google Shape;865;p38">
              <a:extLst>
                <a:ext uri="{FF2B5EF4-FFF2-40B4-BE49-F238E27FC236}">
                  <a16:creationId xmlns:a16="http://schemas.microsoft.com/office/drawing/2014/main" id="{51C168F8-D364-8BD3-471B-BE6336DFEDB4}"/>
                </a:ext>
              </a:extLst>
            </p:cNvPr>
            <p:cNvSpPr/>
            <p:nvPr/>
          </p:nvSpPr>
          <p:spPr>
            <a:xfrm rot="5098132">
              <a:off x="4487095" y="2070979"/>
              <a:ext cx="266828" cy="230379"/>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38" name="Google Shape;866;p38">
              <a:extLst>
                <a:ext uri="{FF2B5EF4-FFF2-40B4-BE49-F238E27FC236}">
                  <a16:creationId xmlns:a16="http://schemas.microsoft.com/office/drawing/2014/main" id="{A727FE22-0990-7E53-0318-4F82658D2758}"/>
                </a:ext>
              </a:extLst>
            </p:cNvPr>
            <p:cNvCxnSpPr/>
            <p:nvPr/>
          </p:nvCxnSpPr>
          <p:spPr>
            <a:xfrm>
              <a:off x="6568632" y="2114236"/>
              <a:ext cx="292200" cy="0"/>
            </a:xfrm>
            <a:prstGeom prst="straightConnector1">
              <a:avLst/>
            </a:prstGeom>
            <a:noFill/>
            <a:ln w="21150" cap="flat" cmpd="sng">
              <a:solidFill>
                <a:srgbClr val="000000"/>
              </a:solidFill>
              <a:prstDash val="solid"/>
              <a:round/>
              <a:headEnd type="none" w="med" len="med"/>
              <a:tailEnd type="none" w="med" len="med"/>
            </a:ln>
          </p:spPr>
        </p:cxnSp>
        <p:sp>
          <p:nvSpPr>
            <p:cNvPr id="39" name="Google Shape;867;p38">
              <a:extLst>
                <a:ext uri="{FF2B5EF4-FFF2-40B4-BE49-F238E27FC236}">
                  <a16:creationId xmlns:a16="http://schemas.microsoft.com/office/drawing/2014/main" id="{F5893599-1B21-5498-21A9-40DFFF482205}"/>
                </a:ext>
              </a:extLst>
            </p:cNvPr>
            <p:cNvSpPr/>
            <p:nvPr/>
          </p:nvSpPr>
          <p:spPr>
            <a:xfrm rot="5400000">
              <a:off x="6850791" y="2050192"/>
              <a:ext cx="148200" cy="128100"/>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40" name="Google Shape;868;p38">
              <a:extLst>
                <a:ext uri="{FF2B5EF4-FFF2-40B4-BE49-F238E27FC236}">
                  <a16:creationId xmlns:a16="http://schemas.microsoft.com/office/drawing/2014/main" id="{550CFFD0-5ABE-722E-347D-1AE820746889}"/>
                </a:ext>
              </a:extLst>
            </p:cNvPr>
            <p:cNvCxnSpPr/>
            <p:nvPr/>
          </p:nvCxnSpPr>
          <p:spPr>
            <a:xfrm rot="10800000">
              <a:off x="6696741" y="2259470"/>
              <a:ext cx="292200" cy="0"/>
            </a:xfrm>
            <a:prstGeom prst="straightConnector1">
              <a:avLst/>
            </a:prstGeom>
            <a:noFill/>
            <a:ln w="21150" cap="flat" cmpd="sng">
              <a:solidFill>
                <a:srgbClr val="000000"/>
              </a:solidFill>
              <a:prstDash val="solid"/>
              <a:round/>
              <a:headEnd type="none" w="med" len="med"/>
              <a:tailEnd type="none" w="med" len="med"/>
            </a:ln>
          </p:spPr>
        </p:cxnSp>
        <p:sp>
          <p:nvSpPr>
            <p:cNvPr id="41" name="Google Shape;869;p38">
              <a:extLst>
                <a:ext uri="{FF2B5EF4-FFF2-40B4-BE49-F238E27FC236}">
                  <a16:creationId xmlns:a16="http://schemas.microsoft.com/office/drawing/2014/main" id="{07E38C08-6CFE-31E5-C8A1-85729ADACEDD}"/>
                </a:ext>
              </a:extLst>
            </p:cNvPr>
            <p:cNvSpPr/>
            <p:nvPr/>
          </p:nvSpPr>
          <p:spPr>
            <a:xfrm rot="-5400000">
              <a:off x="6558582" y="2195415"/>
              <a:ext cx="148200" cy="128100"/>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42" name="Google Shape;870;p38">
              <a:extLst>
                <a:ext uri="{FF2B5EF4-FFF2-40B4-BE49-F238E27FC236}">
                  <a16:creationId xmlns:a16="http://schemas.microsoft.com/office/drawing/2014/main" id="{D6917C5F-2124-CB62-AFA6-58F6F9F73887}"/>
                </a:ext>
              </a:extLst>
            </p:cNvPr>
            <p:cNvSpPr/>
            <p:nvPr/>
          </p:nvSpPr>
          <p:spPr>
            <a:xfrm rot="5400000">
              <a:off x="6040634" y="2243546"/>
              <a:ext cx="598200" cy="596700"/>
            </a:xfrm>
            <a:prstGeom prst="pie">
              <a:avLst>
                <a:gd name="adj1" fmla="val 5399541"/>
                <a:gd name="adj2" fmla="val 16200000"/>
              </a:avLst>
            </a:prstGeom>
            <a:solidFill>
              <a:srgbClr val="FFD966"/>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43" name="Google Shape;871;p38">
              <a:extLst>
                <a:ext uri="{FF2B5EF4-FFF2-40B4-BE49-F238E27FC236}">
                  <a16:creationId xmlns:a16="http://schemas.microsoft.com/office/drawing/2014/main" id="{0D8A56AE-A4BA-E247-52BB-4C6319D37E0E}"/>
                </a:ext>
              </a:extLst>
            </p:cNvPr>
            <p:cNvSpPr/>
            <p:nvPr/>
          </p:nvSpPr>
          <p:spPr>
            <a:xfrm>
              <a:off x="6211015" y="1948793"/>
              <a:ext cx="257400" cy="258000"/>
            </a:xfrm>
            <a:prstGeom prst="ellipse">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44" name="Google Shape;872;p38">
              <a:extLst>
                <a:ext uri="{FF2B5EF4-FFF2-40B4-BE49-F238E27FC236}">
                  <a16:creationId xmlns:a16="http://schemas.microsoft.com/office/drawing/2014/main" id="{89C46A3C-95B0-A777-BCB1-DAB8E0B69408}"/>
                </a:ext>
              </a:extLst>
            </p:cNvPr>
            <p:cNvCxnSpPr/>
            <p:nvPr/>
          </p:nvCxnSpPr>
          <p:spPr>
            <a:xfrm>
              <a:off x="2324370" y="1778485"/>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45" name="Google Shape;873;p38">
              <a:extLst>
                <a:ext uri="{FF2B5EF4-FFF2-40B4-BE49-F238E27FC236}">
                  <a16:creationId xmlns:a16="http://schemas.microsoft.com/office/drawing/2014/main" id="{F802D7EC-3869-9FB6-3F5D-035827D8DC88}"/>
                </a:ext>
              </a:extLst>
            </p:cNvPr>
            <p:cNvCxnSpPr/>
            <p:nvPr/>
          </p:nvCxnSpPr>
          <p:spPr>
            <a:xfrm>
              <a:off x="2324370" y="1888831"/>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46" name="Google Shape;874;p38">
              <a:extLst>
                <a:ext uri="{FF2B5EF4-FFF2-40B4-BE49-F238E27FC236}">
                  <a16:creationId xmlns:a16="http://schemas.microsoft.com/office/drawing/2014/main" id="{4BF545A0-30CD-9F38-3E76-E7AC03AC768C}"/>
                </a:ext>
              </a:extLst>
            </p:cNvPr>
            <p:cNvCxnSpPr/>
            <p:nvPr/>
          </p:nvCxnSpPr>
          <p:spPr>
            <a:xfrm>
              <a:off x="2381534" y="1833643"/>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47" name="Google Shape;875;p38">
              <a:extLst>
                <a:ext uri="{FF2B5EF4-FFF2-40B4-BE49-F238E27FC236}">
                  <a16:creationId xmlns:a16="http://schemas.microsoft.com/office/drawing/2014/main" id="{C3F5DB42-86F2-3041-EFAB-CAB210C4D493}"/>
                </a:ext>
              </a:extLst>
            </p:cNvPr>
            <p:cNvCxnSpPr/>
            <p:nvPr/>
          </p:nvCxnSpPr>
          <p:spPr>
            <a:xfrm>
              <a:off x="2271188" y="1833643"/>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48" name="Google Shape;876;p38">
              <a:extLst>
                <a:ext uri="{FF2B5EF4-FFF2-40B4-BE49-F238E27FC236}">
                  <a16:creationId xmlns:a16="http://schemas.microsoft.com/office/drawing/2014/main" id="{668C97F0-7260-2892-428A-308D1BFEE404}"/>
                </a:ext>
              </a:extLst>
            </p:cNvPr>
            <p:cNvCxnSpPr/>
            <p:nvPr/>
          </p:nvCxnSpPr>
          <p:spPr>
            <a:xfrm>
              <a:off x="2490044" y="1675280"/>
              <a:ext cx="0" cy="58800"/>
            </a:xfrm>
            <a:prstGeom prst="straightConnector1">
              <a:avLst/>
            </a:prstGeom>
            <a:noFill/>
            <a:ln w="21150" cap="flat" cmpd="sng">
              <a:solidFill>
                <a:srgbClr val="000000"/>
              </a:solidFill>
              <a:prstDash val="solid"/>
              <a:round/>
              <a:headEnd type="none" w="med" len="med"/>
              <a:tailEnd type="none" w="med" len="med"/>
            </a:ln>
          </p:spPr>
        </p:cxnSp>
        <p:cxnSp>
          <p:nvCxnSpPr>
            <p:cNvPr id="49" name="Google Shape;877;p38">
              <a:extLst>
                <a:ext uri="{FF2B5EF4-FFF2-40B4-BE49-F238E27FC236}">
                  <a16:creationId xmlns:a16="http://schemas.microsoft.com/office/drawing/2014/main" id="{3B47F633-829E-405B-EFD3-881F2417F5BF}"/>
                </a:ext>
              </a:extLst>
            </p:cNvPr>
            <p:cNvCxnSpPr/>
            <p:nvPr/>
          </p:nvCxnSpPr>
          <p:spPr>
            <a:xfrm>
              <a:off x="2490044" y="1764531"/>
              <a:ext cx="0" cy="58800"/>
            </a:xfrm>
            <a:prstGeom prst="straightConnector1">
              <a:avLst/>
            </a:prstGeom>
            <a:noFill/>
            <a:ln w="21150" cap="flat" cmpd="sng">
              <a:solidFill>
                <a:srgbClr val="000000"/>
              </a:solidFill>
              <a:prstDash val="solid"/>
              <a:round/>
              <a:headEnd type="none" w="med" len="med"/>
              <a:tailEnd type="none" w="med" len="med"/>
            </a:ln>
          </p:spPr>
        </p:cxnSp>
        <p:cxnSp>
          <p:nvCxnSpPr>
            <p:cNvPr id="50" name="Google Shape;878;p38">
              <a:extLst>
                <a:ext uri="{FF2B5EF4-FFF2-40B4-BE49-F238E27FC236}">
                  <a16:creationId xmlns:a16="http://schemas.microsoft.com/office/drawing/2014/main" id="{ED566D14-87F5-950E-83B5-7CD72E0035F2}"/>
                </a:ext>
              </a:extLst>
            </p:cNvPr>
            <p:cNvCxnSpPr/>
            <p:nvPr/>
          </p:nvCxnSpPr>
          <p:spPr>
            <a:xfrm>
              <a:off x="2536390" y="1720004"/>
              <a:ext cx="0" cy="58500"/>
            </a:xfrm>
            <a:prstGeom prst="straightConnector1">
              <a:avLst/>
            </a:prstGeom>
            <a:noFill/>
            <a:ln w="21150" cap="flat" cmpd="sng">
              <a:solidFill>
                <a:srgbClr val="000000"/>
              </a:solidFill>
              <a:prstDash val="solid"/>
              <a:round/>
              <a:headEnd type="none" w="med" len="med"/>
              <a:tailEnd type="none" w="med" len="med"/>
            </a:ln>
          </p:spPr>
        </p:cxnSp>
        <p:cxnSp>
          <p:nvCxnSpPr>
            <p:cNvPr id="51" name="Google Shape;879;p38">
              <a:extLst>
                <a:ext uri="{FF2B5EF4-FFF2-40B4-BE49-F238E27FC236}">
                  <a16:creationId xmlns:a16="http://schemas.microsoft.com/office/drawing/2014/main" id="{64AC2755-7888-BEDE-36F7-ACAC73369415}"/>
                </a:ext>
              </a:extLst>
            </p:cNvPr>
            <p:cNvCxnSpPr/>
            <p:nvPr/>
          </p:nvCxnSpPr>
          <p:spPr>
            <a:xfrm>
              <a:off x="2447139" y="1720004"/>
              <a:ext cx="0" cy="58500"/>
            </a:xfrm>
            <a:prstGeom prst="straightConnector1">
              <a:avLst/>
            </a:prstGeom>
            <a:noFill/>
            <a:ln w="21150" cap="flat" cmpd="sng">
              <a:solidFill>
                <a:srgbClr val="000000"/>
              </a:solidFill>
              <a:prstDash val="solid"/>
              <a:round/>
              <a:headEnd type="none" w="med" len="med"/>
              <a:tailEnd type="none" w="med" len="med"/>
            </a:ln>
          </p:spPr>
        </p:cxnSp>
        <p:sp>
          <p:nvSpPr>
            <p:cNvPr id="52" name="Google Shape;880;p38">
              <a:extLst>
                <a:ext uri="{FF2B5EF4-FFF2-40B4-BE49-F238E27FC236}">
                  <a16:creationId xmlns:a16="http://schemas.microsoft.com/office/drawing/2014/main" id="{BB37F5EF-C824-ED28-AFFE-8DB493AF6A30}"/>
                </a:ext>
              </a:extLst>
            </p:cNvPr>
            <p:cNvSpPr/>
            <p:nvPr/>
          </p:nvSpPr>
          <p:spPr>
            <a:xfrm rot="-902105">
              <a:off x="2435043" y="1992053"/>
              <a:ext cx="363131" cy="608806"/>
            </a:xfrm>
            <a:prstGeom prst="roundRect">
              <a:avLst>
                <a:gd name="adj" fmla="val 8047"/>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53" name="Google Shape;881;p38">
              <a:extLst>
                <a:ext uri="{FF2B5EF4-FFF2-40B4-BE49-F238E27FC236}">
                  <a16:creationId xmlns:a16="http://schemas.microsoft.com/office/drawing/2014/main" id="{A7255384-0754-2440-3554-7277C194DA52}"/>
                </a:ext>
              </a:extLst>
            </p:cNvPr>
            <p:cNvSpPr/>
            <p:nvPr/>
          </p:nvSpPr>
          <p:spPr>
            <a:xfrm rot="902105" flipH="1">
              <a:off x="1934423" y="1992053"/>
              <a:ext cx="363131" cy="608806"/>
            </a:xfrm>
            <a:prstGeom prst="roundRect">
              <a:avLst>
                <a:gd name="adj" fmla="val 8047"/>
              </a:avLst>
            </a:prstGeom>
            <a:solidFill>
              <a:srgbClr val="A47FA7"/>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54" name="Google Shape;882;p38">
              <a:extLst>
                <a:ext uri="{FF2B5EF4-FFF2-40B4-BE49-F238E27FC236}">
                  <a16:creationId xmlns:a16="http://schemas.microsoft.com/office/drawing/2014/main" id="{0DADE364-11A0-549C-9F40-4D0F45BE36B6}"/>
                </a:ext>
              </a:extLst>
            </p:cNvPr>
            <p:cNvSpPr txBox="1"/>
            <p:nvPr/>
          </p:nvSpPr>
          <p:spPr>
            <a:xfrm>
              <a:off x="3714905" y="2755878"/>
              <a:ext cx="1714200" cy="961800"/>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a:latin typeface="DM Sans SemiBold"/>
                  <a:ea typeface="DM Sans SemiBold"/>
                  <a:cs typeface="DM Sans SemiBold"/>
                  <a:sym typeface="DM Sans SemiBold"/>
                </a:rPr>
                <a:t>Content-creation for Web Dev Dept. Nearing Deadline</a:t>
              </a:r>
              <a:endParaRPr sz="1332">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0"/>
                </a:spcAft>
                <a:buNone/>
              </a:pPr>
              <a:endParaRPr sz="1110">
                <a:latin typeface="DM Sans"/>
                <a:ea typeface="DM Sans"/>
                <a:cs typeface="DM Sans"/>
                <a:sym typeface="DM Sans"/>
              </a:endParaRPr>
            </a:p>
            <a:p>
              <a:pPr marL="0" lvl="0" indent="0" algn="ctr" rtl="0">
                <a:lnSpc>
                  <a:spcPct val="115000"/>
                </a:lnSpc>
                <a:spcBef>
                  <a:spcPts val="222"/>
                </a:spcBef>
                <a:spcAft>
                  <a:spcPts val="222"/>
                </a:spcAft>
                <a:buNone/>
              </a:pPr>
              <a:r>
                <a:rPr lang="en" sz="1110">
                  <a:latin typeface="DM Sans"/>
                  <a:ea typeface="DM Sans"/>
                  <a:cs typeface="DM Sans"/>
                  <a:sym typeface="DM Sans"/>
                </a:rPr>
                <a:t>Issued: 28th May, 2026</a:t>
              </a:r>
              <a:endParaRPr sz="1110">
                <a:solidFill>
                  <a:srgbClr val="000000"/>
                </a:solidFill>
                <a:latin typeface="DM Sans"/>
                <a:ea typeface="DM Sans"/>
                <a:cs typeface="DM Sans"/>
                <a:sym typeface="DM Sans"/>
              </a:endParaRPr>
            </a:p>
          </p:txBody>
        </p:sp>
        <p:sp>
          <p:nvSpPr>
            <p:cNvPr id="55" name="Google Shape;883;p38">
              <a:extLst>
                <a:ext uri="{FF2B5EF4-FFF2-40B4-BE49-F238E27FC236}">
                  <a16:creationId xmlns:a16="http://schemas.microsoft.com/office/drawing/2014/main" id="{317500D8-72E4-EA6E-0375-0D06A304571A}"/>
                </a:ext>
              </a:extLst>
            </p:cNvPr>
            <p:cNvSpPr txBox="1"/>
            <p:nvPr/>
          </p:nvSpPr>
          <p:spPr>
            <a:xfrm>
              <a:off x="5920562" y="2755751"/>
              <a:ext cx="1714200" cy="961800"/>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a:latin typeface="DM Sans SemiBold"/>
                  <a:ea typeface="DM Sans SemiBold"/>
                  <a:cs typeface="DM Sans SemiBold"/>
                  <a:sym typeface="DM Sans SemiBold"/>
                </a:rPr>
                <a:t>Web Dev Dept. Annual Idea of the Year Brainstorm Meet</a:t>
              </a:r>
              <a:endParaRPr sz="1332">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222"/>
                </a:spcAft>
                <a:buNone/>
              </a:pPr>
              <a:r>
                <a:rPr lang="en" sz="1110">
                  <a:latin typeface="DM Sans"/>
                  <a:ea typeface="DM Sans"/>
                  <a:cs typeface="DM Sans"/>
                  <a:sym typeface="DM Sans"/>
                </a:rPr>
                <a:t>Issued: 30th May, 2026</a:t>
              </a:r>
              <a:r>
                <a:rPr lang="en" sz="1110">
                  <a:solidFill>
                    <a:srgbClr val="000000"/>
                  </a:solidFill>
                  <a:latin typeface="DM Sans"/>
                  <a:ea typeface="DM Sans"/>
                  <a:cs typeface="DM Sans"/>
                  <a:sym typeface="DM Sans"/>
                </a:rPr>
                <a:t> </a:t>
              </a:r>
              <a:endParaRPr sz="1110">
                <a:solidFill>
                  <a:srgbClr val="000000"/>
                </a:solidFill>
                <a:latin typeface="DM Sans"/>
                <a:ea typeface="DM Sans"/>
                <a:cs typeface="DM Sans"/>
                <a:sym typeface="DM Sans"/>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851"/>
        <p:cNvGrpSpPr/>
        <p:nvPr/>
      </p:nvGrpSpPr>
      <p:grpSpPr>
        <a:xfrm>
          <a:off x="0" y="0"/>
          <a:ext cx="0" cy="0"/>
          <a:chOff x="0" y="0"/>
          <a:chExt cx="0" cy="0"/>
        </a:xfrm>
      </p:grpSpPr>
      <p:grpSp>
        <p:nvGrpSpPr>
          <p:cNvPr id="7" name="Google Shape;857;p38">
            <a:extLst>
              <a:ext uri="{FF2B5EF4-FFF2-40B4-BE49-F238E27FC236}">
                <a16:creationId xmlns:a16="http://schemas.microsoft.com/office/drawing/2014/main" id="{EE7C7715-E851-0D3B-A309-1DE14B94C515}"/>
              </a:ext>
            </a:extLst>
          </p:cNvPr>
          <p:cNvGrpSpPr/>
          <p:nvPr/>
        </p:nvGrpSpPr>
        <p:grpSpPr>
          <a:xfrm>
            <a:off x="972553" y="848759"/>
            <a:ext cx="7198914" cy="3138197"/>
            <a:chOff x="1329491" y="1245980"/>
            <a:chExt cx="6484924" cy="2651400"/>
          </a:xfrm>
        </p:grpSpPr>
        <p:sp>
          <p:nvSpPr>
            <p:cNvPr id="8" name="Google Shape;858;p38">
              <a:extLst>
                <a:ext uri="{FF2B5EF4-FFF2-40B4-BE49-F238E27FC236}">
                  <a16:creationId xmlns:a16="http://schemas.microsoft.com/office/drawing/2014/main" id="{6E1801E1-F762-1997-5F2B-70B3937BEA9F}"/>
                </a:ext>
              </a:extLst>
            </p:cNvPr>
            <p:cNvSpPr/>
            <p:nvPr/>
          </p:nvSpPr>
          <p:spPr>
            <a:xfrm>
              <a:off x="5740815" y="1245980"/>
              <a:ext cx="2073600" cy="2651400"/>
            </a:xfrm>
            <a:prstGeom prst="roundRect">
              <a:avLst>
                <a:gd name="adj" fmla="val 6828"/>
              </a:avLst>
            </a:prstGeom>
            <a:solidFill>
              <a:srgbClr val="FFFBF3"/>
            </a:solidFill>
            <a:ln w="21150" cap="flat" cmpd="sng">
              <a:solidFill>
                <a:srgbClr val="000000"/>
              </a:solidFill>
              <a:prstDash val="solid"/>
              <a:round/>
              <a:headEnd type="none" w="sm" len="sm"/>
              <a:tailEnd type="none" w="sm" len="sm"/>
            </a:ln>
            <a:effectLst>
              <a:outerShdw blurRad="63440" dist="42294" dir="2280000" algn="bl" rotWithShape="0">
                <a:srgbClr val="000000">
                  <a:alpha val="24000"/>
                </a:srgbClr>
              </a:outerShdw>
            </a:effectLst>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9" name="Google Shape;859;p38">
              <a:extLst>
                <a:ext uri="{FF2B5EF4-FFF2-40B4-BE49-F238E27FC236}">
                  <a16:creationId xmlns:a16="http://schemas.microsoft.com/office/drawing/2014/main" id="{E4F26B7A-B8A5-5C2F-56EE-4012FD5731FF}"/>
                </a:ext>
              </a:extLst>
            </p:cNvPr>
            <p:cNvSpPr/>
            <p:nvPr/>
          </p:nvSpPr>
          <p:spPr>
            <a:xfrm rot="5400000">
              <a:off x="6918699" y="2243546"/>
              <a:ext cx="598200" cy="596700"/>
            </a:xfrm>
            <a:prstGeom prst="pie">
              <a:avLst>
                <a:gd name="adj1" fmla="val 5399541"/>
                <a:gd name="adj2" fmla="val 16200000"/>
              </a:avLst>
            </a:prstGeom>
            <a:solidFill>
              <a:srgbClr val="4285F4"/>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10" name="Google Shape;860;p38">
              <a:extLst>
                <a:ext uri="{FF2B5EF4-FFF2-40B4-BE49-F238E27FC236}">
                  <a16:creationId xmlns:a16="http://schemas.microsoft.com/office/drawing/2014/main" id="{AF7B3649-1018-9499-3672-8446ECA36BD6}"/>
                </a:ext>
              </a:extLst>
            </p:cNvPr>
            <p:cNvSpPr/>
            <p:nvPr/>
          </p:nvSpPr>
          <p:spPr>
            <a:xfrm>
              <a:off x="7089079" y="1948793"/>
              <a:ext cx="257400" cy="258000"/>
            </a:xfrm>
            <a:prstGeom prst="ellipse">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11" name="Google Shape;861;p38">
              <a:extLst>
                <a:ext uri="{FF2B5EF4-FFF2-40B4-BE49-F238E27FC236}">
                  <a16:creationId xmlns:a16="http://schemas.microsoft.com/office/drawing/2014/main" id="{399BCBF2-F72E-9F42-BA83-95508B7FB2D0}"/>
                </a:ext>
              </a:extLst>
            </p:cNvPr>
            <p:cNvSpPr/>
            <p:nvPr/>
          </p:nvSpPr>
          <p:spPr>
            <a:xfrm>
              <a:off x="3535153" y="1245980"/>
              <a:ext cx="2073600" cy="2651400"/>
            </a:xfrm>
            <a:prstGeom prst="roundRect">
              <a:avLst>
                <a:gd name="adj" fmla="val 6828"/>
              </a:avLst>
            </a:prstGeom>
            <a:solidFill>
              <a:srgbClr val="FFFBF3"/>
            </a:solidFill>
            <a:ln w="21150" cap="flat" cmpd="sng">
              <a:solidFill>
                <a:srgbClr val="000000"/>
              </a:solidFill>
              <a:prstDash val="solid"/>
              <a:round/>
              <a:headEnd type="none" w="sm" len="sm"/>
              <a:tailEnd type="none" w="sm" len="sm"/>
            </a:ln>
            <a:effectLst>
              <a:outerShdw blurRad="63440" dist="42294" dir="2280000" algn="bl" rotWithShape="0">
                <a:srgbClr val="000000">
                  <a:alpha val="24000"/>
                </a:srgbClr>
              </a:outerShdw>
            </a:effectLst>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12" name="Google Shape;862;p38">
              <a:extLst>
                <a:ext uri="{FF2B5EF4-FFF2-40B4-BE49-F238E27FC236}">
                  <a16:creationId xmlns:a16="http://schemas.microsoft.com/office/drawing/2014/main" id="{EE74779E-10E1-BF9F-8EF9-D5C05DF15536}"/>
                </a:ext>
              </a:extLst>
            </p:cNvPr>
            <p:cNvSpPr/>
            <p:nvPr/>
          </p:nvSpPr>
          <p:spPr>
            <a:xfrm>
              <a:off x="1329491" y="1245980"/>
              <a:ext cx="2073600" cy="2651400"/>
            </a:xfrm>
            <a:prstGeom prst="roundRect">
              <a:avLst>
                <a:gd name="adj" fmla="val 6828"/>
              </a:avLst>
            </a:prstGeom>
            <a:solidFill>
              <a:srgbClr val="FFFBF3"/>
            </a:solidFill>
            <a:ln w="21150" cap="flat" cmpd="sng">
              <a:solidFill>
                <a:srgbClr val="000000"/>
              </a:solidFill>
              <a:prstDash val="solid"/>
              <a:round/>
              <a:headEnd type="none" w="sm" len="sm"/>
              <a:tailEnd type="none" w="sm" len="sm"/>
            </a:ln>
            <a:effectLst>
              <a:outerShdw blurRad="63440" dist="42294" dir="2280000" algn="bl" rotWithShape="0">
                <a:srgbClr val="000000">
                  <a:alpha val="24000"/>
                </a:srgbClr>
              </a:outerShdw>
            </a:effectLst>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13" name="Google Shape;863;p38">
              <a:extLst>
                <a:ext uri="{FF2B5EF4-FFF2-40B4-BE49-F238E27FC236}">
                  <a16:creationId xmlns:a16="http://schemas.microsoft.com/office/drawing/2014/main" id="{6AD1004B-05D7-993C-9A4C-7AD2268DCDA4}"/>
                </a:ext>
              </a:extLst>
            </p:cNvPr>
            <p:cNvSpPr txBox="1"/>
            <p:nvPr/>
          </p:nvSpPr>
          <p:spPr>
            <a:xfrm>
              <a:off x="1509202" y="2755879"/>
              <a:ext cx="1714200" cy="1062300"/>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dirty="0">
                  <a:latin typeface="DM Sans SemiBold"/>
                  <a:ea typeface="DM Sans SemiBold"/>
                  <a:cs typeface="DM Sans SemiBold"/>
                  <a:sym typeface="DM Sans SemiBold"/>
                </a:rPr>
                <a:t>Workshop on Incorporating Touch-Transfer in Mobile Websites</a:t>
              </a:r>
              <a:endParaRPr sz="1332" dirty="0">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222"/>
                </a:spcAft>
                <a:buNone/>
              </a:pPr>
              <a:r>
                <a:rPr lang="en" sz="1110" dirty="0">
                  <a:latin typeface="DM Sans"/>
                  <a:ea typeface="DM Sans"/>
                  <a:cs typeface="DM Sans"/>
                  <a:sym typeface="DM Sans"/>
                </a:rPr>
                <a:t>Issued: 24th May, 2026</a:t>
              </a:r>
              <a:endParaRPr sz="1110" dirty="0">
                <a:solidFill>
                  <a:srgbClr val="000000"/>
                </a:solidFill>
                <a:latin typeface="DM Sans"/>
                <a:ea typeface="DM Sans"/>
                <a:cs typeface="DM Sans"/>
                <a:sym typeface="DM Sans"/>
              </a:endParaRPr>
            </a:p>
          </p:txBody>
        </p:sp>
        <p:sp>
          <p:nvSpPr>
            <p:cNvPr id="14" name="Google Shape;864;p38">
              <a:extLst>
                <a:ext uri="{FF2B5EF4-FFF2-40B4-BE49-F238E27FC236}">
                  <a16:creationId xmlns:a16="http://schemas.microsoft.com/office/drawing/2014/main" id="{AA4581AF-9ACB-5B40-5676-EAE527A778FD}"/>
                </a:ext>
              </a:extLst>
            </p:cNvPr>
            <p:cNvSpPr/>
            <p:nvPr/>
          </p:nvSpPr>
          <p:spPr>
            <a:xfrm rot="-299033">
              <a:off x="3939997" y="1831911"/>
              <a:ext cx="1263878" cy="717020"/>
            </a:xfrm>
            <a:prstGeom prst="roundRect">
              <a:avLst>
                <a:gd name="adj" fmla="val 8047"/>
              </a:avLst>
            </a:prstGeom>
            <a:solidFill>
              <a:srgbClr val="FFD966"/>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15" name="Google Shape;865;p38">
              <a:extLst>
                <a:ext uri="{FF2B5EF4-FFF2-40B4-BE49-F238E27FC236}">
                  <a16:creationId xmlns:a16="http://schemas.microsoft.com/office/drawing/2014/main" id="{BF4607B3-CCAC-4D34-9EA8-B870D3CB8FD0}"/>
                </a:ext>
              </a:extLst>
            </p:cNvPr>
            <p:cNvSpPr/>
            <p:nvPr/>
          </p:nvSpPr>
          <p:spPr>
            <a:xfrm rot="5098132">
              <a:off x="4487095" y="2070979"/>
              <a:ext cx="266828" cy="230379"/>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16" name="Google Shape;866;p38">
              <a:extLst>
                <a:ext uri="{FF2B5EF4-FFF2-40B4-BE49-F238E27FC236}">
                  <a16:creationId xmlns:a16="http://schemas.microsoft.com/office/drawing/2014/main" id="{95C61444-DE28-E111-49A5-C4C31A918C26}"/>
                </a:ext>
              </a:extLst>
            </p:cNvPr>
            <p:cNvCxnSpPr/>
            <p:nvPr/>
          </p:nvCxnSpPr>
          <p:spPr>
            <a:xfrm>
              <a:off x="6568632" y="2114236"/>
              <a:ext cx="292200" cy="0"/>
            </a:xfrm>
            <a:prstGeom prst="straightConnector1">
              <a:avLst/>
            </a:prstGeom>
            <a:noFill/>
            <a:ln w="21150" cap="flat" cmpd="sng">
              <a:solidFill>
                <a:srgbClr val="000000"/>
              </a:solidFill>
              <a:prstDash val="solid"/>
              <a:round/>
              <a:headEnd type="none" w="med" len="med"/>
              <a:tailEnd type="none" w="med" len="med"/>
            </a:ln>
          </p:spPr>
        </p:cxnSp>
        <p:sp>
          <p:nvSpPr>
            <p:cNvPr id="17" name="Google Shape;867;p38">
              <a:extLst>
                <a:ext uri="{FF2B5EF4-FFF2-40B4-BE49-F238E27FC236}">
                  <a16:creationId xmlns:a16="http://schemas.microsoft.com/office/drawing/2014/main" id="{1C26DBBC-F5F1-76CA-188E-3E732E5791C4}"/>
                </a:ext>
              </a:extLst>
            </p:cNvPr>
            <p:cNvSpPr/>
            <p:nvPr/>
          </p:nvSpPr>
          <p:spPr>
            <a:xfrm rot="5400000">
              <a:off x="6850791" y="2050192"/>
              <a:ext cx="148200" cy="128100"/>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18" name="Google Shape;868;p38">
              <a:extLst>
                <a:ext uri="{FF2B5EF4-FFF2-40B4-BE49-F238E27FC236}">
                  <a16:creationId xmlns:a16="http://schemas.microsoft.com/office/drawing/2014/main" id="{7D8BB88A-A179-68E7-4950-3E66F04C6652}"/>
                </a:ext>
              </a:extLst>
            </p:cNvPr>
            <p:cNvCxnSpPr/>
            <p:nvPr/>
          </p:nvCxnSpPr>
          <p:spPr>
            <a:xfrm rot="10800000">
              <a:off x="6696741" y="2259470"/>
              <a:ext cx="292200" cy="0"/>
            </a:xfrm>
            <a:prstGeom prst="straightConnector1">
              <a:avLst/>
            </a:prstGeom>
            <a:noFill/>
            <a:ln w="21150" cap="flat" cmpd="sng">
              <a:solidFill>
                <a:srgbClr val="000000"/>
              </a:solidFill>
              <a:prstDash val="solid"/>
              <a:round/>
              <a:headEnd type="none" w="med" len="med"/>
              <a:tailEnd type="none" w="med" len="med"/>
            </a:ln>
          </p:spPr>
        </p:cxnSp>
        <p:sp>
          <p:nvSpPr>
            <p:cNvPr id="19" name="Google Shape;869;p38">
              <a:extLst>
                <a:ext uri="{FF2B5EF4-FFF2-40B4-BE49-F238E27FC236}">
                  <a16:creationId xmlns:a16="http://schemas.microsoft.com/office/drawing/2014/main" id="{7D2EDE9C-8B0B-F219-E55C-3D8203A21E36}"/>
                </a:ext>
              </a:extLst>
            </p:cNvPr>
            <p:cNvSpPr/>
            <p:nvPr/>
          </p:nvSpPr>
          <p:spPr>
            <a:xfrm rot="-5400000">
              <a:off x="6558582" y="2195415"/>
              <a:ext cx="148200" cy="128100"/>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20" name="Google Shape;870;p38">
              <a:extLst>
                <a:ext uri="{FF2B5EF4-FFF2-40B4-BE49-F238E27FC236}">
                  <a16:creationId xmlns:a16="http://schemas.microsoft.com/office/drawing/2014/main" id="{9E3E6B89-43AF-0C8E-DFA8-49B8EDB043C5}"/>
                </a:ext>
              </a:extLst>
            </p:cNvPr>
            <p:cNvSpPr/>
            <p:nvPr/>
          </p:nvSpPr>
          <p:spPr>
            <a:xfrm rot="5400000">
              <a:off x="6040634" y="2243546"/>
              <a:ext cx="598200" cy="596700"/>
            </a:xfrm>
            <a:prstGeom prst="pie">
              <a:avLst>
                <a:gd name="adj1" fmla="val 5399541"/>
                <a:gd name="adj2" fmla="val 16200000"/>
              </a:avLst>
            </a:prstGeom>
            <a:solidFill>
              <a:srgbClr val="FFD966"/>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21" name="Google Shape;871;p38">
              <a:extLst>
                <a:ext uri="{FF2B5EF4-FFF2-40B4-BE49-F238E27FC236}">
                  <a16:creationId xmlns:a16="http://schemas.microsoft.com/office/drawing/2014/main" id="{B26B7BD4-8FC0-29A9-2FF6-2A49AD636089}"/>
                </a:ext>
              </a:extLst>
            </p:cNvPr>
            <p:cNvSpPr/>
            <p:nvPr/>
          </p:nvSpPr>
          <p:spPr>
            <a:xfrm>
              <a:off x="6211015" y="1948793"/>
              <a:ext cx="257400" cy="258000"/>
            </a:xfrm>
            <a:prstGeom prst="ellipse">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22" name="Google Shape;872;p38">
              <a:extLst>
                <a:ext uri="{FF2B5EF4-FFF2-40B4-BE49-F238E27FC236}">
                  <a16:creationId xmlns:a16="http://schemas.microsoft.com/office/drawing/2014/main" id="{32BD6145-6AE0-B729-DFCA-344EC5B329AD}"/>
                </a:ext>
              </a:extLst>
            </p:cNvPr>
            <p:cNvCxnSpPr/>
            <p:nvPr/>
          </p:nvCxnSpPr>
          <p:spPr>
            <a:xfrm>
              <a:off x="2324370" y="1778485"/>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23" name="Google Shape;873;p38">
              <a:extLst>
                <a:ext uri="{FF2B5EF4-FFF2-40B4-BE49-F238E27FC236}">
                  <a16:creationId xmlns:a16="http://schemas.microsoft.com/office/drawing/2014/main" id="{4C2569AC-4821-C81C-0E7B-3713B7B30DF1}"/>
                </a:ext>
              </a:extLst>
            </p:cNvPr>
            <p:cNvCxnSpPr/>
            <p:nvPr/>
          </p:nvCxnSpPr>
          <p:spPr>
            <a:xfrm>
              <a:off x="2324370" y="1888831"/>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24" name="Google Shape;874;p38">
              <a:extLst>
                <a:ext uri="{FF2B5EF4-FFF2-40B4-BE49-F238E27FC236}">
                  <a16:creationId xmlns:a16="http://schemas.microsoft.com/office/drawing/2014/main" id="{9548C84B-F6C7-9F6F-25F3-3E0871F7A451}"/>
                </a:ext>
              </a:extLst>
            </p:cNvPr>
            <p:cNvCxnSpPr/>
            <p:nvPr/>
          </p:nvCxnSpPr>
          <p:spPr>
            <a:xfrm>
              <a:off x="2381534" y="1833643"/>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25" name="Google Shape;875;p38">
              <a:extLst>
                <a:ext uri="{FF2B5EF4-FFF2-40B4-BE49-F238E27FC236}">
                  <a16:creationId xmlns:a16="http://schemas.microsoft.com/office/drawing/2014/main" id="{FBC0091C-4407-00E6-E88F-53405D824227}"/>
                </a:ext>
              </a:extLst>
            </p:cNvPr>
            <p:cNvCxnSpPr/>
            <p:nvPr/>
          </p:nvCxnSpPr>
          <p:spPr>
            <a:xfrm>
              <a:off x="2271188" y="1833643"/>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26" name="Google Shape;876;p38">
              <a:extLst>
                <a:ext uri="{FF2B5EF4-FFF2-40B4-BE49-F238E27FC236}">
                  <a16:creationId xmlns:a16="http://schemas.microsoft.com/office/drawing/2014/main" id="{3AA4B107-2253-34C3-F034-C82BD1CDE74E}"/>
                </a:ext>
              </a:extLst>
            </p:cNvPr>
            <p:cNvCxnSpPr/>
            <p:nvPr/>
          </p:nvCxnSpPr>
          <p:spPr>
            <a:xfrm>
              <a:off x="2490044" y="1675280"/>
              <a:ext cx="0" cy="58800"/>
            </a:xfrm>
            <a:prstGeom prst="straightConnector1">
              <a:avLst/>
            </a:prstGeom>
            <a:noFill/>
            <a:ln w="21150" cap="flat" cmpd="sng">
              <a:solidFill>
                <a:srgbClr val="000000"/>
              </a:solidFill>
              <a:prstDash val="solid"/>
              <a:round/>
              <a:headEnd type="none" w="med" len="med"/>
              <a:tailEnd type="none" w="med" len="med"/>
            </a:ln>
          </p:spPr>
        </p:cxnSp>
        <p:cxnSp>
          <p:nvCxnSpPr>
            <p:cNvPr id="27" name="Google Shape;877;p38">
              <a:extLst>
                <a:ext uri="{FF2B5EF4-FFF2-40B4-BE49-F238E27FC236}">
                  <a16:creationId xmlns:a16="http://schemas.microsoft.com/office/drawing/2014/main" id="{473BAEF3-E773-4007-66C3-44174CC2E3E2}"/>
                </a:ext>
              </a:extLst>
            </p:cNvPr>
            <p:cNvCxnSpPr/>
            <p:nvPr/>
          </p:nvCxnSpPr>
          <p:spPr>
            <a:xfrm>
              <a:off x="2490044" y="1764531"/>
              <a:ext cx="0" cy="58800"/>
            </a:xfrm>
            <a:prstGeom prst="straightConnector1">
              <a:avLst/>
            </a:prstGeom>
            <a:noFill/>
            <a:ln w="21150" cap="flat" cmpd="sng">
              <a:solidFill>
                <a:srgbClr val="000000"/>
              </a:solidFill>
              <a:prstDash val="solid"/>
              <a:round/>
              <a:headEnd type="none" w="med" len="med"/>
              <a:tailEnd type="none" w="med" len="med"/>
            </a:ln>
          </p:spPr>
        </p:cxnSp>
        <p:cxnSp>
          <p:nvCxnSpPr>
            <p:cNvPr id="28" name="Google Shape;878;p38">
              <a:extLst>
                <a:ext uri="{FF2B5EF4-FFF2-40B4-BE49-F238E27FC236}">
                  <a16:creationId xmlns:a16="http://schemas.microsoft.com/office/drawing/2014/main" id="{EE02059F-C5C9-702F-7526-D86CE48A2D9B}"/>
                </a:ext>
              </a:extLst>
            </p:cNvPr>
            <p:cNvCxnSpPr/>
            <p:nvPr/>
          </p:nvCxnSpPr>
          <p:spPr>
            <a:xfrm>
              <a:off x="2536390" y="1720004"/>
              <a:ext cx="0" cy="58500"/>
            </a:xfrm>
            <a:prstGeom prst="straightConnector1">
              <a:avLst/>
            </a:prstGeom>
            <a:noFill/>
            <a:ln w="21150" cap="flat" cmpd="sng">
              <a:solidFill>
                <a:srgbClr val="000000"/>
              </a:solidFill>
              <a:prstDash val="solid"/>
              <a:round/>
              <a:headEnd type="none" w="med" len="med"/>
              <a:tailEnd type="none" w="med" len="med"/>
            </a:ln>
          </p:spPr>
        </p:cxnSp>
        <p:cxnSp>
          <p:nvCxnSpPr>
            <p:cNvPr id="29" name="Google Shape;879;p38">
              <a:extLst>
                <a:ext uri="{FF2B5EF4-FFF2-40B4-BE49-F238E27FC236}">
                  <a16:creationId xmlns:a16="http://schemas.microsoft.com/office/drawing/2014/main" id="{573A7A6A-D056-C0A9-28D2-19B50475BF2A}"/>
                </a:ext>
              </a:extLst>
            </p:cNvPr>
            <p:cNvCxnSpPr/>
            <p:nvPr/>
          </p:nvCxnSpPr>
          <p:spPr>
            <a:xfrm>
              <a:off x="2447139" y="1720004"/>
              <a:ext cx="0" cy="58500"/>
            </a:xfrm>
            <a:prstGeom prst="straightConnector1">
              <a:avLst/>
            </a:prstGeom>
            <a:noFill/>
            <a:ln w="21150" cap="flat" cmpd="sng">
              <a:solidFill>
                <a:srgbClr val="000000"/>
              </a:solidFill>
              <a:prstDash val="solid"/>
              <a:round/>
              <a:headEnd type="none" w="med" len="med"/>
              <a:tailEnd type="none" w="med" len="med"/>
            </a:ln>
          </p:spPr>
        </p:cxnSp>
        <p:sp>
          <p:nvSpPr>
            <p:cNvPr id="30" name="Google Shape;880;p38">
              <a:extLst>
                <a:ext uri="{FF2B5EF4-FFF2-40B4-BE49-F238E27FC236}">
                  <a16:creationId xmlns:a16="http://schemas.microsoft.com/office/drawing/2014/main" id="{4C636196-4453-599C-DF7D-FB2FD4A007AD}"/>
                </a:ext>
              </a:extLst>
            </p:cNvPr>
            <p:cNvSpPr/>
            <p:nvPr/>
          </p:nvSpPr>
          <p:spPr>
            <a:xfrm rot="-902105">
              <a:off x="2435043" y="1992053"/>
              <a:ext cx="363131" cy="608806"/>
            </a:xfrm>
            <a:prstGeom prst="roundRect">
              <a:avLst>
                <a:gd name="adj" fmla="val 8047"/>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31" name="Google Shape;881;p38">
              <a:extLst>
                <a:ext uri="{FF2B5EF4-FFF2-40B4-BE49-F238E27FC236}">
                  <a16:creationId xmlns:a16="http://schemas.microsoft.com/office/drawing/2014/main" id="{1CCFCBE5-1269-C213-6CA4-6E67C04CFCD0}"/>
                </a:ext>
              </a:extLst>
            </p:cNvPr>
            <p:cNvSpPr/>
            <p:nvPr/>
          </p:nvSpPr>
          <p:spPr>
            <a:xfrm rot="902105" flipH="1">
              <a:off x="1934423" y="1992053"/>
              <a:ext cx="363131" cy="608806"/>
            </a:xfrm>
            <a:prstGeom prst="roundRect">
              <a:avLst>
                <a:gd name="adj" fmla="val 8047"/>
              </a:avLst>
            </a:prstGeom>
            <a:solidFill>
              <a:srgbClr val="A47FA7"/>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32" name="Google Shape;882;p38">
              <a:extLst>
                <a:ext uri="{FF2B5EF4-FFF2-40B4-BE49-F238E27FC236}">
                  <a16:creationId xmlns:a16="http://schemas.microsoft.com/office/drawing/2014/main" id="{7649B2E6-83A9-728A-2762-DFE399E8F387}"/>
                </a:ext>
              </a:extLst>
            </p:cNvPr>
            <p:cNvSpPr txBox="1"/>
            <p:nvPr/>
          </p:nvSpPr>
          <p:spPr>
            <a:xfrm>
              <a:off x="3714905" y="2755878"/>
              <a:ext cx="1714200" cy="961800"/>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a:latin typeface="DM Sans SemiBold"/>
                  <a:ea typeface="DM Sans SemiBold"/>
                  <a:cs typeface="DM Sans SemiBold"/>
                  <a:sym typeface="DM Sans SemiBold"/>
                </a:rPr>
                <a:t>Content-creation for Web Dev Dept. Nearing Deadline</a:t>
              </a:r>
              <a:endParaRPr sz="1332">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0"/>
                </a:spcAft>
                <a:buNone/>
              </a:pPr>
              <a:endParaRPr sz="1110">
                <a:latin typeface="DM Sans"/>
                <a:ea typeface="DM Sans"/>
                <a:cs typeface="DM Sans"/>
                <a:sym typeface="DM Sans"/>
              </a:endParaRPr>
            </a:p>
            <a:p>
              <a:pPr marL="0" lvl="0" indent="0" algn="ctr" rtl="0">
                <a:lnSpc>
                  <a:spcPct val="115000"/>
                </a:lnSpc>
                <a:spcBef>
                  <a:spcPts val="222"/>
                </a:spcBef>
                <a:spcAft>
                  <a:spcPts val="222"/>
                </a:spcAft>
                <a:buNone/>
              </a:pPr>
              <a:r>
                <a:rPr lang="en" sz="1110">
                  <a:latin typeface="DM Sans"/>
                  <a:ea typeface="DM Sans"/>
                  <a:cs typeface="DM Sans"/>
                  <a:sym typeface="DM Sans"/>
                </a:rPr>
                <a:t>Issued: 28th May, 2026</a:t>
              </a:r>
              <a:endParaRPr sz="1110">
                <a:solidFill>
                  <a:srgbClr val="000000"/>
                </a:solidFill>
                <a:latin typeface="DM Sans"/>
                <a:ea typeface="DM Sans"/>
                <a:cs typeface="DM Sans"/>
                <a:sym typeface="DM Sans"/>
              </a:endParaRPr>
            </a:p>
          </p:txBody>
        </p:sp>
        <p:sp>
          <p:nvSpPr>
            <p:cNvPr id="33" name="Google Shape;883;p38">
              <a:extLst>
                <a:ext uri="{FF2B5EF4-FFF2-40B4-BE49-F238E27FC236}">
                  <a16:creationId xmlns:a16="http://schemas.microsoft.com/office/drawing/2014/main" id="{A52882FC-A61E-7C6F-4367-12E3AFD4D59B}"/>
                </a:ext>
              </a:extLst>
            </p:cNvPr>
            <p:cNvSpPr txBox="1"/>
            <p:nvPr/>
          </p:nvSpPr>
          <p:spPr>
            <a:xfrm>
              <a:off x="5920562" y="2755751"/>
              <a:ext cx="1714200" cy="961800"/>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a:latin typeface="DM Sans SemiBold"/>
                  <a:ea typeface="DM Sans SemiBold"/>
                  <a:cs typeface="DM Sans SemiBold"/>
                  <a:sym typeface="DM Sans SemiBold"/>
                </a:rPr>
                <a:t>Web Dev Dept. Annual Idea of the Year Brainstorm Meet</a:t>
              </a:r>
              <a:endParaRPr sz="1332">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222"/>
                </a:spcAft>
                <a:buNone/>
              </a:pPr>
              <a:r>
                <a:rPr lang="en" sz="1110">
                  <a:latin typeface="DM Sans"/>
                  <a:ea typeface="DM Sans"/>
                  <a:cs typeface="DM Sans"/>
                  <a:sym typeface="DM Sans"/>
                </a:rPr>
                <a:t>Issued: 30th May, 2026</a:t>
              </a:r>
              <a:r>
                <a:rPr lang="en" sz="1110">
                  <a:solidFill>
                    <a:srgbClr val="000000"/>
                  </a:solidFill>
                  <a:latin typeface="DM Sans"/>
                  <a:ea typeface="DM Sans"/>
                  <a:cs typeface="DM Sans"/>
                  <a:sym typeface="DM Sans"/>
                </a:rPr>
                <a:t> </a:t>
              </a:r>
              <a:endParaRPr sz="1110">
                <a:solidFill>
                  <a:srgbClr val="000000"/>
                </a:solidFill>
                <a:latin typeface="DM Sans"/>
                <a:ea typeface="DM Sans"/>
                <a:cs typeface="DM Sans"/>
                <a:sym typeface="DM Sans"/>
              </a:endParaRPr>
            </a:p>
          </p:txBody>
        </p:sp>
      </p:grpSp>
      <p:sp>
        <p:nvSpPr>
          <p:cNvPr id="853" name="Google Shape;853;p38"/>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54" name="Google Shape;854;p38"/>
          <p:cNvSpPr/>
          <p:nvPr/>
        </p:nvSpPr>
        <p:spPr>
          <a:xfrm>
            <a:off x="8926800" y="3354900"/>
            <a:ext cx="217200" cy="17886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55" name="Google Shape;855;p38"/>
          <p:cNvSpPr txBox="1"/>
          <p:nvPr/>
        </p:nvSpPr>
        <p:spPr>
          <a:xfrm>
            <a:off x="465275" y="454525"/>
            <a:ext cx="22806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1"/>
                </a:solidFill>
                <a:latin typeface="Dela Gothic One"/>
                <a:ea typeface="Dela Gothic One"/>
                <a:cs typeface="Dela Gothic One"/>
                <a:sym typeface="Dela Gothic One"/>
              </a:rPr>
              <a:t>Department Notices</a:t>
            </a:r>
            <a:endParaRPr sz="1300">
              <a:solidFill>
                <a:schemeClr val="accent1"/>
              </a:solidFill>
              <a:latin typeface="Dela Gothic One"/>
              <a:ea typeface="Dela Gothic One"/>
              <a:cs typeface="Dela Gothic One"/>
              <a:sym typeface="Dela Gothic One"/>
            </a:endParaRPr>
          </a:p>
        </p:txBody>
      </p:sp>
      <p:sp>
        <p:nvSpPr>
          <p:cNvPr id="859" name="Google Shape;859;p38"/>
          <p:cNvSpPr/>
          <p:nvPr/>
        </p:nvSpPr>
        <p:spPr>
          <a:xfrm rot="5400000">
            <a:off x="7155149" y="2051407"/>
            <a:ext cx="708030" cy="662397"/>
          </a:xfrm>
          <a:prstGeom prst="pie">
            <a:avLst>
              <a:gd name="adj1" fmla="val 5399541"/>
              <a:gd name="adj2" fmla="val 16200000"/>
            </a:avLst>
          </a:prstGeom>
          <a:solidFill>
            <a:srgbClr val="4285F4"/>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860" name="Google Shape;860;p38"/>
          <p:cNvSpPr/>
          <p:nvPr/>
        </p:nvSpPr>
        <p:spPr>
          <a:xfrm>
            <a:off x="7366272" y="1680608"/>
            <a:ext cx="285740" cy="305369"/>
          </a:xfrm>
          <a:prstGeom prst="ellipse">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863" name="Google Shape;863;p38"/>
          <p:cNvSpPr txBox="1"/>
          <p:nvPr/>
        </p:nvSpPr>
        <p:spPr>
          <a:xfrm>
            <a:off x="1172050" y="2635875"/>
            <a:ext cx="1902933" cy="1257338"/>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dirty="0">
                <a:latin typeface="DM Sans SemiBold"/>
                <a:ea typeface="DM Sans SemiBold"/>
                <a:cs typeface="DM Sans SemiBold"/>
                <a:sym typeface="DM Sans SemiBold"/>
              </a:rPr>
              <a:t>Workshop on Incorporating Touch-Transfer in Mobile Websites</a:t>
            </a:r>
            <a:endParaRPr sz="1332" dirty="0">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222"/>
              </a:spcAft>
              <a:buNone/>
            </a:pPr>
            <a:r>
              <a:rPr lang="en" sz="1110" dirty="0">
                <a:latin typeface="DM Sans"/>
                <a:ea typeface="DM Sans"/>
                <a:cs typeface="DM Sans"/>
                <a:sym typeface="DM Sans"/>
              </a:rPr>
              <a:t>Issued: 24th May, 2026</a:t>
            </a:r>
            <a:endParaRPr sz="1110" dirty="0">
              <a:solidFill>
                <a:srgbClr val="000000"/>
              </a:solidFill>
              <a:latin typeface="DM Sans"/>
              <a:ea typeface="DM Sans"/>
              <a:cs typeface="DM Sans"/>
              <a:sym typeface="DM Sans"/>
            </a:endParaRPr>
          </a:p>
        </p:txBody>
      </p:sp>
      <p:sp>
        <p:nvSpPr>
          <p:cNvPr id="864" name="Google Shape;864;p38"/>
          <p:cNvSpPr/>
          <p:nvPr/>
        </p:nvSpPr>
        <p:spPr>
          <a:xfrm rot="21300967">
            <a:off x="3870476" y="1542267"/>
            <a:ext cx="1403031" cy="848665"/>
          </a:xfrm>
          <a:prstGeom prst="roundRect">
            <a:avLst>
              <a:gd name="adj" fmla="val 8047"/>
            </a:avLst>
          </a:prstGeom>
          <a:solidFill>
            <a:srgbClr val="FFD966"/>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865" name="Google Shape;865;p38"/>
          <p:cNvSpPr/>
          <p:nvPr/>
        </p:nvSpPr>
        <p:spPr>
          <a:xfrm rot="5098132">
            <a:off x="4468003" y="1833694"/>
            <a:ext cx="315818" cy="255744"/>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866" name="Google Shape;866;p38"/>
          <p:cNvCxnSpPr/>
          <p:nvPr/>
        </p:nvCxnSpPr>
        <p:spPr>
          <a:xfrm>
            <a:off x="6788523" y="1876427"/>
            <a:ext cx="324371" cy="0"/>
          </a:xfrm>
          <a:prstGeom prst="straightConnector1">
            <a:avLst/>
          </a:prstGeom>
          <a:noFill/>
          <a:ln w="21150" cap="flat" cmpd="sng">
            <a:solidFill>
              <a:srgbClr val="000000"/>
            </a:solidFill>
            <a:prstDash val="solid"/>
            <a:round/>
            <a:headEnd type="none" w="med" len="med"/>
            <a:tailEnd type="none" w="med" len="med"/>
          </a:ln>
        </p:spPr>
      </p:cxnSp>
      <p:sp>
        <p:nvSpPr>
          <p:cNvPr id="867" name="Google Shape;867;p38"/>
          <p:cNvSpPr/>
          <p:nvPr/>
        </p:nvSpPr>
        <p:spPr>
          <a:xfrm rot="5400000">
            <a:off x="7096302" y="1805332"/>
            <a:ext cx="175410" cy="142204"/>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868" name="Google Shape;868;p38"/>
          <p:cNvCxnSpPr/>
          <p:nvPr/>
        </p:nvCxnSpPr>
        <p:spPr>
          <a:xfrm rot="10800000">
            <a:off x="6930737" y="2048326"/>
            <a:ext cx="324371" cy="0"/>
          </a:xfrm>
          <a:prstGeom prst="straightConnector1">
            <a:avLst/>
          </a:prstGeom>
          <a:noFill/>
          <a:ln w="21150" cap="flat" cmpd="sng">
            <a:solidFill>
              <a:srgbClr val="000000"/>
            </a:solidFill>
            <a:prstDash val="solid"/>
            <a:round/>
            <a:headEnd type="none" w="med" len="med"/>
            <a:tailEnd type="none" w="med" len="med"/>
          </a:ln>
        </p:spPr>
      </p:cxnSp>
      <p:sp>
        <p:nvSpPr>
          <p:cNvPr id="869" name="Google Shape;869;p38"/>
          <p:cNvSpPr/>
          <p:nvPr/>
        </p:nvSpPr>
        <p:spPr>
          <a:xfrm rot="16200000">
            <a:off x="6771920" y="1977218"/>
            <a:ext cx="175410" cy="142204"/>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870" name="Google Shape;870;p38"/>
          <p:cNvSpPr/>
          <p:nvPr/>
        </p:nvSpPr>
        <p:spPr>
          <a:xfrm rot="5400000">
            <a:off x="6180409" y="2051407"/>
            <a:ext cx="708030" cy="662397"/>
          </a:xfrm>
          <a:prstGeom prst="pie">
            <a:avLst>
              <a:gd name="adj1" fmla="val 5399541"/>
              <a:gd name="adj2" fmla="val 16200000"/>
            </a:avLst>
          </a:prstGeom>
          <a:solidFill>
            <a:srgbClr val="FFD966"/>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871" name="Google Shape;871;p38"/>
          <p:cNvSpPr/>
          <p:nvPr/>
        </p:nvSpPr>
        <p:spPr>
          <a:xfrm>
            <a:off x="6391533" y="1680608"/>
            <a:ext cx="285740" cy="305369"/>
          </a:xfrm>
          <a:prstGeom prst="ellipse">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grpSp>
        <p:nvGrpSpPr>
          <p:cNvPr id="6" name="Group 5">
            <a:extLst>
              <a:ext uri="{FF2B5EF4-FFF2-40B4-BE49-F238E27FC236}">
                <a16:creationId xmlns:a16="http://schemas.microsoft.com/office/drawing/2014/main" id="{3BFDDCA8-D9C6-DCE9-4709-423E848967AA}"/>
              </a:ext>
            </a:extLst>
          </p:cNvPr>
          <p:cNvGrpSpPr/>
          <p:nvPr/>
        </p:nvGrpSpPr>
        <p:grpSpPr>
          <a:xfrm>
            <a:off x="1644088" y="1356878"/>
            <a:ext cx="958850" cy="1095516"/>
            <a:chOff x="1644088" y="1356878"/>
            <a:chExt cx="958850" cy="1095516"/>
          </a:xfrm>
        </p:grpSpPr>
        <p:cxnSp>
          <p:nvCxnSpPr>
            <p:cNvPr id="872" name="Google Shape;872;p38"/>
            <p:cNvCxnSpPr/>
            <p:nvPr/>
          </p:nvCxnSpPr>
          <p:spPr>
            <a:xfrm>
              <a:off x="2076968" y="1479032"/>
              <a:ext cx="0" cy="85929"/>
            </a:xfrm>
            <a:prstGeom prst="straightConnector1">
              <a:avLst/>
            </a:prstGeom>
            <a:noFill/>
            <a:ln w="21150" cap="flat" cmpd="sng">
              <a:solidFill>
                <a:srgbClr val="000000"/>
              </a:solidFill>
              <a:prstDash val="solid"/>
              <a:round/>
              <a:headEnd type="none" w="med" len="med"/>
              <a:tailEnd type="none" w="med" len="med"/>
            </a:ln>
          </p:spPr>
        </p:cxnSp>
        <p:cxnSp>
          <p:nvCxnSpPr>
            <p:cNvPr id="873" name="Google Shape;873;p38"/>
            <p:cNvCxnSpPr/>
            <p:nvPr/>
          </p:nvCxnSpPr>
          <p:spPr>
            <a:xfrm>
              <a:off x="2076968" y="1609637"/>
              <a:ext cx="0" cy="85929"/>
            </a:xfrm>
            <a:prstGeom prst="straightConnector1">
              <a:avLst/>
            </a:prstGeom>
            <a:noFill/>
            <a:ln w="21150" cap="flat" cmpd="sng">
              <a:solidFill>
                <a:srgbClr val="000000"/>
              </a:solidFill>
              <a:prstDash val="solid"/>
              <a:round/>
              <a:headEnd type="none" w="med" len="med"/>
              <a:tailEnd type="none" w="med" len="med"/>
            </a:ln>
          </p:spPr>
        </p:cxnSp>
        <p:cxnSp>
          <p:nvCxnSpPr>
            <p:cNvPr id="874" name="Google Shape;874;p38"/>
            <p:cNvCxnSpPr/>
            <p:nvPr/>
          </p:nvCxnSpPr>
          <p:spPr>
            <a:xfrm>
              <a:off x="2140426" y="1544317"/>
              <a:ext cx="0" cy="85929"/>
            </a:xfrm>
            <a:prstGeom prst="straightConnector1">
              <a:avLst/>
            </a:prstGeom>
            <a:noFill/>
            <a:ln w="21150" cap="flat" cmpd="sng">
              <a:solidFill>
                <a:srgbClr val="000000"/>
              </a:solidFill>
              <a:prstDash val="solid"/>
              <a:round/>
              <a:headEnd type="none" w="med" len="med"/>
              <a:tailEnd type="none" w="med" len="med"/>
            </a:ln>
          </p:spPr>
        </p:cxnSp>
        <p:cxnSp>
          <p:nvCxnSpPr>
            <p:cNvPr id="875" name="Google Shape;875;p38"/>
            <p:cNvCxnSpPr/>
            <p:nvPr/>
          </p:nvCxnSpPr>
          <p:spPr>
            <a:xfrm>
              <a:off x="2017931" y="1544317"/>
              <a:ext cx="0" cy="85929"/>
            </a:xfrm>
            <a:prstGeom prst="straightConnector1">
              <a:avLst/>
            </a:prstGeom>
            <a:noFill/>
            <a:ln w="21150" cap="flat" cmpd="sng">
              <a:solidFill>
                <a:srgbClr val="000000"/>
              </a:solidFill>
              <a:prstDash val="solid"/>
              <a:round/>
              <a:headEnd type="none" w="med" len="med"/>
              <a:tailEnd type="none" w="med" len="med"/>
            </a:ln>
          </p:spPr>
        </p:cxnSp>
        <p:cxnSp>
          <p:nvCxnSpPr>
            <p:cNvPr id="876" name="Google Shape;876;p38"/>
            <p:cNvCxnSpPr/>
            <p:nvPr/>
          </p:nvCxnSpPr>
          <p:spPr>
            <a:xfrm>
              <a:off x="2260883" y="1356878"/>
              <a:ext cx="0" cy="69596"/>
            </a:xfrm>
            <a:prstGeom prst="straightConnector1">
              <a:avLst/>
            </a:prstGeom>
            <a:noFill/>
            <a:ln w="21150" cap="flat" cmpd="sng">
              <a:solidFill>
                <a:srgbClr val="000000"/>
              </a:solidFill>
              <a:prstDash val="solid"/>
              <a:round/>
              <a:headEnd type="none" w="med" len="med"/>
              <a:tailEnd type="none" w="med" len="med"/>
            </a:ln>
          </p:spPr>
        </p:cxnSp>
        <p:cxnSp>
          <p:nvCxnSpPr>
            <p:cNvPr id="877" name="Google Shape;877;p38"/>
            <p:cNvCxnSpPr/>
            <p:nvPr/>
          </p:nvCxnSpPr>
          <p:spPr>
            <a:xfrm>
              <a:off x="2260883" y="1462516"/>
              <a:ext cx="0" cy="69596"/>
            </a:xfrm>
            <a:prstGeom prst="straightConnector1">
              <a:avLst/>
            </a:prstGeom>
            <a:noFill/>
            <a:ln w="21150" cap="flat" cmpd="sng">
              <a:solidFill>
                <a:srgbClr val="000000"/>
              </a:solidFill>
              <a:prstDash val="solid"/>
              <a:round/>
              <a:headEnd type="none" w="med" len="med"/>
              <a:tailEnd type="none" w="med" len="med"/>
            </a:ln>
          </p:spPr>
        </p:cxnSp>
        <p:cxnSp>
          <p:nvCxnSpPr>
            <p:cNvPr id="878" name="Google Shape;878;p38"/>
            <p:cNvCxnSpPr/>
            <p:nvPr/>
          </p:nvCxnSpPr>
          <p:spPr>
            <a:xfrm>
              <a:off x="2312332" y="1409814"/>
              <a:ext cx="0" cy="69241"/>
            </a:xfrm>
            <a:prstGeom prst="straightConnector1">
              <a:avLst/>
            </a:prstGeom>
            <a:noFill/>
            <a:ln w="21150" cap="flat" cmpd="sng">
              <a:solidFill>
                <a:srgbClr val="000000"/>
              </a:solidFill>
              <a:prstDash val="solid"/>
              <a:round/>
              <a:headEnd type="none" w="med" len="med"/>
              <a:tailEnd type="none" w="med" len="med"/>
            </a:ln>
          </p:spPr>
        </p:cxnSp>
        <p:cxnSp>
          <p:nvCxnSpPr>
            <p:cNvPr id="879" name="Google Shape;879;p38"/>
            <p:cNvCxnSpPr/>
            <p:nvPr/>
          </p:nvCxnSpPr>
          <p:spPr>
            <a:xfrm>
              <a:off x="2213254" y="1409814"/>
              <a:ext cx="0" cy="69241"/>
            </a:xfrm>
            <a:prstGeom prst="straightConnector1">
              <a:avLst/>
            </a:prstGeom>
            <a:noFill/>
            <a:ln w="21150" cap="flat" cmpd="sng">
              <a:solidFill>
                <a:srgbClr val="000000"/>
              </a:solidFill>
              <a:prstDash val="solid"/>
              <a:round/>
              <a:headEnd type="none" w="med" len="med"/>
              <a:tailEnd type="none" w="med" len="med"/>
            </a:ln>
          </p:spPr>
        </p:cxnSp>
        <p:sp>
          <p:nvSpPr>
            <p:cNvPr id="880" name="Google Shape;880;p38"/>
            <p:cNvSpPr/>
            <p:nvPr/>
          </p:nvSpPr>
          <p:spPr>
            <a:xfrm rot="20697895">
              <a:off x="2199826" y="1731811"/>
              <a:ext cx="403112" cy="720583"/>
            </a:xfrm>
            <a:prstGeom prst="roundRect">
              <a:avLst>
                <a:gd name="adj" fmla="val 8047"/>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881" name="Google Shape;881;p38"/>
            <p:cNvSpPr/>
            <p:nvPr/>
          </p:nvSpPr>
          <p:spPr>
            <a:xfrm rot="902105" flipH="1">
              <a:off x="1644088" y="1731811"/>
              <a:ext cx="403112" cy="720583"/>
            </a:xfrm>
            <a:prstGeom prst="roundRect">
              <a:avLst>
                <a:gd name="adj" fmla="val 8047"/>
              </a:avLst>
            </a:prstGeom>
            <a:solidFill>
              <a:srgbClr val="A47FA7"/>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grpSp>
      <p:sp>
        <p:nvSpPr>
          <p:cNvPr id="882" name="Google Shape;882;p38"/>
          <p:cNvSpPr txBox="1"/>
          <p:nvPr/>
        </p:nvSpPr>
        <p:spPr>
          <a:xfrm>
            <a:off x="3620601" y="2635874"/>
            <a:ext cx="1902933" cy="1138386"/>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a:latin typeface="DM Sans SemiBold"/>
                <a:ea typeface="DM Sans SemiBold"/>
                <a:cs typeface="DM Sans SemiBold"/>
                <a:sym typeface="DM Sans SemiBold"/>
              </a:rPr>
              <a:t>Content-creation for Web Dev Dept. Nearing Deadline</a:t>
            </a:r>
            <a:endParaRPr sz="1332">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0"/>
              </a:spcAft>
              <a:buNone/>
            </a:pPr>
            <a:endParaRPr sz="1110">
              <a:latin typeface="DM Sans"/>
              <a:ea typeface="DM Sans"/>
              <a:cs typeface="DM Sans"/>
              <a:sym typeface="DM Sans"/>
            </a:endParaRPr>
          </a:p>
          <a:p>
            <a:pPr marL="0" lvl="0" indent="0" algn="ctr" rtl="0">
              <a:lnSpc>
                <a:spcPct val="115000"/>
              </a:lnSpc>
              <a:spcBef>
                <a:spcPts val="222"/>
              </a:spcBef>
              <a:spcAft>
                <a:spcPts val="222"/>
              </a:spcAft>
              <a:buNone/>
            </a:pPr>
            <a:r>
              <a:rPr lang="en" sz="1110">
                <a:latin typeface="DM Sans"/>
                <a:ea typeface="DM Sans"/>
                <a:cs typeface="DM Sans"/>
                <a:sym typeface="DM Sans"/>
              </a:rPr>
              <a:t>Issued: 28th May, 2026</a:t>
            </a:r>
            <a:endParaRPr sz="1110">
              <a:solidFill>
                <a:srgbClr val="000000"/>
              </a:solidFill>
              <a:latin typeface="DM Sans"/>
              <a:ea typeface="DM Sans"/>
              <a:cs typeface="DM Sans"/>
              <a:sym typeface="DM Sans"/>
            </a:endParaRPr>
          </a:p>
        </p:txBody>
      </p:sp>
      <p:sp>
        <p:nvSpPr>
          <p:cNvPr id="883" name="Google Shape;883;p38"/>
          <p:cNvSpPr txBox="1"/>
          <p:nvPr/>
        </p:nvSpPr>
        <p:spPr>
          <a:xfrm>
            <a:off x="6069101" y="2635724"/>
            <a:ext cx="1902933" cy="1138386"/>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a:latin typeface="DM Sans SemiBold"/>
                <a:ea typeface="DM Sans SemiBold"/>
                <a:cs typeface="DM Sans SemiBold"/>
                <a:sym typeface="DM Sans SemiBold"/>
              </a:rPr>
              <a:t>Web Dev Dept. Annual Idea of the Year Brainstorm Meet</a:t>
            </a:r>
            <a:endParaRPr sz="1332">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222"/>
              </a:spcAft>
              <a:buNone/>
            </a:pPr>
            <a:r>
              <a:rPr lang="en" sz="1110">
                <a:latin typeface="DM Sans"/>
                <a:ea typeface="DM Sans"/>
                <a:cs typeface="DM Sans"/>
                <a:sym typeface="DM Sans"/>
              </a:rPr>
              <a:t>Issued: 30th May, 2026</a:t>
            </a:r>
            <a:r>
              <a:rPr lang="en" sz="1110">
                <a:solidFill>
                  <a:srgbClr val="000000"/>
                </a:solidFill>
                <a:latin typeface="DM Sans"/>
                <a:ea typeface="DM Sans"/>
                <a:cs typeface="DM Sans"/>
                <a:sym typeface="DM Sans"/>
              </a:rPr>
              <a:t> </a:t>
            </a:r>
            <a:endParaRPr sz="1110">
              <a:solidFill>
                <a:srgbClr val="000000"/>
              </a:solidFill>
              <a:latin typeface="DM Sans"/>
              <a:ea typeface="DM Sans"/>
              <a:cs typeface="DM Sans"/>
              <a:sym typeface="DM Sans"/>
            </a:endParaRPr>
          </a:p>
        </p:txBody>
      </p:sp>
      <p:sp>
        <p:nvSpPr>
          <p:cNvPr id="2" name="Google Shape;977;p41">
            <a:extLst>
              <a:ext uri="{FF2B5EF4-FFF2-40B4-BE49-F238E27FC236}">
                <a16:creationId xmlns:a16="http://schemas.microsoft.com/office/drawing/2014/main" id="{8954EF80-F92B-1529-1D8D-C6DA4D93348D}"/>
              </a:ext>
            </a:extLst>
          </p:cNvPr>
          <p:cNvSpPr/>
          <p:nvPr/>
        </p:nvSpPr>
        <p:spPr>
          <a:xfrm rot="3599210">
            <a:off x="2933888" y="3320458"/>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Shape 887"/>
        <p:cNvGrpSpPr/>
        <p:nvPr/>
      </p:nvGrpSpPr>
      <p:grpSpPr>
        <a:xfrm>
          <a:off x="0" y="0"/>
          <a:ext cx="0" cy="0"/>
          <a:chOff x="0" y="0"/>
          <a:chExt cx="0" cy="0"/>
        </a:xfrm>
      </p:grpSpPr>
      <p:sp>
        <p:nvSpPr>
          <p:cNvPr id="888" name="Google Shape;888;p39"/>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My Department Screen</a:t>
            </a:r>
            <a:endParaRPr sz="1400">
              <a:solidFill>
                <a:srgbClr val="FFFFFF"/>
              </a:solidFill>
              <a:latin typeface="Work Sans"/>
              <a:ea typeface="Work Sans"/>
              <a:cs typeface="Work Sans"/>
              <a:sym typeface="Work Sans"/>
            </a:endParaRPr>
          </a:p>
        </p:txBody>
      </p:sp>
      <p:sp>
        <p:nvSpPr>
          <p:cNvPr id="896" name="Google Shape;896;p39"/>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897" name="Google Shape;897;p39"/>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Notice Viewing Screen</a:t>
            </a:r>
            <a:endParaRPr sz="1400" dirty="0">
              <a:solidFill>
                <a:srgbClr val="FFFFFF"/>
              </a:solidFill>
              <a:latin typeface="Work Sans"/>
              <a:ea typeface="Work Sans"/>
              <a:cs typeface="Work Sans"/>
              <a:sym typeface="Work Sans"/>
            </a:endParaRPr>
          </a:p>
        </p:txBody>
      </p:sp>
      <p:sp>
        <p:nvSpPr>
          <p:cNvPr id="909" name="Google Shape;909;p39"/>
          <p:cNvSpPr txBox="1"/>
          <p:nvPr/>
        </p:nvSpPr>
        <p:spPr>
          <a:xfrm>
            <a:off x="3445100" y="123200"/>
            <a:ext cx="5345400" cy="51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1"/>
                </a:solidFill>
                <a:latin typeface="Dela Gothic One"/>
                <a:ea typeface="Dela Gothic One"/>
                <a:cs typeface="Dela Gothic One"/>
                <a:sym typeface="Dela Gothic One"/>
              </a:rPr>
              <a:t>Workshop on Incorporating Touch-Transfer in Mobile Websites</a:t>
            </a:r>
            <a:endParaRPr sz="1300">
              <a:solidFill>
                <a:schemeClr val="accent1"/>
              </a:solidFill>
              <a:latin typeface="Dela Gothic One"/>
              <a:ea typeface="Dela Gothic One"/>
              <a:cs typeface="Dela Gothic One"/>
              <a:sym typeface="Dela Gothic One"/>
            </a:endParaRPr>
          </a:p>
        </p:txBody>
      </p:sp>
      <p:sp>
        <p:nvSpPr>
          <p:cNvPr id="910" name="Google Shape;910;p39"/>
          <p:cNvSpPr txBox="1"/>
          <p:nvPr/>
        </p:nvSpPr>
        <p:spPr>
          <a:xfrm>
            <a:off x="3445100" y="578125"/>
            <a:ext cx="5601300" cy="4169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dirty="0">
                <a:latin typeface="Work Sans"/>
                <a:ea typeface="Work Sans"/>
                <a:cs typeface="Work Sans"/>
                <a:sym typeface="Work Sans"/>
              </a:rPr>
              <a:t>Date: 24th May 2026</a:t>
            </a:r>
            <a:endParaRPr dirty="0">
              <a:latin typeface="Work Sans"/>
              <a:ea typeface="Work Sans"/>
              <a:cs typeface="Work Sans"/>
              <a:sym typeface="Work Sans"/>
            </a:endParaRPr>
          </a:p>
          <a:p>
            <a:pPr marL="0" lvl="0" indent="0" algn="l" rtl="0">
              <a:lnSpc>
                <a:spcPct val="115000"/>
              </a:lnSpc>
              <a:spcBef>
                <a:spcPts val="1200"/>
              </a:spcBef>
              <a:spcAft>
                <a:spcPts val="0"/>
              </a:spcAft>
              <a:buNone/>
            </a:pPr>
            <a:r>
              <a:rPr lang="en" dirty="0">
                <a:latin typeface="Work Sans"/>
                <a:ea typeface="Work Sans"/>
                <a:cs typeface="Work Sans"/>
                <a:sym typeface="Work Sans"/>
              </a:rPr>
              <a:t>All employees of the Web Development Department are informed that a workshop on incorporating touch-transfer features in mobile websites will be conducted on 15 June 2026 in the conference hall at 11:00 AM. The session will focus on improving user interaction, responsiveness, and accessibility in modern mobile web applications.</a:t>
            </a:r>
            <a:endParaRPr dirty="0">
              <a:latin typeface="Work Sans"/>
              <a:ea typeface="Work Sans"/>
              <a:cs typeface="Work Sans"/>
              <a:sym typeface="Work Sans"/>
            </a:endParaRPr>
          </a:p>
          <a:p>
            <a:pPr marL="0" lvl="0" indent="0" algn="l" rtl="0">
              <a:lnSpc>
                <a:spcPct val="115000"/>
              </a:lnSpc>
              <a:spcBef>
                <a:spcPts val="1200"/>
              </a:spcBef>
              <a:spcAft>
                <a:spcPts val="0"/>
              </a:spcAft>
              <a:buNone/>
            </a:pPr>
            <a:r>
              <a:rPr lang="en" dirty="0">
                <a:latin typeface="Work Sans"/>
                <a:ea typeface="Work Sans"/>
                <a:cs typeface="Work Sans"/>
                <a:sym typeface="Work Sans"/>
              </a:rPr>
              <a:t>Employees interested in frontend and mobile web development are encouraged to attend the workshop. Attendance will help participants gain practical knowledge of current industry practices and mobile-friendly design techniques.</a:t>
            </a:r>
            <a:endParaRPr dirty="0">
              <a:latin typeface="Work Sans"/>
              <a:ea typeface="Work Sans"/>
              <a:cs typeface="Work Sans"/>
              <a:sym typeface="Work Sans"/>
            </a:endParaRPr>
          </a:p>
          <a:p>
            <a:pPr marL="0" lvl="0" indent="0" algn="l" rtl="0">
              <a:lnSpc>
                <a:spcPct val="115000"/>
              </a:lnSpc>
              <a:spcBef>
                <a:spcPts val="1200"/>
              </a:spcBef>
              <a:spcAft>
                <a:spcPts val="0"/>
              </a:spcAft>
              <a:buNone/>
            </a:pPr>
            <a:r>
              <a:rPr lang="en" dirty="0">
                <a:latin typeface="Work Sans"/>
                <a:ea typeface="Work Sans"/>
                <a:cs typeface="Work Sans"/>
                <a:sym typeface="Work Sans"/>
              </a:rPr>
              <a:t>Varun Dubey</a:t>
            </a:r>
            <a:br>
              <a:rPr lang="en" dirty="0">
                <a:latin typeface="Work Sans"/>
                <a:ea typeface="Work Sans"/>
                <a:cs typeface="Work Sans"/>
                <a:sym typeface="Work Sans"/>
              </a:rPr>
            </a:br>
            <a:r>
              <a:rPr lang="en" dirty="0">
                <a:latin typeface="Work Sans"/>
                <a:ea typeface="Work Sans"/>
                <a:cs typeface="Work Sans"/>
                <a:sym typeface="Work Sans"/>
              </a:rPr>
              <a:t>Head of Web Development Department</a:t>
            </a:r>
            <a:endParaRPr dirty="0">
              <a:latin typeface="Work Sans"/>
              <a:ea typeface="Work Sans"/>
              <a:cs typeface="Work Sans"/>
              <a:sym typeface="Work Sans"/>
            </a:endParaRPr>
          </a:p>
          <a:p>
            <a:pPr marL="0" lvl="0" indent="0" algn="l" rtl="0">
              <a:lnSpc>
                <a:spcPct val="115000"/>
              </a:lnSpc>
              <a:spcBef>
                <a:spcPts val="1200"/>
              </a:spcBef>
              <a:spcAft>
                <a:spcPts val="0"/>
              </a:spcAft>
              <a:buNone/>
            </a:pPr>
            <a:endParaRPr dirty="0">
              <a:latin typeface="Work Sans"/>
              <a:ea typeface="Work Sans"/>
              <a:cs typeface="Work Sans"/>
              <a:sym typeface="Work Sans"/>
            </a:endParaRPr>
          </a:p>
          <a:p>
            <a:pPr marL="0" lvl="0" indent="0" algn="l" rtl="0">
              <a:spcBef>
                <a:spcPts val="1200"/>
              </a:spcBef>
              <a:spcAft>
                <a:spcPts val="0"/>
              </a:spcAft>
              <a:buNone/>
            </a:pPr>
            <a:endParaRPr sz="1300" dirty="0">
              <a:solidFill>
                <a:schemeClr val="accent1"/>
              </a:solidFill>
              <a:latin typeface="Lato"/>
              <a:ea typeface="Lato"/>
              <a:cs typeface="Lato"/>
              <a:sym typeface="Lato"/>
            </a:endParaRPr>
          </a:p>
        </p:txBody>
      </p:sp>
      <p:sp>
        <p:nvSpPr>
          <p:cNvPr id="911" name="Google Shape;911;p39"/>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8BEF3"/>
                </a:solidFill>
                <a:latin typeface="Martian Mono"/>
                <a:ea typeface="Martian Mono"/>
                <a:cs typeface="Martian Mono"/>
                <a:sym typeface="Martian Mono"/>
              </a:rPr>
              <a:t>&lt;</a:t>
            </a:r>
            <a:endParaRPr sz="1300">
              <a:solidFill>
                <a:srgbClr val="F8BEF3"/>
              </a:solidFill>
              <a:latin typeface="Martian Mono"/>
              <a:ea typeface="Martian Mono"/>
              <a:cs typeface="Martian Mono"/>
              <a:sym typeface="Martian Mono"/>
            </a:endParaRPr>
          </a:p>
        </p:txBody>
      </p:sp>
      <p:grpSp>
        <p:nvGrpSpPr>
          <p:cNvPr id="8" name="Group 7">
            <a:extLst>
              <a:ext uri="{FF2B5EF4-FFF2-40B4-BE49-F238E27FC236}">
                <a16:creationId xmlns:a16="http://schemas.microsoft.com/office/drawing/2014/main" id="{19C260FB-D510-F3FB-5D1A-701EBE431AFB}"/>
              </a:ext>
            </a:extLst>
          </p:cNvPr>
          <p:cNvGrpSpPr/>
          <p:nvPr/>
        </p:nvGrpSpPr>
        <p:grpSpPr>
          <a:xfrm>
            <a:off x="1215896" y="1311246"/>
            <a:ext cx="1598645" cy="1826502"/>
            <a:chOff x="1644088" y="1356878"/>
            <a:chExt cx="958850" cy="1095516"/>
          </a:xfrm>
        </p:grpSpPr>
        <p:cxnSp>
          <p:nvCxnSpPr>
            <p:cNvPr id="9" name="Google Shape;872;p38">
              <a:extLst>
                <a:ext uri="{FF2B5EF4-FFF2-40B4-BE49-F238E27FC236}">
                  <a16:creationId xmlns:a16="http://schemas.microsoft.com/office/drawing/2014/main" id="{462937C8-4952-194F-8B97-6B3CAB5A0B13}"/>
                </a:ext>
              </a:extLst>
            </p:cNvPr>
            <p:cNvCxnSpPr/>
            <p:nvPr/>
          </p:nvCxnSpPr>
          <p:spPr>
            <a:xfrm>
              <a:off x="2076968" y="1479032"/>
              <a:ext cx="0" cy="85929"/>
            </a:xfrm>
            <a:prstGeom prst="straightConnector1">
              <a:avLst/>
            </a:prstGeom>
            <a:noFill/>
            <a:ln w="21150" cap="flat" cmpd="sng">
              <a:solidFill>
                <a:srgbClr val="000000"/>
              </a:solidFill>
              <a:prstDash val="solid"/>
              <a:round/>
              <a:headEnd type="none" w="med" len="med"/>
              <a:tailEnd type="none" w="med" len="med"/>
            </a:ln>
          </p:spPr>
        </p:cxnSp>
        <p:cxnSp>
          <p:nvCxnSpPr>
            <p:cNvPr id="10" name="Google Shape;873;p38">
              <a:extLst>
                <a:ext uri="{FF2B5EF4-FFF2-40B4-BE49-F238E27FC236}">
                  <a16:creationId xmlns:a16="http://schemas.microsoft.com/office/drawing/2014/main" id="{C7944B61-5355-6BB4-C018-0C498B2490D1}"/>
                </a:ext>
              </a:extLst>
            </p:cNvPr>
            <p:cNvCxnSpPr/>
            <p:nvPr/>
          </p:nvCxnSpPr>
          <p:spPr>
            <a:xfrm>
              <a:off x="2076968" y="1609637"/>
              <a:ext cx="0" cy="85929"/>
            </a:xfrm>
            <a:prstGeom prst="straightConnector1">
              <a:avLst/>
            </a:prstGeom>
            <a:noFill/>
            <a:ln w="21150" cap="flat" cmpd="sng">
              <a:solidFill>
                <a:srgbClr val="000000"/>
              </a:solidFill>
              <a:prstDash val="solid"/>
              <a:round/>
              <a:headEnd type="none" w="med" len="med"/>
              <a:tailEnd type="none" w="med" len="med"/>
            </a:ln>
          </p:spPr>
        </p:cxnSp>
        <p:cxnSp>
          <p:nvCxnSpPr>
            <p:cNvPr id="11" name="Google Shape;874;p38">
              <a:extLst>
                <a:ext uri="{FF2B5EF4-FFF2-40B4-BE49-F238E27FC236}">
                  <a16:creationId xmlns:a16="http://schemas.microsoft.com/office/drawing/2014/main" id="{F839F342-7C3F-F875-A42B-F332389BC649}"/>
                </a:ext>
              </a:extLst>
            </p:cNvPr>
            <p:cNvCxnSpPr/>
            <p:nvPr/>
          </p:nvCxnSpPr>
          <p:spPr>
            <a:xfrm>
              <a:off x="2140426" y="1544317"/>
              <a:ext cx="0" cy="85929"/>
            </a:xfrm>
            <a:prstGeom prst="straightConnector1">
              <a:avLst/>
            </a:prstGeom>
            <a:noFill/>
            <a:ln w="21150" cap="flat" cmpd="sng">
              <a:solidFill>
                <a:srgbClr val="000000"/>
              </a:solidFill>
              <a:prstDash val="solid"/>
              <a:round/>
              <a:headEnd type="none" w="med" len="med"/>
              <a:tailEnd type="none" w="med" len="med"/>
            </a:ln>
          </p:spPr>
        </p:cxnSp>
        <p:cxnSp>
          <p:nvCxnSpPr>
            <p:cNvPr id="12" name="Google Shape;875;p38">
              <a:extLst>
                <a:ext uri="{FF2B5EF4-FFF2-40B4-BE49-F238E27FC236}">
                  <a16:creationId xmlns:a16="http://schemas.microsoft.com/office/drawing/2014/main" id="{11015196-C9FA-DF88-44B1-AD1976EFC88C}"/>
                </a:ext>
              </a:extLst>
            </p:cNvPr>
            <p:cNvCxnSpPr/>
            <p:nvPr/>
          </p:nvCxnSpPr>
          <p:spPr>
            <a:xfrm>
              <a:off x="2017931" y="1544317"/>
              <a:ext cx="0" cy="85929"/>
            </a:xfrm>
            <a:prstGeom prst="straightConnector1">
              <a:avLst/>
            </a:prstGeom>
            <a:noFill/>
            <a:ln w="21150" cap="flat" cmpd="sng">
              <a:solidFill>
                <a:srgbClr val="000000"/>
              </a:solidFill>
              <a:prstDash val="solid"/>
              <a:round/>
              <a:headEnd type="none" w="med" len="med"/>
              <a:tailEnd type="none" w="med" len="med"/>
            </a:ln>
          </p:spPr>
        </p:cxnSp>
        <p:cxnSp>
          <p:nvCxnSpPr>
            <p:cNvPr id="13" name="Google Shape;876;p38">
              <a:extLst>
                <a:ext uri="{FF2B5EF4-FFF2-40B4-BE49-F238E27FC236}">
                  <a16:creationId xmlns:a16="http://schemas.microsoft.com/office/drawing/2014/main" id="{B9FC188D-88DA-61EF-F981-B05E1C149318}"/>
                </a:ext>
              </a:extLst>
            </p:cNvPr>
            <p:cNvCxnSpPr/>
            <p:nvPr/>
          </p:nvCxnSpPr>
          <p:spPr>
            <a:xfrm>
              <a:off x="2260883" y="1356878"/>
              <a:ext cx="0" cy="69596"/>
            </a:xfrm>
            <a:prstGeom prst="straightConnector1">
              <a:avLst/>
            </a:prstGeom>
            <a:noFill/>
            <a:ln w="21150" cap="flat" cmpd="sng">
              <a:solidFill>
                <a:srgbClr val="000000"/>
              </a:solidFill>
              <a:prstDash val="solid"/>
              <a:round/>
              <a:headEnd type="none" w="med" len="med"/>
              <a:tailEnd type="none" w="med" len="med"/>
            </a:ln>
          </p:spPr>
        </p:cxnSp>
        <p:cxnSp>
          <p:nvCxnSpPr>
            <p:cNvPr id="14" name="Google Shape;877;p38">
              <a:extLst>
                <a:ext uri="{FF2B5EF4-FFF2-40B4-BE49-F238E27FC236}">
                  <a16:creationId xmlns:a16="http://schemas.microsoft.com/office/drawing/2014/main" id="{371658C0-2DF4-4098-9F2B-3D5621BDC23D}"/>
                </a:ext>
              </a:extLst>
            </p:cNvPr>
            <p:cNvCxnSpPr/>
            <p:nvPr/>
          </p:nvCxnSpPr>
          <p:spPr>
            <a:xfrm>
              <a:off x="2260883" y="1462516"/>
              <a:ext cx="0" cy="69596"/>
            </a:xfrm>
            <a:prstGeom prst="straightConnector1">
              <a:avLst/>
            </a:prstGeom>
            <a:noFill/>
            <a:ln w="21150" cap="flat" cmpd="sng">
              <a:solidFill>
                <a:srgbClr val="000000"/>
              </a:solidFill>
              <a:prstDash val="solid"/>
              <a:round/>
              <a:headEnd type="none" w="med" len="med"/>
              <a:tailEnd type="none" w="med" len="med"/>
            </a:ln>
          </p:spPr>
        </p:cxnSp>
        <p:cxnSp>
          <p:nvCxnSpPr>
            <p:cNvPr id="15" name="Google Shape;878;p38">
              <a:extLst>
                <a:ext uri="{FF2B5EF4-FFF2-40B4-BE49-F238E27FC236}">
                  <a16:creationId xmlns:a16="http://schemas.microsoft.com/office/drawing/2014/main" id="{FA8ABF42-4046-610F-D821-802B1B23F6FD}"/>
                </a:ext>
              </a:extLst>
            </p:cNvPr>
            <p:cNvCxnSpPr/>
            <p:nvPr/>
          </p:nvCxnSpPr>
          <p:spPr>
            <a:xfrm>
              <a:off x="2312332" y="1409814"/>
              <a:ext cx="0" cy="69241"/>
            </a:xfrm>
            <a:prstGeom prst="straightConnector1">
              <a:avLst/>
            </a:prstGeom>
            <a:noFill/>
            <a:ln w="21150" cap="flat" cmpd="sng">
              <a:solidFill>
                <a:srgbClr val="000000"/>
              </a:solidFill>
              <a:prstDash val="solid"/>
              <a:round/>
              <a:headEnd type="none" w="med" len="med"/>
              <a:tailEnd type="none" w="med" len="med"/>
            </a:ln>
          </p:spPr>
        </p:cxnSp>
        <p:cxnSp>
          <p:nvCxnSpPr>
            <p:cNvPr id="16" name="Google Shape;879;p38">
              <a:extLst>
                <a:ext uri="{FF2B5EF4-FFF2-40B4-BE49-F238E27FC236}">
                  <a16:creationId xmlns:a16="http://schemas.microsoft.com/office/drawing/2014/main" id="{E858AFA5-520A-3574-1397-54175E264369}"/>
                </a:ext>
              </a:extLst>
            </p:cNvPr>
            <p:cNvCxnSpPr/>
            <p:nvPr/>
          </p:nvCxnSpPr>
          <p:spPr>
            <a:xfrm>
              <a:off x="2213254" y="1409814"/>
              <a:ext cx="0" cy="69241"/>
            </a:xfrm>
            <a:prstGeom prst="straightConnector1">
              <a:avLst/>
            </a:prstGeom>
            <a:noFill/>
            <a:ln w="21150" cap="flat" cmpd="sng">
              <a:solidFill>
                <a:srgbClr val="000000"/>
              </a:solidFill>
              <a:prstDash val="solid"/>
              <a:round/>
              <a:headEnd type="none" w="med" len="med"/>
              <a:tailEnd type="none" w="med" len="med"/>
            </a:ln>
          </p:spPr>
        </p:cxnSp>
        <p:sp>
          <p:nvSpPr>
            <p:cNvPr id="17" name="Google Shape;880;p38">
              <a:extLst>
                <a:ext uri="{FF2B5EF4-FFF2-40B4-BE49-F238E27FC236}">
                  <a16:creationId xmlns:a16="http://schemas.microsoft.com/office/drawing/2014/main" id="{3A705CEB-61E3-019C-0AAC-5326A32470D6}"/>
                </a:ext>
              </a:extLst>
            </p:cNvPr>
            <p:cNvSpPr/>
            <p:nvPr/>
          </p:nvSpPr>
          <p:spPr>
            <a:xfrm rot="20697895">
              <a:off x="2199826" y="1731811"/>
              <a:ext cx="403112" cy="720583"/>
            </a:xfrm>
            <a:prstGeom prst="roundRect">
              <a:avLst>
                <a:gd name="adj" fmla="val 8047"/>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dirty="0">
                <a:solidFill>
                  <a:srgbClr val="000000"/>
                </a:solidFill>
                <a:latin typeface="DM Sans"/>
                <a:ea typeface="DM Sans"/>
                <a:cs typeface="DM Sans"/>
                <a:sym typeface="DM Sans"/>
              </a:endParaRPr>
            </a:p>
          </p:txBody>
        </p:sp>
        <p:sp>
          <p:nvSpPr>
            <p:cNvPr id="18" name="Google Shape;881;p38">
              <a:extLst>
                <a:ext uri="{FF2B5EF4-FFF2-40B4-BE49-F238E27FC236}">
                  <a16:creationId xmlns:a16="http://schemas.microsoft.com/office/drawing/2014/main" id="{0786D751-C9C1-AF3C-AB0B-84F27CFA0ABE}"/>
                </a:ext>
              </a:extLst>
            </p:cNvPr>
            <p:cNvSpPr/>
            <p:nvPr/>
          </p:nvSpPr>
          <p:spPr>
            <a:xfrm rot="902105" flipH="1">
              <a:off x="1644088" y="1731811"/>
              <a:ext cx="403112" cy="720583"/>
            </a:xfrm>
            <a:prstGeom prst="roundRect">
              <a:avLst>
                <a:gd name="adj" fmla="val 8047"/>
              </a:avLst>
            </a:prstGeom>
            <a:solidFill>
              <a:srgbClr val="A47FA7"/>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dirty="0">
                <a:solidFill>
                  <a:srgbClr val="000000"/>
                </a:solidFill>
                <a:latin typeface="DM Sans"/>
                <a:ea typeface="DM Sans"/>
                <a:cs typeface="DM Sans"/>
                <a:sym typeface="DM Sans"/>
              </a:endParaRPr>
            </a:p>
          </p:txBody>
        </p:sp>
      </p:grpSp>
      <p:sp>
        <p:nvSpPr>
          <p:cNvPr id="19" name="Google Shape;977;p41">
            <a:extLst>
              <a:ext uri="{FF2B5EF4-FFF2-40B4-BE49-F238E27FC236}">
                <a16:creationId xmlns:a16="http://schemas.microsoft.com/office/drawing/2014/main" id="{E07FBAA3-E466-5F07-8E6E-B1F24B96DC05}"/>
              </a:ext>
            </a:extLst>
          </p:cNvPr>
          <p:cNvSpPr/>
          <p:nvPr/>
        </p:nvSpPr>
        <p:spPr>
          <a:xfrm rot="3599210">
            <a:off x="2933888" y="3320458"/>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896"/>
                                        </p:tgtEl>
                                        <p:attrNameLst>
                                          <p:attrName>style.visibility</p:attrName>
                                        </p:attrNameLst>
                                      </p:cBhvr>
                                      <p:to>
                                        <p:strVal val="visible"/>
                                      </p:to>
                                    </p:set>
                                    <p:anim calcmode="lin" valueType="num">
                                      <p:cBhvr additive="base">
                                        <p:cTn id="7" dur="500" fill="hold"/>
                                        <p:tgtEl>
                                          <p:spTgt spid="896"/>
                                        </p:tgtEl>
                                        <p:attrNameLst>
                                          <p:attrName>ppt_x</p:attrName>
                                        </p:attrNameLst>
                                      </p:cBhvr>
                                      <p:tavLst>
                                        <p:tav tm="0">
                                          <p:val>
                                            <p:strVal val="#ppt_x"/>
                                          </p:val>
                                        </p:tav>
                                        <p:tav tm="100000">
                                          <p:val>
                                            <p:strVal val="#ppt_x"/>
                                          </p:val>
                                        </p:tav>
                                      </p:tavLst>
                                    </p:anim>
                                    <p:anim calcmode="lin" valueType="num">
                                      <p:cBhvr additive="base">
                                        <p:cTn id="8" dur="500" fill="hold"/>
                                        <p:tgtEl>
                                          <p:spTgt spid="89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897"/>
                                        </p:tgtEl>
                                        <p:attrNameLst>
                                          <p:attrName>style.visibility</p:attrName>
                                        </p:attrNameLst>
                                      </p:cBhvr>
                                      <p:to>
                                        <p:strVal val="visible"/>
                                      </p:to>
                                    </p:set>
                                    <p:anim calcmode="lin" valueType="num">
                                      <p:cBhvr additive="base">
                                        <p:cTn id="12" dur="500" fill="hold"/>
                                        <p:tgtEl>
                                          <p:spTgt spid="897"/>
                                        </p:tgtEl>
                                        <p:attrNameLst>
                                          <p:attrName>ppt_x</p:attrName>
                                        </p:attrNameLst>
                                      </p:cBhvr>
                                      <p:tavLst>
                                        <p:tav tm="0">
                                          <p:val>
                                            <p:strVal val="#ppt_x"/>
                                          </p:val>
                                        </p:tav>
                                        <p:tav tm="100000">
                                          <p:val>
                                            <p:strVal val="#ppt_x"/>
                                          </p:val>
                                        </p:tav>
                                      </p:tavLst>
                                    </p:anim>
                                    <p:anim calcmode="lin" valueType="num">
                                      <p:cBhvr additive="base">
                                        <p:cTn id="13" dur="500" fill="hold"/>
                                        <p:tgtEl>
                                          <p:spTgt spid="8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6" grpId="0" animBg="1"/>
      <p:bldP spid="897"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Shape 916"/>
        <p:cNvGrpSpPr/>
        <p:nvPr/>
      </p:nvGrpSpPr>
      <p:grpSpPr>
        <a:xfrm>
          <a:off x="0" y="0"/>
          <a:ext cx="0" cy="0"/>
          <a:chOff x="0" y="0"/>
          <a:chExt cx="0" cy="0"/>
        </a:xfrm>
      </p:grpSpPr>
      <p:sp>
        <p:nvSpPr>
          <p:cNvPr id="917" name="Google Shape;917;p40"/>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My Department Screen</a:t>
            </a:r>
            <a:endParaRPr sz="1400">
              <a:solidFill>
                <a:srgbClr val="FFFFFF"/>
              </a:solidFill>
              <a:latin typeface="Work Sans"/>
              <a:ea typeface="Work Sans"/>
              <a:cs typeface="Work Sans"/>
              <a:sym typeface="Work Sans"/>
            </a:endParaRPr>
          </a:p>
        </p:txBody>
      </p:sp>
      <p:sp>
        <p:nvSpPr>
          <p:cNvPr id="925" name="Google Shape;925;p40"/>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926" name="Google Shape;926;p40"/>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Notice Viewing Screen</a:t>
            </a:r>
            <a:endParaRPr sz="1400">
              <a:solidFill>
                <a:srgbClr val="FFFFFF"/>
              </a:solidFill>
              <a:latin typeface="Work Sans"/>
              <a:ea typeface="Work Sans"/>
              <a:cs typeface="Work Sans"/>
              <a:sym typeface="Work Sans"/>
            </a:endParaRPr>
          </a:p>
        </p:txBody>
      </p:sp>
      <p:sp>
        <p:nvSpPr>
          <p:cNvPr id="938" name="Google Shape;938;p40"/>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8BEF3"/>
                </a:solidFill>
                <a:latin typeface="Martian Mono"/>
                <a:ea typeface="Martian Mono"/>
                <a:cs typeface="Martian Mono"/>
                <a:sym typeface="Martian Mono"/>
              </a:rPr>
              <a:t>&lt;</a:t>
            </a:r>
            <a:endParaRPr sz="1300">
              <a:solidFill>
                <a:srgbClr val="F8BEF3"/>
              </a:solidFill>
              <a:latin typeface="Martian Mono"/>
              <a:ea typeface="Martian Mono"/>
              <a:cs typeface="Martian Mono"/>
              <a:sym typeface="Martian Mono"/>
            </a:endParaRPr>
          </a:p>
        </p:txBody>
      </p:sp>
      <p:sp>
        <p:nvSpPr>
          <p:cNvPr id="940" name="Google Shape;940;p40"/>
          <p:cNvSpPr txBox="1"/>
          <p:nvPr/>
        </p:nvSpPr>
        <p:spPr>
          <a:xfrm>
            <a:off x="3445100" y="578125"/>
            <a:ext cx="5601300" cy="4169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latin typeface="Work Sans"/>
                <a:ea typeface="Work Sans"/>
                <a:cs typeface="Work Sans"/>
                <a:sym typeface="Work Sans"/>
              </a:rPr>
              <a:t>Date: 24th May 2026</a:t>
            </a:r>
            <a:endParaRPr>
              <a:latin typeface="Work Sans"/>
              <a:ea typeface="Work Sans"/>
              <a:cs typeface="Work Sans"/>
              <a:sym typeface="Work Sans"/>
            </a:endParaRPr>
          </a:p>
          <a:p>
            <a:pPr marL="0" lvl="0" indent="0" algn="l" rtl="0">
              <a:lnSpc>
                <a:spcPct val="115000"/>
              </a:lnSpc>
              <a:spcBef>
                <a:spcPts val="1200"/>
              </a:spcBef>
              <a:spcAft>
                <a:spcPts val="0"/>
              </a:spcAft>
              <a:buNone/>
            </a:pPr>
            <a:r>
              <a:rPr lang="en">
                <a:latin typeface="Work Sans"/>
                <a:ea typeface="Work Sans"/>
                <a:cs typeface="Work Sans"/>
                <a:sym typeface="Work Sans"/>
              </a:rPr>
              <a:t>All employees of the Web Development Department are informed that a workshop on incorporating touch-transfer features in mobile websites will be conducted on 15 June 2026 in the conference hall at 11:00 AM. The session will focus on improving user interaction, responsiveness, and accessibility in modern mobile web applications.</a:t>
            </a:r>
            <a:endParaRPr>
              <a:latin typeface="Work Sans"/>
              <a:ea typeface="Work Sans"/>
              <a:cs typeface="Work Sans"/>
              <a:sym typeface="Work Sans"/>
            </a:endParaRPr>
          </a:p>
          <a:p>
            <a:pPr marL="0" lvl="0" indent="0" algn="l" rtl="0">
              <a:lnSpc>
                <a:spcPct val="115000"/>
              </a:lnSpc>
              <a:spcBef>
                <a:spcPts val="1200"/>
              </a:spcBef>
              <a:spcAft>
                <a:spcPts val="0"/>
              </a:spcAft>
              <a:buNone/>
            </a:pPr>
            <a:r>
              <a:rPr lang="en">
                <a:latin typeface="Work Sans"/>
                <a:ea typeface="Work Sans"/>
                <a:cs typeface="Work Sans"/>
                <a:sym typeface="Work Sans"/>
              </a:rPr>
              <a:t>Employees interested in frontend and mobile web development are encouraged to attend the workshop. Attendance will help participants gain practical knowledge of current industry practices and mobile-friendly design techniques.</a:t>
            </a:r>
            <a:endParaRPr>
              <a:latin typeface="Work Sans"/>
              <a:ea typeface="Work Sans"/>
              <a:cs typeface="Work Sans"/>
              <a:sym typeface="Work Sans"/>
            </a:endParaRPr>
          </a:p>
          <a:p>
            <a:pPr marL="0" lvl="0" indent="0" algn="l" rtl="0">
              <a:lnSpc>
                <a:spcPct val="115000"/>
              </a:lnSpc>
              <a:spcBef>
                <a:spcPts val="1200"/>
              </a:spcBef>
              <a:spcAft>
                <a:spcPts val="0"/>
              </a:spcAft>
              <a:buNone/>
            </a:pPr>
            <a:r>
              <a:rPr lang="en">
                <a:latin typeface="Work Sans"/>
                <a:ea typeface="Work Sans"/>
                <a:cs typeface="Work Sans"/>
                <a:sym typeface="Work Sans"/>
              </a:rPr>
              <a:t>Varun Dubey</a:t>
            </a:r>
            <a:br>
              <a:rPr lang="en">
                <a:latin typeface="Work Sans"/>
                <a:ea typeface="Work Sans"/>
                <a:cs typeface="Work Sans"/>
                <a:sym typeface="Work Sans"/>
              </a:rPr>
            </a:br>
            <a:r>
              <a:rPr lang="en">
                <a:latin typeface="Work Sans"/>
                <a:ea typeface="Work Sans"/>
                <a:cs typeface="Work Sans"/>
                <a:sym typeface="Work Sans"/>
              </a:rPr>
              <a:t>Head of Web Development Department</a:t>
            </a:r>
            <a:endParaRPr>
              <a:latin typeface="Work Sans"/>
              <a:ea typeface="Work Sans"/>
              <a:cs typeface="Work Sans"/>
              <a:sym typeface="Work Sans"/>
            </a:endParaRPr>
          </a:p>
          <a:p>
            <a:pPr marL="0" lvl="0" indent="0" algn="l" rtl="0">
              <a:lnSpc>
                <a:spcPct val="115000"/>
              </a:lnSpc>
              <a:spcBef>
                <a:spcPts val="1200"/>
              </a:spcBef>
              <a:spcAft>
                <a:spcPts val="0"/>
              </a:spcAft>
              <a:buNone/>
            </a:pPr>
            <a:endParaRPr>
              <a:latin typeface="Work Sans"/>
              <a:ea typeface="Work Sans"/>
              <a:cs typeface="Work Sans"/>
              <a:sym typeface="Work Sans"/>
            </a:endParaRPr>
          </a:p>
          <a:p>
            <a:pPr marL="0" lvl="0" indent="0" algn="l" rtl="0">
              <a:spcBef>
                <a:spcPts val="1200"/>
              </a:spcBef>
              <a:spcAft>
                <a:spcPts val="0"/>
              </a:spcAft>
              <a:buNone/>
            </a:pPr>
            <a:endParaRPr sz="1300">
              <a:solidFill>
                <a:schemeClr val="accent1"/>
              </a:solidFill>
              <a:latin typeface="Lato"/>
              <a:ea typeface="Lato"/>
              <a:cs typeface="Lato"/>
              <a:sym typeface="Lato"/>
            </a:endParaRPr>
          </a:p>
        </p:txBody>
      </p:sp>
      <p:sp>
        <p:nvSpPr>
          <p:cNvPr id="941" name="Google Shape;941;p40"/>
          <p:cNvSpPr txBox="1"/>
          <p:nvPr/>
        </p:nvSpPr>
        <p:spPr>
          <a:xfrm>
            <a:off x="3445100" y="123200"/>
            <a:ext cx="5345400" cy="51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1"/>
                </a:solidFill>
                <a:latin typeface="Dela Gothic One"/>
                <a:ea typeface="Dela Gothic One"/>
                <a:cs typeface="Dela Gothic One"/>
                <a:sym typeface="Dela Gothic One"/>
              </a:rPr>
              <a:t>Workshop on Incorporating Touch-Transfer in Mobile Websites</a:t>
            </a:r>
            <a:endParaRPr sz="1300">
              <a:solidFill>
                <a:schemeClr val="accent1"/>
              </a:solidFill>
              <a:latin typeface="Dela Gothic One"/>
              <a:ea typeface="Dela Gothic One"/>
              <a:cs typeface="Dela Gothic One"/>
              <a:sym typeface="Dela Gothic One"/>
            </a:endParaRPr>
          </a:p>
        </p:txBody>
      </p:sp>
      <p:grpSp>
        <p:nvGrpSpPr>
          <p:cNvPr id="2" name="Group 1">
            <a:extLst>
              <a:ext uri="{FF2B5EF4-FFF2-40B4-BE49-F238E27FC236}">
                <a16:creationId xmlns:a16="http://schemas.microsoft.com/office/drawing/2014/main" id="{9DB06A69-9441-13AC-FF63-13759509AF7B}"/>
              </a:ext>
            </a:extLst>
          </p:cNvPr>
          <p:cNvGrpSpPr/>
          <p:nvPr/>
        </p:nvGrpSpPr>
        <p:grpSpPr>
          <a:xfrm>
            <a:off x="1215896" y="1311246"/>
            <a:ext cx="1598645" cy="1826502"/>
            <a:chOff x="1644088" y="1356878"/>
            <a:chExt cx="958850" cy="1095516"/>
          </a:xfrm>
        </p:grpSpPr>
        <p:cxnSp>
          <p:nvCxnSpPr>
            <p:cNvPr id="3" name="Google Shape;872;p38">
              <a:extLst>
                <a:ext uri="{FF2B5EF4-FFF2-40B4-BE49-F238E27FC236}">
                  <a16:creationId xmlns:a16="http://schemas.microsoft.com/office/drawing/2014/main" id="{EFB159DF-2325-9780-C880-C17DC7F2D183}"/>
                </a:ext>
              </a:extLst>
            </p:cNvPr>
            <p:cNvCxnSpPr/>
            <p:nvPr/>
          </p:nvCxnSpPr>
          <p:spPr>
            <a:xfrm>
              <a:off x="2076968" y="1479032"/>
              <a:ext cx="0" cy="85929"/>
            </a:xfrm>
            <a:prstGeom prst="straightConnector1">
              <a:avLst/>
            </a:prstGeom>
            <a:noFill/>
            <a:ln w="21150" cap="flat" cmpd="sng">
              <a:solidFill>
                <a:srgbClr val="000000"/>
              </a:solidFill>
              <a:prstDash val="solid"/>
              <a:round/>
              <a:headEnd type="none" w="med" len="med"/>
              <a:tailEnd type="none" w="med" len="med"/>
            </a:ln>
          </p:spPr>
        </p:cxnSp>
        <p:cxnSp>
          <p:nvCxnSpPr>
            <p:cNvPr id="4" name="Google Shape;873;p38">
              <a:extLst>
                <a:ext uri="{FF2B5EF4-FFF2-40B4-BE49-F238E27FC236}">
                  <a16:creationId xmlns:a16="http://schemas.microsoft.com/office/drawing/2014/main" id="{CC31B5B6-181C-ACFC-AE27-5EFB61267DB6}"/>
                </a:ext>
              </a:extLst>
            </p:cNvPr>
            <p:cNvCxnSpPr/>
            <p:nvPr/>
          </p:nvCxnSpPr>
          <p:spPr>
            <a:xfrm>
              <a:off x="2076968" y="1609637"/>
              <a:ext cx="0" cy="85929"/>
            </a:xfrm>
            <a:prstGeom prst="straightConnector1">
              <a:avLst/>
            </a:prstGeom>
            <a:noFill/>
            <a:ln w="21150" cap="flat" cmpd="sng">
              <a:solidFill>
                <a:srgbClr val="000000"/>
              </a:solidFill>
              <a:prstDash val="solid"/>
              <a:round/>
              <a:headEnd type="none" w="med" len="med"/>
              <a:tailEnd type="none" w="med" len="med"/>
            </a:ln>
          </p:spPr>
        </p:cxnSp>
        <p:cxnSp>
          <p:nvCxnSpPr>
            <p:cNvPr id="5" name="Google Shape;874;p38">
              <a:extLst>
                <a:ext uri="{FF2B5EF4-FFF2-40B4-BE49-F238E27FC236}">
                  <a16:creationId xmlns:a16="http://schemas.microsoft.com/office/drawing/2014/main" id="{69C9527E-1766-9B67-9E3F-7A50C120D5D5}"/>
                </a:ext>
              </a:extLst>
            </p:cNvPr>
            <p:cNvCxnSpPr/>
            <p:nvPr/>
          </p:nvCxnSpPr>
          <p:spPr>
            <a:xfrm>
              <a:off x="2140426" y="1544317"/>
              <a:ext cx="0" cy="85929"/>
            </a:xfrm>
            <a:prstGeom prst="straightConnector1">
              <a:avLst/>
            </a:prstGeom>
            <a:noFill/>
            <a:ln w="21150" cap="flat" cmpd="sng">
              <a:solidFill>
                <a:srgbClr val="000000"/>
              </a:solidFill>
              <a:prstDash val="solid"/>
              <a:round/>
              <a:headEnd type="none" w="med" len="med"/>
              <a:tailEnd type="none" w="med" len="med"/>
            </a:ln>
          </p:spPr>
        </p:cxnSp>
        <p:cxnSp>
          <p:nvCxnSpPr>
            <p:cNvPr id="6" name="Google Shape;875;p38">
              <a:extLst>
                <a:ext uri="{FF2B5EF4-FFF2-40B4-BE49-F238E27FC236}">
                  <a16:creationId xmlns:a16="http://schemas.microsoft.com/office/drawing/2014/main" id="{EE808A18-CA05-92E4-1B80-C1F46BD47256}"/>
                </a:ext>
              </a:extLst>
            </p:cNvPr>
            <p:cNvCxnSpPr/>
            <p:nvPr/>
          </p:nvCxnSpPr>
          <p:spPr>
            <a:xfrm>
              <a:off x="2017931" y="1544317"/>
              <a:ext cx="0" cy="85929"/>
            </a:xfrm>
            <a:prstGeom prst="straightConnector1">
              <a:avLst/>
            </a:prstGeom>
            <a:noFill/>
            <a:ln w="21150" cap="flat" cmpd="sng">
              <a:solidFill>
                <a:srgbClr val="000000"/>
              </a:solidFill>
              <a:prstDash val="solid"/>
              <a:round/>
              <a:headEnd type="none" w="med" len="med"/>
              <a:tailEnd type="none" w="med" len="med"/>
            </a:ln>
          </p:spPr>
        </p:cxnSp>
        <p:cxnSp>
          <p:nvCxnSpPr>
            <p:cNvPr id="7" name="Google Shape;876;p38">
              <a:extLst>
                <a:ext uri="{FF2B5EF4-FFF2-40B4-BE49-F238E27FC236}">
                  <a16:creationId xmlns:a16="http://schemas.microsoft.com/office/drawing/2014/main" id="{B593D08C-9156-1554-CCFA-8DABC2BE1451}"/>
                </a:ext>
              </a:extLst>
            </p:cNvPr>
            <p:cNvCxnSpPr/>
            <p:nvPr/>
          </p:nvCxnSpPr>
          <p:spPr>
            <a:xfrm>
              <a:off x="2260883" y="1356878"/>
              <a:ext cx="0" cy="69596"/>
            </a:xfrm>
            <a:prstGeom prst="straightConnector1">
              <a:avLst/>
            </a:prstGeom>
            <a:noFill/>
            <a:ln w="21150" cap="flat" cmpd="sng">
              <a:solidFill>
                <a:srgbClr val="000000"/>
              </a:solidFill>
              <a:prstDash val="solid"/>
              <a:round/>
              <a:headEnd type="none" w="med" len="med"/>
              <a:tailEnd type="none" w="med" len="med"/>
            </a:ln>
          </p:spPr>
        </p:cxnSp>
        <p:cxnSp>
          <p:nvCxnSpPr>
            <p:cNvPr id="8" name="Google Shape;877;p38">
              <a:extLst>
                <a:ext uri="{FF2B5EF4-FFF2-40B4-BE49-F238E27FC236}">
                  <a16:creationId xmlns:a16="http://schemas.microsoft.com/office/drawing/2014/main" id="{3CC19125-8B05-9EB4-C63A-937114CD0962}"/>
                </a:ext>
              </a:extLst>
            </p:cNvPr>
            <p:cNvCxnSpPr/>
            <p:nvPr/>
          </p:nvCxnSpPr>
          <p:spPr>
            <a:xfrm>
              <a:off x="2260883" y="1462516"/>
              <a:ext cx="0" cy="69596"/>
            </a:xfrm>
            <a:prstGeom prst="straightConnector1">
              <a:avLst/>
            </a:prstGeom>
            <a:noFill/>
            <a:ln w="21150" cap="flat" cmpd="sng">
              <a:solidFill>
                <a:srgbClr val="000000"/>
              </a:solidFill>
              <a:prstDash val="solid"/>
              <a:round/>
              <a:headEnd type="none" w="med" len="med"/>
              <a:tailEnd type="none" w="med" len="med"/>
            </a:ln>
          </p:spPr>
        </p:cxnSp>
        <p:cxnSp>
          <p:nvCxnSpPr>
            <p:cNvPr id="9" name="Google Shape;878;p38">
              <a:extLst>
                <a:ext uri="{FF2B5EF4-FFF2-40B4-BE49-F238E27FC236}">
                  <a16:creationId xmlns:a16="http://schemas.microsoft.com/office/drawing/2014/main" id="{88E84D83-FA4A-267F-B231-9801C517AB85}"/>
                </a:ext>
              </a:extLst>
            </p:cNvPr>
            <p:cNvCxnSpPr/>
            <p:nvPr/>
          </p:nvCxnSpPr>
          <p:spPr>
            <a:xfrm>
              <a:off x="2312332" y="1409814"/>
              <a:ext cx="0" cy="69241"/>
            </a:xfrm>
            <a:prstGeom prst="straightConnector1">
              <a:avLst/>
            </a:prstGeom>
            <a:noFill/>
            <a:ln w="21150" cap="flat" cmpd="sng">
              <a:solidFill>
                <a:srgbClr val="000000"/>
              </a:solidFill>
              <a:prstDash val="solid"/>
              <a:round/>
              <a:headEnd type="none" w="med" len="med"/>
              <a:tailEnd type="none" w="med" len="med"/>
            </a:ln>
          </p:spPr>
        </p:cxnSp>
        <p:cxnSp>
          <p:nvCxnSpPr>
            <p:cNvPr id="10" name="Google Shape;879;p38">
              <a:extLst>
                <a:ext uri="{FF2B5EF4-FFF2-40B4-BE49-F238E27FC236}">
                  <a16:creationId xmlns:a16="http://schemas.microsoft.com/office/drawing/2014/main" id="{44826DA7-2DA9-BD1B-96A9-A7C3FD804EE1}"/>
                </a:ext>
              </a:extLst>
            </p:cNvPr>
            <p:cNvCxnSpPr/>
            <p:nvPr/>
          </p:nvCxnSpPr>
          <p:spPr>
            <a:xfrm>
              <a:off x="2213254" y="1409814"/>
              <a:ext cx="0" cy="69241"/>
            </a:xfrm>
            <a:prstGeom prst="straightConnector1">
              <a:avLst/>
            </a:prstGeom>
            <a:noFill/>
            <a:ln w="21150" cap="flat" cmpd="sng">
              <a:solidFill>
                <a:srgbClr val="000000"/>
              </a:solidFill>
              <a:prstDash val="solid"/>
              <a:round/>
              <a:headEnd type="none" w="med" len="med"/>
              <a:tailEnd type="none" w="med" len="med"/>
            </a:ln>
          </p:spPr>
        </p:cxnSp>
        <p:sp>
          <p:nvSpPr>
            <p:cNvPr id="11" name="Google Shape;880;p38">
              <a:extLst>
                <a:ext uri="{FF2B5EF4-FFF2-40B4-BE49-F238E27FC236}">
                  <a16:creationId xmlns:a16="http://schemas.microsoft.com/office/drawing/2014/main" id="{536D6D9E-A6F4-003B-F930-FCE8D1F4137B}"/>
                </a:ext>
              </a:extLst>
            </p:cNvPr>
            <p:cNvSpPr/>
            <p:nvPr/>
          </p:nvSpPr>
          <p:spPr>
            <a:xfrm rot="20697895">
              <a:off x="2199826" y="1731811"/>
              <a:ext cx="403112" cy="720583"/>
            </a:xfrm>
            <a:prstGeom prst="roundRect">
              <a:avLst>
                <a:gd name="adj" fmla="val 8047"/>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dirty="0">
                <a:solidFill>
                  <a:srgbClr val="000000"/>
                </a:solidFill>
                <a:latin typeface="DM Sans"/>
                <a:ea typeface="DM Sans"/>
                <a:cs typeface="DM Sans"/>
                <a:sym typeface="DM Sans"/>
              </a:endParaRPr>
            </a:p>
          </p:txBody>
        </p:sp>
        <p:sp>
          <p:nvSpPr>
            <p:cNvPr id="12" name="Google Shape;881;p38">
              <a:extLst>
                <a:ext uri="{FF2B5EF4-FFF2-40B4-BE49-F238E27FC236}">
                  <a16:creationId xmlns:a16="http://schemas.microsoft.com/office/drawing/2014/main" id="{A19102BD-3C09-C958-332D-EB290D2AA454}"/>
                </a:ext>
              </a:extLst>
            </p:cNvPr>
            <p:cNvSpPr/>
            <p:nvPr/>
          </p:nvSpPr>
          <p:spPr>
            <a:xfrm rot="902105" flipH="1">
              <a:off x="1644088" y="1731811"/>
              <a:ext cx="403112" cy="720583"/>
            </a:xfrm>
            <a:prstGeom prst="roundRect">
              <a:avLst>
                <a:gd name="adj" fmla="val 8047"/>
              </a:avLst>
            </a:prstGeom>
            <a:solidFill>
              <a:srgbClr val="A47FA7"/>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dirty="0">
                <a:solidFill>
                  <a:srgbClr val="000000"/>
                </a:solidFill>
                <a:latin typeface="DM Sans"/>
                <a:ea typeface="DM Sans"/>
                <a:cs typeface="DM Sans"/>
                <a:sym typeface="DM Sans"/>
              </a:endParaRPr>
            </a:p>
          </p:txBody>
        </p:sp>
      </p:grpSp>
      <p:sp>
        <p:nvSpPr>
          <p:cNvPr id="13" name="Google Shape;892;p39">
            <a:extLst>
              <a:ext uri="{FF2B5EF4-FFF2-40B4-BE49-F238E27FC236}">
                <a16:creationId xmlns:a16="http://schemas.microsoft.com/office/drawing/2014/main" id="{6AA7DF9C-9212-DB7C-EA41-815F5F10AF34}"/>
              </a:ext>
            </a:extLst>
          </p:cNvPr>
          <p:cNvSpPr/>
          <p:nvPr/>
        </p:nvSpPr>
        <p:spPr>
          <a:xfrm rot="3599210">
            <a:off x="699497" y="784314"/>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14" name="Google Shape;947;p41">
            <a:extLst>
              <a:ext uri="{FF2B5EF4-FFF2-40B4-BE49-F238E27FC236}">
                <a16:creationId xmlns:a16="http://schemas.microsoft.com/office/drawing/2014/main" id="{A5DAFDD9-C45A-7C9C-AA5B-383B5C25F304}"/>
              </a:ext>
            </a:extLst>
          </p:cNvPr>
          <p:cNvSpPr/>
          <p:nvPr/>
        </p:nvSpPr>
        <p:spPr>
          <a:xfrm>
            <a:off x="9304720" y="-34699"/>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 name="Google Shape;948;p41">
            <a:extLst>
              <a:ext uri="{FF2B5EF4-FFF2-40B4-BE49-F238E27FC236}">
                <a16:creationId xmlns:a16="http://schemas.microsoft.com/office/drawing/2014/main" id="{9859487A-DC55-E332-B413-05E145DCE504}"/>
              </a:ext>
            </a:extLst>
          </p:cNvPr>
          <p:cNvSpPr/>
          <p:nvPr/>
        </p:nvSpPr>
        <p:spPr>
          <a:xfrm>
            <a:off x="9304720" y="3320201"/>
            <a:ext cx="217200" cy="17886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945"/>
        <p:cNvGrpSpPr/>
        <p:nvPr/>
      </p:nvGrpSpPr>
      <p:grpSpPr>
        <a:xfrm>
          <a:off x="0" y="0"/>
          <a:ext cx="0" cy="0"/>
          <a:chOff x="0" y="0"/>
          <a:chExt cx="0" cy="0"/>
        </a:xfrm>
      </p:grpSpPr>
      <p:sp>
        <p:nvSpPr>
          <p:cNvPr id="947" name="Google Shape;947;p41"/>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48" name="Google Shape;948;p41"/>
          <p:cNvSpPr/>
          <p:nvPr/>
        </p:nvSpPr>
        <p:spPr>
          <a:xfrm>
            <a:off x="8926800" y="3354900"/>
            <a:ext cx="217200" cy="17886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49" name="Google Shape;949;p41"/>
          <p:cNvSpPr txBox="1"/>
          <p:nvPr/>
        </p:nvSpPr>
        <p:spPr>
          <a:xfrm>
            <a:off x="465275" y="454525"/>
            <a:ext cx="22806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1"/>
                </a:solidFill>
                <a:latin typeface="Dela Gothic One"/>
                <a:ea typeface="Dela Gothic One"/>
                <a:cs typeface="Dela Gothic One"/>
                <a:sym typeface="Dela Gothic One"/>
              </a:rPr>
              <a:t>Department Notices</a:t>
            </a:r>
            <a:endParaRPr sz="1300">
              <a:solidFill>
                <a:schemeClr val="accent1"/>
              </a:solidFill>
              <a:latin typeface="Dela Gothic One"/>
              <a:ea typeface="Dela Gothic One"/>
              <a:cs typeface="Dela Gothic One"/>
              <a:sym typeface="Dela Gothic One"/>
            </a:endParaRPr>
          </a:p>
        </p:txBody>
      </p:sp>
      <p:grpSp>
        <p:nvGrpSpPr>
          <p:cNvPr id="950" name="Google Shape;950;p41"/>
          <p:cNvGrpSpPr/>
          <p:nvPr/>
        </p:nvGrpSpPr>
        <p:grpSpPr>
          <a:xfrm>
            <a:off x="972553" y="848759"/>
            <a:ext cx="7198914" cy="3138197"/>
            <a:chOff x="1329491" y="1245980"/>
            <a:chExt cx="6484924" cy="2651400"/>
          </a:xfrm>
        </p:grpSpPr>
        <p:sp>
          <p:nvSpPr>
            <p:cNvPr id="951" name="Google Shape;951;p41"/>
            <p:cNvSpPr/>
            <p:nvPr/>
          </p:nvSpPr>
          <p:spPr>
            <a:xfrm>
              <a:off x="5740815" y="1245980"/>
              <a:ext cx="2073600" cy="2651400"/>
            </a:xfrm>
            <a:prstGeom prst="roundRect">
              <a:avLst>
                <a:gd name="adj" fmla="val 6828"/>
              </a:avLst>
            </a:prstGeom>
            <a:solidFill>
              <a:srgbClr val="FFFBF3"/>
            </a:solidFill>
            <a:ln w="21150" cap="flat" cmpd="sng">
              <a:solidFill>
                <a:srgbClr val="000000"/>
              </a:solidFill>
              <a:prstDash val="solid"/>
              <a:round/>
              <a:headEnd type="none" w="sm" len="sm"/>
              <a:tailEnd type="none" w="sm" len="sm"/>
            </a:ln>
            <a:effectLst>
              <a:outerShdw blurRad="63440" dist="42294" dir="2280000" algn="bl" rotWithShape="0">
                <a:srgbClr val="000000">
                  <a:alpha val="24000"/>
                </a:srgbClr>
              </a:outerShdw>
            </a:effectLst>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952" name="Google Shape;952;p41"/>
            <p:cNvSpPr/>
            <p:nvPr/>
          </p:nvSpPr>
          <p:spPr>
            <a:xfrm rot="5400000">
              <a:off x="6918699" y="2243546"/>
              <a:ext cx="598200" cy="596700"/>
            </a:xfrm>
            <a:prstGeom prst="pie">
              <a:avLst>
                <a:gd name="adj1" fmla="val 5399541"/>
                <a:gd name="adj2" fmla="val 16200000"/>
              </a:avLst>
            </a:prstGeom>
            <a:solidFill>
              <a:srgbClr val="4285F4"/>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953" name="Google Shape;953;p41"/>
            <p:cNvSpPr/>
            <p:nvPr/>
          </p:nvSpPr>
          <p:spPr>
            <a:xfrm>
              <a:off x="7089079" y="1948793"/>
              <a:ext cx="257400" cy="258000"/>
            </a:xfrm>
            <a:prstGeom prst="ellipse">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954" name="Google Shape;954;p41"/>
            <p:cNvSpPr/>
            <p:nvPr/>
          </p:nvSpPr>
          <p:spPr>
            <a:xfrm>
              <a:off x="3535153" y="1245980"/>
              <a:ext cx="2073600" cy="2651400"/>
            </a:xfrm>
            <a:prstGeom prst="roundRect">
              <a:avLst>
                <a:gd name="adj" fmla="val 6828"/>
              </a:avLst>
            </a:prstGeom>
            <a:solidFill>
              <a:srgbClr val="FFFBF3"/>
            </a:solidFill>
            <a:ln w="21150" cap="flat" cmpd="sng">
              <a:solidFill>
                <a:srgbClr val="000000"/>
              </a:solidFill>
              <a:prstDash val="solid"/>
              <a:round/>
              <a:headEnd type="none" w="sm" len="sm"/>
              <a:tailEnd type="none" w="sm" len="sm"/>
            </a:ln>
            <a:effectLst>
              <a:outerShdw blurRad="63440" dist="42294" dir="2280000" algn="bl" rotWithShape="0">
                <a:srgbClr val="000000">
                  <a:alpha val="24000"/>
                </a:srgbClr>
              </a:outerShdw>
            </a:effectLst>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955" name="Google Shape;955;p41"/>
            <p:cNvSpPr/>
            <p:nvPr/>
          </p:nvSpPr>
          <p:spPr>
            <a:xfrm>
              <a:off x="1329491" y="1245980"/>
              <a:ext cx="2073600" cy="2651400"/>
            </a:xfrm>
            <a:prstGeom prst="roundRect">
              <a:avLst>
                <a:gd name="adj" fmla="val 6828"/>
              </a:avLst>
            </a:prstGeom>
            <a:solidFill>
              <a:srgbClr val="FFFBF3"/>
            </a:solidFill>
            <a:ln w="21150" cap="flat" cmpd="sng">
              <a:solidFill>
                <a:srgbClr val="000000"/>
              </a:solidFill>
              <a:prstDash val="solid"/>
              <a:round/>
              <a:headEnd type="none" w="sm" len="sm"/>
              <a:tailEnd type="none" w="sm" len="sm"/>
            </a:ln>
            <a:effectLst>
              <a:outerShdw blurRad="63440" dist="42294" dir="2280000" algn="bl" rotWithShape="0">
                <a:srgbClr val="000000">
                  <a:alpha val="24000"/>
                </a:srgbClr>
              </a:outerShdw>
            </a:effectLst>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956" name="Google Shape;956;p41"/>
            <p:cNvSpPr txBox="1"/>
            <p:nvPr/>
          </p:nvSpPr>
          <p:spPr>
            <a:xfrm>
              <a:off x="1509202" y="2755879"/>
              <a:ext cx="1714200" cy="1062300"/>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a:latin typeface="DM Sans SemiBold"/>
                  <a:ea typeface="DM Sans SemiBold"/>
                  <a:cs typeface="DM Sans SemiBold"/>
                  <a:sym typeface="DM Sans SemiBold"/>
                </a:rPr>
                <a:t>Workshop on Incorporating Touch-Transfer in Mobile Websites</a:t>
              </a:r>
              <a:endParaRPr sz="1332">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222"/>
                </a:spcAft>
                <a:buNone/>
              </a:pPr>
              <a:r>
                <a:rPr lang="en" sz="1110">
                  <a:latin typeface="DM Sans"/>
                  <a:ea typeface="DM Sans"/>
                  <a:cs typeface="DM Sans"/>
                  <a:sym typeface="DM Sans"/>
                </a:rPr>
                <a:t>Issued: 24th May, 2026</a:t>
              </a:r>
              <a:endParaRPr sz="1110">
                <a:solidFill>
                  <a:srgbClr val="000000"/>
                </a:solidFill>
                <a:latin typeface="DM Sans"/>
                <a:ea typeface="DM Sans"/>
                <a:cs typeface="DM Sans"/>
                <a:sym typeface="DM Sans"/>
              </a:endParaRPr>
            </a:p>
          </p:txBody>
        </p:sp>
        <p:sp>
          <p:nvSpPr>
            <p:cNvPr id="957" name="Google Shape;957;p41"/>
            <p:cNvSpPr/>
            <p:nvPr/>
          </p:nvSpPr>
          <p:spPr>
            <a:xfrm rot="-299033">
              <a:off x="3939997" y="1831911"/>
              <a:ext cx="1263878" cy="717020"/>
            </a:xfrm>
            <a:prstGeom prst="roundRect">
              <a:avLst>
                <a:gd name="adj" fmla="val 8047"/>
              </a:avLst>
            </a:prstGeom>
            <a:solidFill>
              <a:srgbClr val="FFD966"/>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958" name="Google Shape;958;p41"/>
            <p:cNvSpPr/>
            <p:nvPr/>
          </p:nvSpPr>
          <p:spPr>
            <a:xfrm rot="5098132">
              <a:off x="4487095" y="2070979"/>
              <a:ext cx="266828" cy="230379"/>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959" name="Google Shape;959;p41"/>
            <p:cNvCxnSpPr/>
            <p:nvPr/>
          </p:nvCxnSpPr>
          <p:spPr>
            <a:xfrm>
              <a:off x="6568632" y="2114236"/>
              <a:ext cx="292200" cy="0"/>
            </a:xfrm>
            <a:prstGeom prst="straightConnector1">
              <a:avLst/>
            </a:prstGeom>
            <a:noFill/>
            <a:ln w="21150" cap="flat" cmpd="sng">
              <a:solidFill>
                <a:srgbClr val="000000"/>
              </a:solidFill>
              <a:prstDash val="solid"/>
              <a:round/>
              <a:headEnd type="none" w="med" len="med"/>
              <a:tailEnd type="none" w="med" len="med"/>
            </a:ln>
          </p:spPr>
        </p:cxnSp>
        <p:sp>
          <p:nvSpPr>
            <p:cNvPr id="960" name="Google Shape;960;p41"/>
            <p:cNvSpPr/>
            <p:nvPr/>
          </p:nvSpPr>
          <p:spPr>
            <a:xfrm rot="5400000">
              <a:off x="6850791" y="2050192"/>
              <a:ext cx="148200" cy="128100"/>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961" name="Google Shape;961;p41"/>
            <p:cNvCxnSpPr/>
            <p:nvPr/>
          </p:nvCxnSpPr>
          <p:spPr>
            <a:xfrm rot="10800000">
              <a:off x="6696741" y="2259470"/>
              <a:ext cx="292200" cy="0"/>
            </a:xfrm>
            <a:prstGeom prst="straightConnector1">
              <a:avLst/>
            </a:prstGeom>
            <a:noFill/>
            <a:ln w="21150" cap="flat" cmpd="sng">
              <a:solidFill>
                <a:srgbClr val="000000"/>
              </a:solidFill>
              <a:prstDash val="solid"/>
              <a:round/>
              <a:headEnd type="none" w="med" len="med"/>
              <a:tailEnd type="none" w="med" len="med"/>
            </a:ln>
          </p:spPr>
        </p:cxnSp>
        <p:sp>
          <p:nvSpPr>
            <p:cNvPr id="962" name="Google Shape;962;p41"/>
            <p:cNvSpPr/>
            <p:nvPr/>
          </p:nvSpPr>
          <p:spPr>
            <a:xfrm rot="-5400000">
              <a:off x="6558582" y="2195415"/>
              <a:ext cx="148200" cy="128100"/>
            </a:xfrm>
            <a:prstGeom prst="triangle">
              <a:avLst>
                <a:gd name="adj" fmla="val 50000"/>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963" name="Google Shape;963;p41"/>
            <p:cNvSpPr/>
            <p:nvPr/>
          </p:nvSpPr>
          <p:spPr>
            <a:xfrm rot="5400000">
              <a:off x="6040634" y="2243546"/>
              <a:ext cx="598200" cy="596700"/>
            </a:xfrm>
            <a:prstGeom prst="pie">
              <a:avLst>
                <a:gd name="adj1" fmla="val 5399541"/>
                <a:gd name="adj2" fmla="val 16200000"/>
              </a:avLst>
            </a:prstGeom>
            <a:solidFill>
              <a:srgbClr val="FFD966"/>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964" name="Google Shape;964;p41"/>
            <p:cNvSpPr/>
            <p:nvPr/>
          </p:nvSpPr>
          <p:spPr>
            <a:xfrm>
              <a:off x="6211015" y="1948793"/>
              <a:ext cx="257400" cy="258000"/>
            </a:xfrm>
            <a:prstGeom prst="ellipse">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cxnSp>
          <p:nvCxnSpPr>
            <p:cNvPr id="965" name="Google Shape;965;p41"/>
            <p:cNvCxnSpPr/>
            <p:nvPr/>
          </p:nvCxnSpPr>
          <p:spPr>
            <a:xfrm>
              <a:off x="2324370" y="1778485"/>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966" name="Google Shape;966;p41"/>
            <p:cNvCxnSpPr/>
            <p:nvPr/>
          </p:nvCxnSpPr>
          <p:spPr>
            <a:xfrm>
              <a:off x="2324370" y="1888831"/>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967" name="Google Shape;967;p41"/>
            <p:cNvCxnSpPr/>
            <p:nvPr/>
          </p:nvCxnSpPr>
          <p:spPr>
            <a:xfrm>
              <a:off x="2381534" y="1833643"/>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968" name="Google Shape;968;p41"/>
            <p:cNvCxnSpPr/>
            <p:nvPr/>
          </p:nvCxnSpPr>
          <p:spPr>
            <a:xfrm>
              <a:off x="2271188" y="1833643"/>
              <a:ext cx="0" cy="72600"/>
            </a:xfrm>
            <a:prstGeom prst="straightConnector1">
              <a:avLst/>
            </a:prstGeom>
            <a:noFill/>
            <a:ln w="21150" cap="flat" cmpd="sng">
              <a:solidFill>
                <a:srgbClr val="000000"/>
              </a:solidFill>
              <a:prstDash val="solid"/>
              <a:round/>
              <a:headEnd type="none" w="med" len="med"/>
              <a:tailEnd type="none" w="med" len="med"/>
            </a:ln>
          </p:spPr>
        </p:cxnSp>
        <p:cxnSp>
          <p:nvCxnSpPr>
            <p:cNvPr id="969" name="Google Shape;969;p41"/>
            <p:cNvCxnSpPr/>
            <p:nvPr/>
          </p:nvCxnSpPr>
          <p:spPr>
            <a:xfrm>
              <a:off x="2490044" y="1675280"/>
              <a:ext cx="0" cy="58800"/>
            </a:xfrm>
            <a:prstGeom prst="straightConnector1">
              <a:avLst/>
            </a:prstGeom>
            <a:noFill/>
            <a:ln w="21150" cap="flat" cmpd="sng">
              <a:solidFill>
                <a:srgbClr val="000000"/>
              </a:solidFill>
              <a:prstDash val="solid"/>
              <a:round/>
              <a:headEnd type="none" w="med" len="med"/>
              <a:tailEnd type="none" w="med" len="med"/>
            </a:ln>
          </p:spPr>
        </p:cxnSp>
        <p:cxnSp>
          <p:nvCxnSpPr>
            <p:cNvPr id="970" name="Google Shape;970;p41"/>
            <p:cNvCxnSpPr/>
            <p:nvPr/>
          </p:nvCxnSpPr>
          <p:spPr>
            <a:xfrm>
              <a:off x="2490044" y="1764531"/>
              <a:ext cx="0" cy="58800"/>
            </a:xfrm>
            <a:prstGeom prst="straightConnector1">
              <a:avLst/>
            </a:prstGeom>
            <a:noFill/>
            <a:ln w="21150" cap="flat" cmpd="sng">
              <a:solidFill>
                <a:srgbClr val="000000"/>
              </a:solidFill>
              <a:prstDash val="solid"/>
              <a:round/>
              <a:headEnd type="none" w="med" len="med"/>
              <a:tailEnd type="none" w="med" len="med"/>
            </a:ln>
          </p:spPr>
        </p:cxnSp>
        <p:cxnSp>
          <p:nvCxnSpPr>
            <p:cNvPr id="971" name="Google Shape;971;p41"/>
            <p:cNvCxnSpPr/>
            <p:nvPr/>
          </p:nvCxnSpPr>
          <p:spPr>
            <a:xfrm>
              <a:off x="2536390" y="1720004"/>
              <a:ext cx="0" cy="58500"/>
            </a:xfrm>
            <a:prstGeom prst="straightConnector1">
              <a:avLst/>
            </a:prstGeom>
            <a:noFill/>
            <a:ln w="21150" cap="flat" cmpd="sng">
              <a:solidFill>
                <a:srgbClr val="000000"/>
              </a:solidFill>
              <a:prstDash val="solid"/>
              <a:round/>
              <a:headEnd type="none" w="med" len="med"/>
              <a:tailEnd type="none" w="med" len="med"/>
            </a:ln>
          </p:spPr>
        </p:cxnSp>
        <p:cxnSp>
          <p:nvCxnSpPr>
            <p:cNvPr id="972" name="Google Shape;972;p41"/>
            <p:cNvCxnSpPr/>
            <p:nvPr/>
          </p:nvCxnSpPr>
          <p:spPr>
            <a:xfrm>
              <a:off x="2447139" y="1720004"/>
              <a:ext cx="0" cy="58500"/>
            </a:xfrm>
            <a:prstGeom prst="straightConnector1">
              <a:avLst/>
            </a:prstGeom>
            <a:noFill/>
            <a:ln w="21150" cap="flat" cmpd="sng">
              <a:solidFill>
                <a:srgbClr val="000000"/>
              </a:solidFill>
              <a:prstDash val="solid"/>
              <a:round/>
              <a:headEnd type="none" w="med" len="med"/>
              <a:tailEnd type="none" w="med" len="med"/>
            </a:ln>
          </p:spPr>
        </p:cxnSp>
        <p:sp>
          <p:nvSpPr>
            <p:cNvPr id="973" name="Google Shape;973;p41"/>
            <p:cNvSpPr/>
            <p:nvPr/>
          </p:nvSpPr>
          <p:spPr>
            <a:xfrm rot="-902105">
              <a:off x="2435043" y="1992053"/>
              <a:ext cx="363131" cy="608806"/>
            </a:xfrm>
            <a:prstGeom prst="roundRect">
              <a:avLst>
                <a:gd name="adj" fmla="val 8047"/>
              </a:avLst>
            </a:prstGeom>
            <a:noFill/>
            <a:ln w="21150" cap="flat" cmpd="sng">
              <a:solidFill>
                <a:srgbClr val="000000"/>
              </a:solidFill>
              <a:prstDash val="solid"/>
              <a:round/>
              <a:headEnd type="none" w="sm" len="sm"/>
              <a:tailEnd type="none" w="sm" len="sm"/>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974" name="Google Shape;974;p41"/>
            <p:cNvSpPr/>
            <p:nvPr/>
          </p:nvSpPr>
          <p:spPr>
            <a:xfrm rot="902105" flipH="1">
              <a:off x="1934423" y="1992053"/>
              <a:ext cx="363131" cy="608806"/>
            </a:xfrm>
            <a:prstGeom prst="roundRect">
              <a:avLst>
                <a:gd name="adj" fmla="val 8047"/>
              </a:avLst>
            </a:prstGeom>
            <a:solidFill>
              <a:srgbClr val="A47FA7"/>
            </a:solidFill>
            <a:ln>
              <a:noFill/>
            </a:ln>
          </p:spPr>
          <p:txBody>
            <a:bodyPr spcFirstLastPara="1" wrap="square" lIns="101500" tIns="101500" rIns="101500" bIns="101500" anchor="ctr" anchorCtr="0">
              <a:noAutofit/>
            </a:bodyPr>
            <a:lstStyle/>
            <a:p>
              <a:pPr marL="0" lvl="0" indent="0" algn="ctr" rtl="0">
                <a:spcBef>
                  <a:spcPts val="0"/>
                </a:spcBef>
                <a:spcAft>
                  <a:spcPts val="0"/>
                </a:spcAft>
                <a:buNone/>
              </a:pPr>
              <a:endParaRPr sz="1554">
                <a:solidFill>
                  <a:srgbClr val="000000"/>
                </a:solidFill>
                <a:latin typeface="DM Sans"/>
                <a:ea typeface="DM Sans"/>
                <a:cs typeface="DM Sans"/>
                <a:sym typeface="DM Sans"/>
              </a:endParaRPr>
            </a:p>
          </p:txBody>
        </p:sp>
        <p:sp>
          <p:nvSpPr>
            <p:cNvPr id="975" name="Google Shape;975;p41"/>
            <p:cNvSpPr txBox="1"/>
            <p:nvPr/>
          </p:nvSpPr>
          <p:spPr>
            <a:xfrm>
              <a:off x="3714905" y="2755878"/>
              <a:ext cx="1714200" cy="961800"/>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a:latin typeface="DM Sans SemiBold"/>
                  <a:ea typeface="DM Sans SemiBold"/>
                  <a:cs typeface="DM Sans SemiBold"/>
                  <a:sym typeface="DM Sans SemiBold"/>
                </a:rPr>
                <a:t>Content-creation for Web Dev Dept. Nearing Deadline</a:t>
              </a:r>
              <a:endParaRPr sz="1332">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0"/>
                </a:spcAft>
                <a:buNone/>
              </a:pPr>
              <a:endParaRPr sz="1110">
                <a:latin typeface="DM Sans"/>
                <a:ea typeface="DM Sans"/>
                <a:cs typeface="DM Sans"/>
                <a:sym typeface="DM Sans"/>
              </a:endParaRPr>
            </a:p>
            <a:p>
              <a:pPr marL="0" lvl="0" indent="0" algn="ctr" rtl="0">
                <a:lnSpc>
                  <a:spcPct val="115000"/>
                </a:lnSpc>
                <a:spcBef>
                  <a:spcPts val="222"/>
                </a:spcBef>
                <a:spcAft>
                  <a:spcPts val="222"/>
                </a:spcAft>
                <a:buNone/>
              </a:pPr>
              <a:r>
                <a:rPr lang="en" sz="1110">
                  <a:latin typeface="DM Sans"/>
                  <a:ea typeface="DM Sans"/>
                  <a:cs typeface="DM Sans"/>
                  <a:sym typeface="DM Sans"/>
                </a:rPr>
                <a:t>Issued: 28th May, 2026</a:t>
              </a:r>
              <a:endParaRPr sz="1110">
                <a:solidFill>
                  <a:srgbClr val="000000"/>
                </a:solidFill>
                <a:latin typeface="DM Sans"/>
                <a:ea typeface="DM Sans"/>
                <a:cs typeface="DM Sans"/>
                <a:sym typeface="DM Sans"/>
              </a:endParaRPr>
            </a:p>
          </p:txBody>
        </p:sp>
        <p:sp>
          <p:nvSpPr>
            <p:cNvPr id="976" name="Google Shape;976;p41"/>
            <p:cNvSpPr txBox="1"/>
            <p:nvPr/>
          </p:nvSpPr>
          <p:spPr>
            <a:xfrm>
              <a:off x="5920562" y="2755751"/>
              <a:ext cx="1714200" cy="961800"/>
            </a:xfrm>
            <a:prstGeom prst="rect">
              <a:avLst/>
            </a:prstGeom>
            <a:noFill/>
            <a:ln>
              <a:noFill/>
            </a:ln>
          </p:spPr>
          <p:txBody>
            <a:bodyPr spcFirstLastPara="1" wrap="square" lIns="101500" tIns="101500" rIns="101500" bIns="101500" anchor="t" anchorCtr="0">
              <a:noAutofit/>
            </a:bodyPr>
            <a:lstStyle/>
            <a:p>
              <a:pPr marL="0" lvl="0" indent="0" algn="ctr" rtl="0">
                <a:lnSpc>
                  <a:spcPct val="115000"/>
                </a:lnSpc>
                <a:spcBef>
                  <a:spcPts val="0"/>
                </a:spcBef>
                <a:spcAft>
                  <a:spcPts val="0"/>
                </a:spcAft>
                <a:buNone/>
              </a:pPr>
              <a:r>
                <a:rPr lang="en" sz="1332" dirty="0">
                  <a:latin typeface="DM Sans SemiBold"/>
                  <a:ea typeface="DM Sans SemiBold"/>
                  <a:cs typeface="DM Sans SemiBold"/>
                  <a:sym typeface="DM Sans SemiBold"/>
                </a:rPr>
                <a:t>Web Dev Dept. Annual Idea of the Year Brainstorm Meet</a:t>
              </a:r>
              <a:endParaRPr sz="1332" dirty="0">
                <a:solidFill>
                  <a:srgbClr val="000000"/>
                </a:solidFill>
                <a:latin typeface="DM Sans SemiBold"/>
                <a:ea typeface="DM Sans SemiBold"/>
                <a:cs typeface="DM Sans SemiBold"/>
                <a:sym typeface="DM Sans SemiBold"/>
              </a:endParaRPr>
            </a:p>
            <a:p>
              <a:pPr marL="0" lvl="0" indent="0" algn="ctr" rtl="0">
                <a:lnSpc>
                  <a:spcPct val="115000"/>
                </a:lnSpc>
                <a:spcBef>
                  <a:spcPts val="222"/>
                </a:spcBef>
                <a:spcAft>
                  <a:spcPts val="222"/>
                </a:spcAft>
                <a:buNone/>
              </a:pPr>
              <a:endParaRPr lang="en" sz="1110" dirty="0">
                <a:latin typeface="DM Sans"/>
                <a:ea typeface="DM Sans"/>
                <a:cs typeface="DM Sans"/>
                <a:sym typeface="DM Sans"/>
              </a:endParaRPr>
            </a:p>
            <a:p>
              <a:pPr marL="0" lvl="0" indent="0" algn="ctr" rtl="0">
                <a:lnSpc>
                  <a:spcPct val="115000"/>
                </a:lnSpc>
                <a:spcBef>
                  <a:spcPts val="222"/>
                </a:spcBef>
                <a:spcAft>
                  <a:spcPts val="222"/>
                </a:spcAft>
                <a:buNone/>
              </a:pPr>
              <a:r>
                <a:rPr lang="en" sz="1110" dirty="0">
                  <a:latin typeface="DM Sans"/>
                  <a:ea typeface="DM Sans"/>
                  <a:cs typeface="DM Sans"/>
                  <a:sym typeface="DM Sans"/>
                </a:rPr>
                <a:t>Issued: 30th May, 2026</a:t>
              </a:r>
              <a:r>
                <a:rPr lang="en" sz="1110" dirty="0">
                  <a:solidFill>
                    <a:srgbClr val="000000"/>
                  </a:solidFill>
                  <a:latin typeface="DM Sans"/>
                  <a:ea typeface="DM Sans"/>
                  <a:cs typeface="DM Sans"/>
                  <a:sym typeface="DM Sans"/>
                </a:rPr>
                <a:t> </a:t>
              </a:r>
              <a:endParaRPr sz="1110" dirty="0">
                <a:solidFill>
                  <a:srgbClr val="000000"/>
                </a:solidFill>
                <a:latin typeface="DM Sans"/>
                <a:ea typeface="DM Sans"/>
                <a:cs typeface="DM Sans"/>
                <a:sym typeface="DM Sans"/>
              </a:endParaRPr>
            </a:p>
          </p:txBody>
        </p:sp>
      </p:grpSp>
      <p:sp>
        <p:nvSpPr>
          <p:cNvPr id="977" name="Google Shape;977;p41"/>
          <p:cNvSpPr/>
          <p:nvPr/>
        </p:nvSpPr>
        <p:spPr>
          <a:xfrm rot="3599210">
            <a:off x="8871639" y="3380083"/>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2" name="Google Shape;925;p40">
            <a:extLst>
              <a:ext uri="{FF2B5EF4-FFF2-40B4-BE49-F238E27FC236}">
                <a16:creationId xmlns:a16="http://schemas.microsoft.com/office/drawing/2014/main" id="{7AF3BA7B-518E-19A4-8B1C-574595F2BA80}"/>
              </a:ext>
            </a:extLst>
          </p:cNvPr>
          <p:cNvSpPr/>
          <p:nvPr/>
        </p:nvSpPr>
        <p:spPr>
          <a:xfrm>
            <a:off x="0" y="5287029"/>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grpSp>
        <p:nvGrpSpPr>
          <p:cNvPr id="3" name="Google Shape;738;p35">
            <a:extLst>
              <a:ext uri="{FF2B5EF4-FFF2-40B4-BE49-F238E27FC236}">
                <a16:creationId xmlns:a16="http://schemas.microsoft.com/office/drawing/2014/main" id="{E6A371D4-AF70-F193-50AB-F0B662D02EB6}"/>
              </a:ext>
            </a:extLst>
          </p:cNvPr>
          <p:cNvGrpSpPr/>
          <p:nvPr/>
        </p:nvGrpSpPr>
        <p:grpSpPr>
          <a:xfrm>
            <a:off x="972646" y="-2331714"/>
            <a:ext cx="7198689" cy="2113737"/>
            <a:chOff x="637000" y="1416450"/>
            <a:chExt cx="7870000" cy="2310600"/>
          </a:xfrm>
        </p:grpSpPr>
        <p:sp>
          <p:nvSpPr>
            <p:cNvPr id="34" name="Google Shape;739;p35">
              <a:extLst>
                <a:ext uri="{FF2B5EF4-FFF2-40B4-BE49-F238E27FC236}">
                  <a16:creationId xmlns:a16="http://schemas.microsoft.com/office/drawing/2014/main" id="{BA94C824-A194-23FC-9A83-7FBF9BB9E255}"/>
                </a:ext>
              </a:extLst>
            </p:cNvPr>
            <p:cNvSpPr/>
            <p:nvPr/>
          </p:nvSpPr>
          <p:spPr>
            <a:xfrm>
              <a:off x="63700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35" name="Google Shape;740;p35">
              <a:extLst>
                <a:ext uri="{FF2B5EF4-FFF2-40B4-BE49-F238E27FC236}">
                  <a16:creationId xmlns:a16="http://schemas.microsoft.com/office/drawing/2014/main" id="{390F7A53-FDA7-A165-463F-BEC816A3DB7B}"/>
                </a:ext>
              </a:extLst>
            </p:cNvPr>
            <p:cNvSpPr/>
            <p:nvPr/>
          </p:nvSpPr>
          <p:spPr>
            <a:xfrm>
              <a:off x="641250" y="1826750"/>
              <a:ext cx="2524200" cy="848400"/>
            </a:xfrm>
            <a:prstGeom prst="homePlate">
              <a:avLst>
                <a:gd name="adj" fmla="val 50581"/>
              </a:avLst>
            </a:prstGeom>
            <a:solidFill>
              <a:srgbClr val="E0F0A9"/>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36" name="Google Shape;741;p35">
              <a:extLst>
                <a:ext uri="{FF2B5EF4-FFF2-40B4-BE49-F238E27FC236}">
                  <a16:creationId xmlns:a16="http://schemas.microsoft.com/office/drawing/2014/main" id="{2BED3515-6EFF-87D3-CC20-547CA628C3B0}"/>
                </a:ext>
              </a:extLst>
            </p:cNvPr>
            <p:cNvSpPr txBox="1"/>
            <p:nvPr/>
          </p:nvSpPr>
          <p:spPr>
            <a:xfrm>
              <a:off x="63700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DPS Satna Educational…</a:t>
              </a:r>
              <a:endParaRPr sz="2378" b="1">
                <a:latin typeface="Barlow Semi Condensed"/>
                <a:ea typeface="Barlow Semi Condensed"/>
                <a:cs typeface="Barlow Semi Condensed"/>
                <a:sym typeface="Barlow Semi Condensed"/>
              </a:endParaRPr>
            </a:p>
          </p:txBody>
        </p:sp>
        <p:sp>
          <p:nvSpPr>
            <p:cNvPr id="37" name="Google Shape;742;p35">
              <a:extLst>
                <a:ext uri="{FF2B5EF4-FFF2-40B4-BE49-F238E27FC236}">
                  <a16:creationId xmlns:a16="http://schemas.microsoft.com/office/drawing/2014/main" id="{98CACBB0-B31A-19D4-769B-CF7B16B0EF27}"/>
                </a:ext>
              </a:extLst>
            </p:cNvPr>
            <p:cNvSpPr txBox="1"/>
            <p:nvPr/>
          </p:nvSpPr>
          <p:spPr>
            <a:xfrm>
              <a:off x="63700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 single-page website for DPS Satna to introduce viewers to its facilities and generate leads for admissions.</a:t>
              </a:r>
              <a:endParaRPr sz="1098">
                <a:latin typeface="Barlow Semi Condensed"/>
                <a:ea typeface="Barlow Semi Condensed"/>
                <a:cs typeface="Barlow Semi Condensed"/>
                <a:sym typeface="Barlow Semi Condensed"/>
              </a:endParaRPr>
            </a:p>
          </p:txBody>
        </p:sp>
        <p:sp>
          <p:nvSpPr>
            <p:cNvPr id="38" name="Google Shape;743;p35">
              <a:extLst>
                <a:ext uri="{FF2B5EF4-FFF2-40B4-BE49-F238E27FC236}">
                  <a16:creationId xmlns:a16="http://schemas.microsoft.com/office/drawing/2014/main" id="{6EE2BD63-A6E9-8B75-D464-D749BF18C2D9}"/>
                </a:ext>
              </a:extLst>
            </p:cNvPr>
            <p:cNvSpPr txBox="1"/>
            <p:nvPr/>
          </p:nvSpPr>
          <p:spPr>
            <a:xfrm>
              <a:off x="63700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13th May, 2026</a:t>
              </a:r>
              <a:endParaRPr sz="823">
                <a:latin typeface="Barlow Semi Condensed SemiBold"/>
                <a:ea typeface="Barlow Semi Condensed SemiBold"/>
                <a:cs typeface="Barlow Semi Condensed SemiBold"/>
                <a:sym typeface="Barlow Semi Condensed SemiBold"/>
              </a:endParaRPr>
            </a:p>
          </p:txBody>
        </p:sp>
        <p:sp>
          <p:nvSpPr>
            <p:cNvPr id="39" name="Google Shape;744;p35">
              <a:extLst>
                <a:ext uri="{FF2B5EF4-FFF2-40B4-BE49-F238E27FC236}">
                  <a16:creationId xmlns:a16="http://schemas.microsoft.com/office/drawing/2014/main" id="{482A285F-32F3-B291-CE73-2D9EA145C47E}"/>
                </a:ext>
              </a:extLst>
            </p:cNvPr>
            <p:cNvSpPr/>
            <p:nvPr/>
          </p:nvSpPr>
          <p:spPr>
            <a:xfrm>
              <a:off x="3307775"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40" name="Google Shape;745;p35">
              <a:extLst>
                <a:ext uri="{FF2B5EF4-FFF2-40B4-BE49-F238E27FC236}">
                  <a16:creationId xmlns:a16="http://schemas.microsoft.com/office/drawing/2014/main" id="{4BE3C142-EB5B-C57B-8122-07A539463D55}"/>
                </a:ext>
              </a:extLst>
            </p:cNvPr>
            <p:cNvSpPr/>
            <p:nvPr/>
          </p:nvSpPr>
          <p:spPr>
            <a:xfrm>
              <a:off x="3312025" y="1826750"/>
              <a:ext cx="2524200" cy="848400"/>
            </a:xfrm>
            <a:prstGeom prst="homePlate">
              <a:avLst>
                <a:gd name="adj" fmla="val 50581"/>
              </a:avLst>
            </a:prstGeom>
            <a:solidFill>
              <a:srgbClr val="F3C1E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41" name="Google Shape;746;p35">
              <a:extLst>
                <a:ext uri="{FF2B5EF4-FFF2-40B4-BE49-F238E27FC236}">
                  <a16:creationId xmlns:a16="http://schemas.microsoft.com/office/drawing/2014/main" id="{DF007F40-EE88-0445-CA43-972C7FFD918F}"/>
                </a:ext>
              </a:extLst>
            </p:cNvPr>
            <p:cNvSpPr txBox="1"/>
            <p:nvPr/>
          </p:nvSpPr>
          <p:spPr>
            <a:xfrm>
              <a:off x="3307775"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API Creation for Deli Foods</a:t>
              </a:r>
              <a:endParaRPr sz="2378" b="1">
                <a:latin typeface="Barlow Semi Condensed"/>
                <a:ea typeface="Barlow Semi Condensed"/>
                <a:cs typeface="Barlow Semi Condensed"/>
                <a:sym typeface="Barlow Semi Condensed"/>
              </a:endParaRPr>
            </a:p>
          </p:txBody>
        </p:sp>
        <p:sp>
          <p:nvSpPr>
            <p:cNvPr id="42" name="Google Shape;747;p35">
              <a:extLst>
                <a:ext uri="{FF2B5EF4-FFF2-40B4-BE49-F238E27FC236}">
                  <a16:creationId xmlns:a16="http://schemas.microsoft.com/office/drawing/2014/main" id="{8D67A832-4214-F404-2F7B-7631995F4FA5}"/>
                </a:ext>
              </a:extLst>
            </p:cNvPr>
            <p:cNvSpPr txBox="1"/>
            <p:nvPr/>
          </p:nvSpPr>
          <p:spPr>
            <a:xfrm>
              <a:off x="3307775"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An API for Deli Foods’ delivery app, based on the REST model.</a:t>
              </a:r>
              <a:endParaRPr sz="1098">
                <a:latin typeface="Barlow Semi Condensed"/>
                <a:ea typeface="Barlow Semi Condensed"/>
                <a:cs typeface="Barlow Semi Condensed"/>
                <a:sym typeface="Barlow Semi Condensed"/>
              </a:endParaRPr>
            </a:p>
          </p:txBody>
        </p:sp>
        <p:sp>
          <p:nvSpPr>
            <p:cNvPr id="43" name="Google Shape;748;p35">
              <a:extLst>
                <a:ext uri="{FF2B5EF4-FFF2-40B4-BE49-F238E27FC236}">
                  <a16:creationId xmlns:a16="http://schemas.microsoft.com/office/drawing/2014/main" id="{9087A4B7-96B5-412A-BFA2-3C94A422FB43}"/>
                </a:ext>
              </a:extLst>
            </p:cNvPr>
            <p:cNvSpPr txBox="1"/>
            <p:nvPr/>
          </p:nvSpPr>
          <p:spPr>
            <a:xfrm>
              <a:off x="3307775"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16th May, 2026</a:t>
              </a:r>
              <a:endParaRPr sz="823">
                <a:latin typeface="Barlow Semi Condensed SemiBold"/>
                <a:ea typeface="Barlow Semi Condensed SemiBold"/>
                <a:cs typeface="Barlow Semi Condensed SemiBold"/>
                <a:sym typeface="Barlow Semi Condensed SemiBold"/>
              </a:endParaRPr>
            </a:p>
          </p:txBody>
        </p:sp>
        <p:sp>
          <p:nvSpPr>
            <p:cNvPr id="44" name="Google Shape;749;p35">
              <a:extLst>
                <a:ext uri="{FF2B5EF4-FFF2-40B4-BE49-F238E27FC236}">
                  <a16:creationId xmlns:a16="http://schemas.microsoft.com/office/drawing/2014/main" id="{CB6E3F50-2FCC-2AF8-6D14-9C8DB287BED1}"/>
                </a:ext>
              </a:extLst>
            </p:cNvPr>
            <p:cNvSpPr/>
            <p:nvPr/>
          </p:nvSpPr>
          <p:spPr>
            <a:xfrm>
              <a:off x="597855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45" name="Google Shape;750;p35">
              <a:extLst>
                <a:ext uri="{FF2B5EF4-FFF2-40B4-BE49-F238E27FC236}">
                  <a16:creationId xmlns:a16="http://schemas.microsoft.com/office/drawing/2014/main" id="{A91A4DB4-A6DA-A648-6D02-3A8B7B47866A}"/>
                </a:ext>
              </a:extLst>
            </p:cNvPr>
            <p:cNvSpPr/>
            <p:nvPr/>
          </p:nvSpPr>
          <p:spPr>
            <a:xfrm>
              <a:off x="5982800" y="1826750"/>
              <a:ext cx="2524200" cy="848400"/>
            </a:xfrm>
            <a:prstGeom prst="homePlate">
              <a:avLst>
                <a:gd name="adj" fmla="val 50581"/>
              </a:avLst>
            </a:prstGeom>
            <a:solidFill>
              <a:srgbClr val="DDC0A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46" name="Google Shape;751;p35">
              <a:extLst>
                <a:ext uri="{FF2B5EF4-FFF2-40B4-BE49-F238E27FC236}">
                  <a16:creationId xmlns:a16="http://schemas.microsoft.com/office/drawing/2014/main" id="{A7441ECE-1E7A-A330-045F-4280C7476909}"/>
                </a:ext>
              </a:extLst>
            </p:cNvPr>
            <p:cNvSpPr txBox="1"/>
            <p:nvPr/>
          </p:nvSpPr>
          <p:spPr>
            <a:xfrm>
              <a:off x="597855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Gamified Learning Portal</a:t>
              </a:r>
              <a:endParaRPr sz="2378" b="1">
                <a:latin typeface="Barlow Semi Condensed"/>
                <a:ea typeface="Barlow Semi Condensed"/>
                <a:cs typeface="Barlow Semi Condensed"/>
                <a:sym typeface="Barlow Semi Condensed"/>
              </a:endParaRPr>
            </a:p>
          </p:txBody>
        </p:sp>
        <p:sp>
          <p:nvSpPr>
            <p:cNvPr id="47" name="Google Shape;752;p35">
              <a:extLst>
                <a:ext uri="{FF2B5EF4-FFF2-40B4-BE49-F238E27FC236}">
                  <a16:creationId xmlns:a16="http://schemas.microsoft.com/office/drawing/2014/main" id="{4FF3EDB5-AFB4-2E95-7AAC-C541E960CC5C}"/>
                </a:ext>
              </a:extLst>
            </p:cNvPr>
            <p:cNvSpPr txBox="1"/>
            <p:nvPr/>
          </p:nvSpPr>
          <p:spPr>
            <a:xfrm>
              <a:off x="597855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 gamified portal, complete with front-end and back-end, to encourage students to study, for Khan Academy.</a:t>
              </a:r>
              <a:endParaRPr sz="1098">
                <a:latin typeface="Barlow Semi Condensed"/>
                <a:ea typeface="Barlow Semi Condensed"/>
                <a:cs typeface="Barlow Semi Condensed"/>
                <a:sym typeface="Barlow Semi Condensed"/>
              </a:endParaRPr>
            </a:p>
          </p:txBody>
        </p:sp>
        <p:sp>
          <p:nvSpPr>
            <p:cNvPr id="48" name="Google Shape;753;p35">
              <a:extLst>
                <a:ext uri="{FF2B5EF4-FFF2-40B4-BE49-F238E27FC236}">
                  <a16:creationId xmlns:a16="http://schemas.microsoft.com/office/drawing/2014/main" id="{C83D433C-9B7A-1CCC-AB0F-3C305028FCF8}"/>
                </a:ext>
              </a:extLst>
            </p:cNvPr>
            <p:cNvSpPr txBox="1"/>
            <p:nvPr/>
          </p:nvSpPr>
          <p:spPr>
            <a:xfrm>
              <a:off x="597855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5th June, 2026</a:t>
              </a:r>
              <a:endParaRPr sz="823">
                <a:latin typeface="Barlow Semi Condensed SemiBold"/>
                <a:ea typeface="Barlow Semi Condensed SemiBold"/>
                <a:cs typeface="Barlow Semi Condensed SemiBold"/>
                <a:sym typeface="Barlow Semi Condensed SemiBold"/>
              </a:endParaRPr>
            </a:p>
          </p:txBody>
        </p:sp>
      </p:grpSp>
      <p:grpSp>
        <p:nvGrpSpPr>
          <p:cNvPr id="4" name="Google Shape;986;p42">
            <a:extLst>
              <a:ext uri="{FF2B5EF4-FFF2-40B4-BE49-F238E27FC236}">
                <a16:creationId xmlns:a16="http://schemas.microsoft.com/office/drawing/2014/main" id="{C696724C-E886-2CED-64B7-5E0FF172E510}"/>
              </a:ext>
            </a:extLst>
          </p:cNvPr>
          <p:cNvGrpSpPr/>
          <p:nvPr/>
        </p:nvGrpSpPr>
        <p:grpSpPr>
          <a:xfrm>
            <a:off x="909197" y="-4330534"/>
            <a:ext cx="7199038" cy="1497818"/>
            <a:chOff x="224750" y="1667275"/>
            <a:chExt cx="8694491" cy="1808959"/>
          </a:xfrm>
        </p:grpSpPr>
        <p:sp>
          <p:nvSpPr>
            <p:cNvPr id="5" name="Google Shape;987;p42">
              <a:extLst>
                <a:ext uri="{FF2B5EF4-FFF2-40B4-BE49-F238E27FC236}">
                  <a16:creationId xmlns:a16="http://schemas.microsoft.com/office/drawing/2014/main" id="{B685C18C-497A-4CC5-603F-8F53C42020AA}"/>
                </a:ext>
              </a:extLst>
            </p:cNvPr>
            <p:cNvSpPr/>
            <p:nvPr/>
          </p:nvSpPr>
          <p:spPr>
            <a:xfrm>
              <a:off x="6123541" y="1671434"/>
              <a:ext cx="2795700" cy="1804800"/>
            </a:xfrm>
            <a:prstGeom prst="rect">
              <a:avLst/>
            </a:prstGeom>
            <a:solidFill>
              <a:srgbClr val="F1ECE8"/>
            </a:solidFill>
            <a:ln>
              <a:noFill/>
            </a:ln>
          </p:spPr>
          <p:txBody>
            <a:bodyPr spcFirstLastPara="1" wrap="square" lIns="75700" tIns="75700" rIns="75700" bIns="75700" anchor="ctr" anchorCtr="0">
              <a:noAutofit/>
            </a:bodyPr>
            <a:lstStyle/>
            <a:p>
              <a:pPr marL="0" lvl="0" indent="0" algn="ctr" rtl="0">
                <a:spcBef>
                  <a:spcPts val="0"/>
                </a:spcBef>
                <a:spcAft>
                  <a:spcPts val="0"/>
                </a:spcAft>
                <a:buNone/>
              </a:pPr>
              <a:endParaRPr sz="1159">
                <a:latin typeface="Darker Grotesque"/>
                <a:ea typeface="Darker Grotesque"/>
                <a:cs typeface="Darker Grotesque"/>
                <a:sym typeface="Darker Grotesque"/>
              </a:endParaRPr>
            </a:p>
          </p:txBody>
        </p:sp>
        <p:pic>
          <p:nvPicPr>
            <p:cNvPr id="6" name="Google Shape;988;p42" descr="A businesswoman smiles and stands with her arms crossed. ">
              <a:extLst>
                <a:ext uri="{FF2B5EF4-FFF2-40B4-BE49-F238E27FC236}">
                  <a16:creationId xmlns:a16="http://schemas.microsoft.com/office/drawing/2014/main" id="{B6E9BD22-B3D3-EDF5-86AD-7E803795270B}"/>
                </a:ext>
              </a:extLst>
            </p:cNvPr>
            <p:cNvPicPr preferRelativeResize="0"/>
            <p:nvPr/>
          </p:nvPicPr>
          <p:blipFill rotWithShape="1">
            <a:blip r:embed="rId3">
              <a:alphaModFix/>
            </a:blip>
            <a:srcRect l="6783" t="9293" r="-1776" b="26303"/>
            <a:stretch/>
          </p:blipFill>
          <p:spPr>
            <a:xfrm>
              <a:off x="7167519" y="1701057"/>
              <a:ext cx="1714200" cy="1743600"/>
            </a:xfrm>
            <a:prstGeom prst="snip2DiagRect">
              <a:avLst>
                <a:gd name="adj1" fmla="val 0"/>
                <a:gd name="adj2" fmla="val 16667"/>
              </a:avLst>
            </a:prstGeom>
            <a:noFill/>
            <a:ln>
              <a:noFill/>
            </a:ln>
          </p:spPr>
        </p:pic>
        <p:sp>
          <p:nvSpPr>
            <p:cNvPr id="7" name="Google Shape;989;p42">
              <a:extLst>
                <a:ext uri="{FF2B5EF4-FFF2-40B4-BE49-F238E27FC236}">
                  <a16:creationId xmlns:a16="http://schemas.microsoft.com/office/drawing/2014/main" id="{1951C53C-4036-C4CA-F13C-2ECE60BCCC0E}"/>
                </a:ext>
              </a:extLst>
            </p:cNvPr>
            <p:cNvSpPr txBox="1"/>
            <p:nvPr/>
          </p:nvSpPr>
          <p:spPr>
            <a:xfrm>
              <a:off x="6123551" y="1683125"/>
              <a:ext cx="1804500" cy="923400"/>
            </a:xfrm>
            <a:prstGeom prst="rect">
              <a:avLst/>
            </a:prstGeom>
            <a:noFill/>
            <a:ln>
              <a:noFill/>
            </a:ln>
          </p:spPr>
          <p:txBody>
            <a:bodyPr spcFirstLastPara="1" wrap="square" lIns="53000" tIns="75700" rIns="75700" bIns="75700" anchor="t" anchorCtr="0">
              <a:noAutofit/>
            </a:bodyPr>
            <a:lstStyle/>
            <a:p>
              <a:pPr marL="0" lvl="0" indent="0" algn="l" rtl="0">
                <a:lnSpc>
                  <a:spcPct val="60000"/>
                </a:lnSpc>
                <a:spcBef>
                  <a:spcPts val="0"/>
                </a:spcBef>
                <a:spcAft>
                  <a:spcPts val="0"/>
                </a:spcAft>
                <a:buSzPts val="706"/>
                <a:buNone/>
              </a:pPr>
              <a:r>
                <a:rPr lang="en" sz="3312">
                  <a:solidFill>
                    <a:srgbClr val="274E13"/>
                  </a:solidFill>
                  <a:latin typeface="Darker Grotesque ExtraBold"/>
                  <a:ea typeface="Darker Grotesque ExtraBold"/>
                  <a:cs typeface="Darker Grotesque ExtraBold"/>
                  <a:sym typeface="Darker Grotesque ExtraBold"/>
                </a:rPr>
                <a:t>Angela</a:t>
              </a:r>
              <a:endParaRPr sz="3312">
                <a:solidFill>
                  <a:srgbClr val="274E13"/>
                </a:solidFill>
                <a:latin typeface="Darker Grotesque ExtraBold"/>
                <a:ea typeface="Darker Grotesque ExtraBold"/>
                <a:cs typeface="Darker Grotesque ExtraBold"/>
                <a:sym typeface="Darker Grotesque ExtraBold"/>
              </a:endParaRPr>
            </a:p>
          </p:txBody>
        </p:sp>
        <p:sp>
          <p:nvSpPr>
            <p:cNvPr id="8" name="Google Shape;990;p42">
              <a:extLst>
                <a:ext uri="{FF2B5EF4-FFF2-40B4-BE49-F238E27FC236}">
                  <a16:creationId xmlns:a16="http://schemas.microsoft.com/office/drawing/2014/main" id="{526731A5-71ED-6FE4-02E2-B969084EAF7A}"/>
                </a:ext>
              </a:extLst>
            </p:cNvPr>
            <p:cNvSpPr/>
            <p:nvPr/>
          </p:nvSpPr>
          <p:spPr>
            <a:xfrm>
              <a:off x="224766" y="1667275"/>
              <a:ext cx="2795100" cy="1804800"/>
            </a:xfrm>
            <a:prstGeom prst="rect">
              <a:avLst/>
            </a:prstGeom>
            <a:solidFill>
              <a:srgbClr val="024A36"/>
            </a:solidFill>
            <a:ln>
              <a:noFill/>
            </a:ln>
          </p:spPr>
          <p:txBody>
            <a:bodyPr spcFirstLastPara="1" wrap="square" lIns="75700" tIns="75700" rIns="75700" bIns="75700" anchor="ctr" anchorCtr="0">
              <a:noAutofit/>
            </a:bodyPr>
            <a:lstStyle/>
            <a:p>
              <a:pPr marL="0" lvl="0" indent="0" algn="ctr" rtl="0">
                <a:spcBef>
                  <a:spcPts val="0"/>
                </a:spcBef>
                <a:spcAft>
                  <a:spcPts val="0"/>
                </a:spcAft>
                <a:buNone/>
              </a:pPr>
              <a:endParaRPr sz="1159">
                <a:latin typeface="Darker Grotesque"/>
                <a:ea typeface="Darker Grotesque"/>
                <a:cs typeface="Darker Grotesque"/>
                <a:sym typeface="Darker Grotesque"/>
              </a:endParaRPr>
            </a:p>
          </p:txBody>
        </p:sp>
        <p:pic>
          <p:nvPicPr>
            <p:cNvPr id="9" name="Google Shape;991;p42" descr="A man in a blue shirt stands in a bright office. ">
              <a:extLst>
                <a:ext uri="{FF2B5EF4-FFF2-40B4-BE49-F238E27FC236}">
                  <a16:creationId xmlns:a16="http://schemas.microsoft.com/office/drawing/2014/main" id="{AB19F6D1-23FF-2533-B731-DEFFE7DCCEBC}"/>
                </a:ext>
              </a:extLst>
            </p:cNvPr>
            <p:cNvPicPr preferRelativeResize="0"/>
            <p:nvPr/>
          </p:nvPicPr>
          <p:blipFill rotWithShape="1">
            <a:blip r:embed="rId4">
              <a:alphaModFix/>
            </a:blip>
            <a:srcRect l="7471" t="13526" r="8580" b="29572"/>
            <a:stretch/>
          </p:blipFill>
          <p:spPr>
            <a:xfrm>
              <a:off x="1268580" y="1696894"/>
              <a:ext cx="1714200" cy="1743300"/>
            </a:xfrm>
            <a:prstGeom prst="snip2DiagRect">
              <a:avLst>
                <a:gd name="adj1" fmla="val 0"/>
                <a:gd name="adj2" fmla="val 16667"/>
              </a:avLst>
            </a:prstGeom>
            <a:noFill/>
            <a:ln>
              <a:noFill/>
            </a:ln>
          </p:spPr>
        </p:pic>
        <p:sp>
          <p:nvSpPr>
            <p:cNvPr id="10" name="Google Shape;992;p42">
              <a:extLst>
                <a:ext uri="{FF2B5EF4-FFF2-40B4-BE49-F238E27FC236}">
                  <a16:creationId xmlns:a16="http://schemas.microsoft.com/office/drawing/2014/main" id="{C53C0235-8D9E-50BB-6483-83206E23F5C4}"/>
                </a:ext>
              </a:extLst>
            </p:cNvPr>
            <p:cNvSpPr txBox="1"/>
            <p:nvPr/>
          </p:nvSpPr>
          <p:spPr>
            <a:xfrm>
              <a:off x="224775" y="1678950"/>
              <a:ext cx="1804500" cy="927600"/>
            </a:xfrm>
            <a:prstGeom prst="rect">
              <a:avLst/>
            </a:prstGeom>
            <a:noFill/>
            <a:ln>
              <a:noFill/>
            </a:ln>
          </p:spPr>
          <p:txBody>
            <a:bodyPr spcFirstLastPara="1" wrap="square" lIns="53000" tIns="75700" rIns="75700" bIns="75700" anchor="t" anchorCtr="0">
              <a:noAutofit/>
            </a:bodyPr>
            <a:lstStyle/>
            <a:p>
              <a:pPr marL="0" lvl="0" indent="0" algn="l" rtl="0">
                <a:lnSpc>
                  <a:spcPct val="60000"/>
                </a:lnSpc>
                <a:spcBef>
                  <a:spcPts val="0"/>
                </a:spcBef>
                <a:spcAft>
                  <a:spcPts val="0"/>
                </a:spcAft>
                <a:buNone/>
              </a:pPr>
              <a:r>
                <a:rPr lang="en" sz="3312">
                  <a:solidFill>
                    <a:srgbClr val="D9EAD3"/>
                  </a:solidFill>
                  <a:latin typeface="Darker Grotesque ExtraBold"/>
                  <a:ea typeface="Darker Grotesque ExtraBold"/>
                  <a:cs typeface="Darker Grotesque ExtraBold"/>
                  <a:sym typeface="Darker Grotesque ExtraBold"/>
                </a:rPr>
                <a:t>Varun</a:t>
              </a:r>
              <a:endParaRPr sz="3312">
                <a:solidFill>
                  <a:srgbClr val="D9EAD3"/>
                </a:solidFill>
                <a:latin typeface="Darker Grotesque ExtraBold"/>
                <a:ea typeface="Darker Grotesque ExtraBold"/>
                <a:cs typeface="Darker Grotesque ExtraBold"/>
                <a:sym typeface="Darker Grotesque ExtraBold"/>
              </a:endParaRPr>
            </a:p>
            <a:p>
              <a:pPr marL="0" lvl="0" indent="0" algn="l" rtl="0">
                <a:lnSpc>
                  <a:spcPct val="60000"/>
                </a:lnSpc>
                <a:spcBef>
                  <a:spcPts val="0"/>
                </a:spcBef>
                <a:spcAft>
                  <a:spcPts val="0"/>
                </a:spcAft>
                <a:buNone/>
              </a:pPr>
              <a:endParaRPr sz="3312">
                <a:solidFill>
                  <a:srgbClr val="D9EAD3"/>
                </a:solidFill>
                <a:latin typeface="Darker Grotesque ExtraBold"/>
                <a:ea typeface="Darker Grotesque ExtraBold"/>
                <a:cs typeface="Darker Grotesque ExtraBold"/>
                <a:sym typeface="Darker Grotesque ExtraBold"/>
              </a:endParaRPr>
            </a:p>
          </p:txBody>
        </p:sp>
        <p:sp>
          <p:nvSpPr>
            <p:cNvPr id="11" name="Google Shape;993;p42">
              <a:extLst>
                <a:ext uri="{FF2B5EF4-FFF2-40B4-BE49-F238E27FC236}">
                  <a16:creationId xmlns:a16="http://schemas.microsoft.com/office/drawing/2014/main" id="{D74DEFF5-26DE-C972-603B-E52046A8B779}"/>
                </a:ext>
              </a:extLst>
            </p:cNvPr>
            <p:cNvSpPr txBox="1"/>
            <p:nvPr/>
          </p:nvSpPr>
          <p:spPr>
            <a:xfrm>
              <a:off x="224750" y="2762275"/>
              <a:ext cx="1039800" cy="709800"/>
            </a:xfrm>
            <a:prstGeom prst="rect">
              <a:avLst/>
            </a:prstGeom>
            <a:noFill/>
            <a:ln>
              <a:noFill/>
            </a:ln>
          </p:spPr>
          <p:txBody>
            <a:bodyPr spcFirstLastPara="1" wrap="square" lIns="75700" tIns="75700" rIns="75700" bIns="75700" anchor="b" anchorCtr="0">
              <a:noAutofit/>
            </a:bodyPr>
            <a:lstStyle/>
            <a:p>
              <a:pPr marL="0" lvl="0" indent="0" algn="l" rtl="0">
                <a:spcBef>
                  <a:spcPts val="0"/>
                </a:spcBef>
                <a:spcAft>
                  <a:spcPts val="0"/>
                </a:spcAft>
                <a:buNone/>
              </a:pPr>
              <a:r>
                <a:rPr lang="en" sz="745">
                  <a:solidFill>
                    <a:srgbClr val="D9EAD3"/>
                  </a:solidFill>
                  <a:latin typeface="Darker Grotesque Medium"/>
                  <a:ea typeface="Darker Grotesque Medium"/>
                  <a:cs typeface="Darker Grotesque Medium"/>
                  <a:sym typeface="Darker Grotesque Medium"/>
                </a:rPr>
                <a:t>Department Head /</a:t>
              </a:r>
              <a:endParaRPr sz="745">
                <a:solidFill>
                  <a:srgbClr val="D9EAD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a:solidFill>
                    <a:srgbClr val="D9EAD3"/>
                  </a:solidFill>
                  <a:latin typeface="Darker Grotesque Medium"/>
                  <a:ea typeface="Darker Grotesque Medium"/>
                  <a:cs typeface="Darker Grotesque Medium"/>
                  <a:sym typeface="Darker Grotesque Medium"/>
                </a:rPr>
                <a:t>20+ Years of Experience in Web Dev &amp; Web Ops</a:t>
              </a:r>
              <a:endParaRPr sz="745">
                <a:solidFill>
                  <a:srgbClr val="D9EAD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endParaRPr sz="745">
                <a:solidFill>
                  <a:srgbClr val="D9EAD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a:solidFill>
                    <a:srgbClr val="D9EAD3"/>
                  </a:solidFill>
                  <a:latin typeface="Darker Grotesque Medium"/>
                  <a:ea typeface="Darker Grotesque Medium"/>
                  <a:cs typeface="Darker Grotesque Medium"/>
                  <a:sym typeface="Darker Grotesque Medium"/>
                </a:rPr>
                <a:t>varun@email.com</a:t>
              </a:r>
              <a:endParaRPr sz="745">
                <a:solidFill>
                  <a:srgbClr val="D9EAD3"/>
                </a:solidFill>
                <a:latin typeface="Darker Grotesque Medium"/>
                <a:ea typeface="Darker Grotesque Medium"/>
                <a:cs typeface="Darker Grotesque Medium"/>
                <a:sym typeface="Darker Grotesque Medium"/>
              </a:endParaRPr>
            </a:p>
          </p:txBody>
        </p:sp>
        <p:sp>
          <p:nvSpPr>
            <p:cNvPr id="12" name="Google Shape;994;p42">
              <a:extLst>
                <a:ext uri="{FF2B5EF4-FFF2-40B4-BE49-F238E27FC236}">
                  <a16:creationId xmlns:a16="http://schemas.microsoft.com/office/drawing/2014/main" id="{EF42DB73-59DB-20C1-56B7-E36DDEB260A9}"/>
                </a:ext>
              </a:extLst>
            </p:cNvPr>
            <p:cNvSpPr/>
            <p:nvPr/>
          </p:nvSpPr>
          <p:spPr>
            <a:xfrm>
              <a:off x="3174147" y="1670256"/>
              <a:ext cx="2795100" cy="1804800"/>
            </a:xfrm>
            <a:prstGeom prst="rect">
              <a:avLst/>
            </a:prstGeom>
            <a:solidFill>
              <a:srgbClr val="A1D7E6"/>
            </a:solidFill>
            <a:ln>
              <a:noFill/>
            </a:ln>
          </p:spPr>
          <p:txBody>
            <a:bodyPr spcFirstLastPara="1" wrap="square" lIns="75700" tIns="75700" rIns="75700" bIns="75700" anchor="ctr" anchorCtr="0">
              <a:noAutofit/>
            </a:bodyPr>
            <a:lstStyle/>
            <a:p>
              <a:pPr marL="0" lvl="0" indent="0" algn="ctr" rtl="0">
                <a:spcBef>
                  <a:spcPts val="0"/>
                </a:spcBef>
                <a:spcAft>
                  <a:spcPts val="0"/>
                </a:spcAft>
                <a:buNone/>
              </a:pPr>
              <a:endParaRPr sz="1159">
                <a:latin typeface="Darker Grotesque"/>
                <a:ea typeface="Darker Grotesque"/>
                <a:cs typeface="Darker Grotesque"/>
                <a:sym typeface="Darker Grotesque"/>
              </a:endParaRPr>
            </a:p>
          </p:txBody>
        </p:sp>
        <p:pic>
          <p:nvPicPr>
            <p:cNvPr id="13" name="Google Shape;995;p42" descr="A woman stands in a modern office while holding files and papers. ">
              <a:extLst>
                <a:ext uri="{FF2B5EF4-FFF2-40B4-BE49-F238E27FC236}">
                  <a16:creationId xmlns:a16="http://schemas.microsoft.com/office/drawing/2014/main" id="{A633DF5C-C925-5911-A1D8-EB4833763446}"/>
                </a:ext>
              </a:extLst>
            </p:cNvPr>
            <p:cNvPicPr preferRelativeResize="0"/>
            <p:nvPr/>
          </p:nvPicPr>
          <p:blipFill rotWithShape="1">
            <a:blip r:embed="rId5">
              <a:alphaModFix/>
            </a:blip>
            <a:srcRect l="21347" t="3230" r="30183" b="22866"/>
            <a:stretch/>
          </p:blipFill>
          <p:spPr>
            <a:xfrm>
              <a:off x="4217961" y="1699875"/>
              <a:ext cx="1714200" cy="1743300"/>
            </a:xfrm>
            <a:prstGeom prst="snip2DiagRect">
              <a:avLst>
                <a:gd name="adj1" fmla="val 0"/>
                <a:gd name="adj2" fmla="val 16667"/>
              </a:avLst>
            </a:prstGeom>
            <a:noFill/>
            <a:ln>
              <a:noFill/>
            </a:ln>
          </p:spPr>
        </p:pic>
        <p:sp>
          <p:nvSpPr>
            <p:cNvPr id="14" name="Google Shape;996;p42">
              <a:extLst>
                <a:ext uri="{FF2B5EF4-FFF2-40B4-BE49-F238E27FC236}">
                  <a16:creationId xmlns:a16="http://schemas.microsoft.com/office/drawing/2014/main" id="{DD0949DB-B92D-417B-E013-58C23EE8548A}"/>
                </a:ext>
              </a:extLst>
            </p:cNvPr>
            <p:cNvSpPr txBox="1"/>
            <p:nvPr/>
          </p:nvSpPr>
          <p:spPr>
            <a:xfrm>
              <a:off x="3174146" y="1681957"/>
              <a:ext cx="1943400" cy="923400"/>
            </a:xfrm>
            <a:prstGeom prst="rect">
              <a:avLst/>
            </a:prstGeom>
            <a:noFill/>
            <a:ln>
              <a:noFill/>
            </a:ln>
          </p:spPr>
          <p:txBody>
            <a:bodyPr spcFirstLastPara="1" wrap="square" lIns="53000" tIns="75700" rIns="75700" bIns="75700" anchor="t" anchorCtr="0">
              <a:noAutofit/>
            </a:bodyPr>
            <a:lstStyle/>
            <a:p>
              <a:pPr marL="0" lvl="0" indent="0" algn="l" rtl="0">
                <a:lnSpc>
                  <a:spcPct val="60000"/>
                </a:lnSpc>
                <a:spcBef>
                  <a:spcPts val="0"/>
                </a:spcBef>
                <a:spcAft>
                  <a:spcPts val="0"/>
                </a:spcAft>
                <a:buNone/>
              </a:pPr>
              <a:r>
                <a:rPr lang="en" sz="3312">
                  <a:solidFill>
                    <a:srgbClr val="0C343D"/>
                  </a:solidFill>
                  <a:latin typeface="Darker Grotesque ExtraBold"/>
                  <a:ea typeface="Darker Grotesque ExtraBold"/>
                  <a:cs typeface="Darker Grotesque ExtraBold"/>
                  <a:sym typeface="Darker Grotesque ExtraBold"/>
                </a:rPr>
                <a:t>Alankriti</a:t>
              </a:r>
              <a:endParaRPr sz="3312">
                <a:solidFill>
                  <a:srgbClr val="0C343D"/>
                </a:solidFill>
                <a:latin typeface="Darker Grotesque ExtraBold"/>
                <a:ea typeface="Darker Grotesque ExtraBold"/>
                <a:cs typeface="Darker Grotesque ExtraBold"/>
                <a:sym typeface="Darker Grotesque ExtraBold"/>
              </a:endParaRPr>
            </a:p>
          </p:txBody>
        </p:sp>
        <p:sp>
          <p:nvSpPr>
            <p:cNvPr id="15" name="Google Shape;997;p42">
              <a:extLst>
                <a:ext uri="{FF2B5EF4-FFF2-40B4-BE49-F238E27FC236}">
                  <a16:creationId xmlns:a16="http://schemas.microsoft.com/office/drawing/2014/main" id="{7A71B9B4-9E99-C728-F779-69BB66FAF8F3}"/>
                </a:ext>
              </a:extLst>
            </p:cNvPr>
            <p:cNvSpPr txBox="1"/>
            <p:nvPr/>
          </p:nvSpPr>
          <p:spPr>
            <a:xfrm>
              <a:off x="3174150" y="2762275"/>
              <a:ext cx="1039800" cy="709800"/>
            </a:xfrm>
            <a:prstGeom prst="rect">
              <a:avLst/>
            </a:prstGeom>
            <a:noFill/>
            <a:ln>
              <a:noFill/>
            </a:ln>
          </p:spPr>
          <p:txBody>
            <a:bodyPr spcFirstLastPara="1" wrap="square" lIns="75700" tIns="75700" rIns="75700" bIns="75700" anchor="b" anchorCtr="0">
              <a:noAutofit/>
            </a:bodyPr>
            <a:lstStyle/>
            <a:p>
              <a:pPr marL="0" lvl="0" indent="0" algn="l" rtl="0">
                <a:spcBef>
                  <a:spcPts val="0"/>
                </a:spcBef>
                <a:spcAft>
                  <a:spcPts val="0"/>
                </a:spcAft>
                <a:buNone/>
              </a:pPr>
              <a:r>
                <a:rPr lang="en" sz="745" dirty="0">
                  <a:solidFill>
                    <a:srgbClr val="0C343D"/>
                  </a:solidFill>
                  <a:latin typeface="Darker Grotesque Medium"/>
                  <a:ea typeface="Darker Grotesque Medium"/>
                  <a:cs typeface="Darker Grotesque Medium"/>
                  <a:sym typeface="Darker Grotesque Medium"/>
                </a:rPr>
                <a:t>Senior Front-End Developer /</a:t>
              </a:r>
              <a:endParaRPr sz="745" dirty="0">
                <a:solidFill>
                  <a:srgbClr val="0C343D"/>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dirty="0">
                  <a:solidFill>
                    <a:srgbClr val="0C343D"/>
                  </a:solidFill>
                  <a:latin typeface="Darker Grotesque Medium"/>
                  <a:ea typeface="Darker Grotesque Medium"/>
                  <a:cs typeface="Darker Grotesque Medium"/>
                  <a:sym typeface="Darker Grotesque Medium"/>
                </a:rPr>
                <a:t>7+ Years of Experience in Front-End Development</a:t>
              </a:r>
              <a:endParaRPr sz="745" dirty="0">
                <a:solidFill>
                  <a:srgbClr val="0C343D"/>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endParaRPr sz="745" dirty="0">
                <a:solidFill>
                  <a:srgbClr val="0C343D"/>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dirty="0">
                  <a:solidFill>
                    <a:srgbClr val="0C343D"/>
                  </a:solidFill>
                  <a:latin typeface="Darker Grotesque Medium"/>
                  <a:ea typeface="Darker Grotesque Medium"/>
                  <a:cs typeface="Darker Grotesque Medium"/>
                  <a:sym typeface="Darker Grotesque Medium"/>
                </a:rPr>
                <a:t>alan@email.com</a:t>
              </a:r>
              <a:endParaRPr sz="745" dirty="0">
                <a:solidFill>
                  <a:srgbClr val="0C343D"/>
                </a:solidFill>
                <a:latin typeface="Darker Grotesque Medium"/>
                <a:ea typeface="Darker Grotesque Medium"/>
                <a:cs typeface="Darker Grotesque Medium"/>
                <a:sym typeface="Darker Grotesque Medium"/>
              </a:endParaRPr>
            </a:p>
          </p:txBody>
        </p:sp>
        <p:sp>
          <p:nvSpPr>
            <p:cNvPr id="16" name="Google Shape;998;p42">
              <a:extLst>
                <a:ext uri="{FF2B5EF4-FFF2-40B4-BE49-F238E27FC236}">
                  <a16:creationId xmlns:a16="http://schemas.microsoft.com/office/drawing/2014/main" id="{9864CF5E-71E0-530C-60F4-ED0EF2FD5BBF}"/>
                </a:ext>
              </a:extLst>
            </p:cNvPr>
            <p:cNvSpPr txBox="1"/>
            <p:nvPr/>
          </p:nvSpPr>
          <p:spPr>
            <a:xfrm>
              <a:off x="6123525" y="2762275"/>
              <a:ext cx="1039800" cy="709800"/>
            </a:xfrm>
            <a:prstGeom prst="rect">
              <a:avLst/>
            </a:prstGeom>
            <a:noFill/>
            <a:ln>
              <a:noFill/>
            </a:ln>
          </p:spPr>
          <p:txBody>
            <a:bodyPr spcFirstLastPara="1" wrap="square" lIns="75700" tIns="75700" rIns="75700" bIns="75700" anchor="b" anchorCtr="0">
              <a:noAutofit/>
            </a:bodyPr>
            <a:lstStyle/>
            <a:p>
              <a:pPr marL="0" lvl="0" indent="0" algn="l" rtl="0">
                <a:spcBef>
                  <a:spcPts val="0"/>
                </a:spcBef>
                <a:spcAft>
                  <a:spcPts val="0"/>
                </a:spcAft>
                <a:buNone/>
              </a:pPr>
              <a:r>
                <a:rPr lang="en" sz="745">
                  <a:solidFill>
                    <a:srgbClr val="274E13"/>
                  </a:solidFill>
                  <a:latin typeface="Darker Grotesque Medium"/>
                  <a:ea typeface="Darker Grotesque Medium"/>
                  <a:cs typeface="Darker Grotesque Medium"/>
                  <a:sym typeface="Darker Grotesque Medium"/>
                </a:rPr>
                <a:t>Senior Back-End Developer /</a:t>
              </a:r>
              <a:endParaRPr sz="745">
                <a:solidFill>
                  <a:srgbClr val="274E1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a:solidFill>
                    <a:srgbClr val="274E13"/>
                  </a:solidFill>
                  <a:latin typeface="Darker Grotesque Medium"/>
                  <a:ea typeface="Darker Grotesque Medium"/>
                  <a:cs typeface="Darker Grotesque Medium"/>
                  <a:sym typeface="Darker Grotesque Medium"/>
                </a:rPr>
                <a:t>8+ Years of Experience in Back-End Development</a:t>
              </a:r>
              <a:endParaRPr sz="745">
                <a:solidFill>
                  <a:srgbClr val="274E1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endParaRPr sz="745">
                <a:solidFill>
                  <a:srgbClr val="274E1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a:solidFill>
                    <a:srgbClr val="274E13"/>
                  </a:solidFill>
                  <a:latin typeface="Darker Grotesque Medium"/>
                  <a:ea typeface="Darker Grotesque Medium"/>
                  <a:cs typeface="Darker Grotesque Medium"/>
                  <a:sym typeface="Darker Grotesque Medium"/>
                </a:rPr>
                <a:t>angela@email.com</a:t>
              </a:r>
              <a:endParaRPr sz="745">
                <a:solidFill>
                  <a:srgbClr val="274E13"/>
                </a:solidFill>
                <a:latin typeface="Darker Grotesque Medium"/>
                <a:ea typeface="Darker Grotesque Medium"/>
                <a:cs typeface="Darker Grotesque Medium"/>
                <a:sym typeface="Darker Grotesque Medium"/>
              </a:endParaRPr>
            </a:p>
          </p:txBody>
        </p:sp>
      </p:grpSp>
      <p:sp>
        <p:nvSpPr>
          <p:cNvPr id="17" name="Google Shape;999;p42">
            <a:extLst>
              <a:ext uri="{FF2B5EF4-FFF2-40B4-BE49-F238E27FC236}">
                <a16:creationId xmlns:a16="http://schemas.microsoft.com/office/drawing/2014/main" id="{5D11D0D7-E5F7-4036-17B9-9A36DAB3D53D}"/>
              </a:ext>
            </a:extLst>
          </p:cNvPr>
          <p:cNvSpPr txBox="1"/>
          <p:nvPr/>
        </p:nvSpPr>
        <p:spPr>
          <a:xfrm>
            <a:off x="254723" y="-4220654"/>
            <a:ext cx="22806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Dela Gothic One"/>
                <a:ea typeface="Dela Gothic One"/>
                <a:cs typeface="Dela Gothic One"/>
                <a:sym typeface="Dela Gothic One"/>
              </a:rPr>
              <a:t>My Team</a:t>
            </a:r>
            <a:endParaRPr sz="1300" dirty="0">
              <a:solidFill>
                <a:schemeClr val="accent1"/>
              </a:solidFill>
              <a:latin typeface="Dela Gothic One"/>
              <a:ea typeface="Dela Gothic One"/>
              <a:cs typeface="Dela Gothic One"/>
              <a:sym typeface="Dela Gothic One"/>
            </a:endParaRPr>
          </a:p>
        </p:txBody>
      </p:sp>
      <p:sp>
        <p:nvSpPr>
          <p:cNvPr id="18" name="Google Shape;1017;p42">
            <a:extLst>
              <a:ext uri="{FF2B5EF4-FFF2-40B4-BE49-F238E27FC236}">
                <a16:creationId xmlns:a16="http://schemas.microsoft.com/office/drawing/2014/main" id="{540DCCB8-C863-F318-589E-C8D4247F834B}"/>
              </a:ext>
            </a:extLst>
          </p:cNvPr>
          <p:cNvSpPr txBox="1"/>
          <p:nvPr/>
        </p:nvSpPr>
        <p:spPr>
          <a:xfrm>
            <a:off x="278909" y="-2671894"/>
            <a:ext cx="22806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Dela Gothic One"/>
                <a:ea typeface="Dela Gothic One"/>
                <a:cs typeface="Dela Gothic One"/>
                <a:sym typeface="Dela Gothic One"/>
              </a:rPr>
              <a:t>Ongoing Projects</a:t>
            </a:r>
            <a:endParaRPr sz="1300" dirty="0">
              <a:solidFill>
                <a:schemeClr val="accent1"/>
              </a:solidFill>
              <a:latin typeface="Dela Gothic One"/>
              <a:ea typeface="Dela Gothic One"/>
              <a:cs typeface="Dela Gothic One"/>
              <a:sym typeface="Dela Gothic One"/>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981"/>
        <p:cNvGrpSpPr/>
        <p:nvPr/>
      </p:nvGrpSpPr>
      <p:grpSpPr>
        <a:xfrm>
          <a:off x="0" y="0"/>
          <a:ext cx="0" cy="0"/>
          <a:chOff x="0" y="0"/>
          <a:chExt cx="0" cy="0"/>
        </a:xfrm>
      </p:grpSpPr>
      <p:sp>
        <p:nvSpPr>
          <p:cNvPr id="983" name="Google Shape;983;p42"/>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Wed Dev Dept.</a:t>
            </a:r>
            <a:endParaRPr sz="2700">
              <a:solidFill>
                <a:srgbClr val="EFBC3F"/>
              </a:solidFill>
              <a:latin typeface="Dela Gothic One"/>
              <a:ea typeface="Dela Gothic One"/>
              <a:cs typeface="Dela Gothic One"/>
              <a:sym typeface="Dela Gothic One"/>
            </a:endParaRPr>
          </a:p>
        </p:txBody>
      </p:sp>
      <p:sp>
        <p:nvSpPr>
          <p:cNvPr id="984" name="Google Shape;984;p42"/>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85" name="Google Shape;985;p42"/>
          <p:cNvSpPr/>
          <p:nvPr/>
        </p:nvSpPr>
        <p:spPr>
          <a:xfrm>
            <a:off x="8926800" y="0"/>
            <a:ext cx="217200" cy="17886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986" name="Google Shape;986;p42"/>
          <p:cNvGrpSpPr/>
          <p:nvPr/>
        </p:nvGrpSpPr>
        <p:grpSpPr>
          <a:xfrm>
            <a:off x="972475" y="1622618"/>
            <a:ext cx="7199038" cy="1497818"/>
            <a:chOff x="224750" y="1667275"/>
            <a:chExt cx="8694491" cy="1808959"/>
          </a:xfrm>
        </p:grpSpPr>
        <p:sp>
          <p:nvSpPr>
            <p:cNvPr id="987" name="Google Shape;987;p42"/>
            <p:cNvSpPr/>
            <p:nvPr/>
          </p:nvSpPr>
          <p:spPr>
            <a:xfrm>
              <a:off x="6123541" y="1671434"/>
              <a:ext cx="2795700" cy="1804800"/>
            </a:xfrm>
            <a:prstGeom prst="rect">
              <a:avLst/>
            </a:prstGeom>
            <a:solidFill>
              <a:srgbClr val="F1ECE8"/>
            </a:solidFill>
            <a:ln>
              <a:noFill/>
            </a:ln>
          </p:spPr>
          <p:txBody>
            <a:bodyPr spcFirstLastPara="1" wrap="square" lIns="75700" tIns="75700" rIns="75700" bIns="75700" anchor="ctr" anchorCtr="0">
              <a:noAutofit/>
            </a:bodyPr>
            <a:lstStyle/>
            <a:p>
              <a:pPr marL="0" lvl="0" indent="0" algn="ctr" rtl="0">
                <a:spcBef>
                  <a:spcPts val="0"/>
                </a:spcBef>
                <a:spcAft>
                  <a:spcPts val="0"/>
                </a:spcAft>
                <a:buNone/>
              </a:pPr>
              <a:endParaRPr sz="1159">
                <a:latin typeface="Darker Grotesque"/>
                <a:ea typeface="Darker Grotesque"/>
                <a:cs typeface="Darker Grotesque"/>
                <a:sym typeface="Darker Grotesque"/>
              </a:endParaRPr>
            </a:p>
          </p:txBody>
        </p:sp>
        <p:pic>
          <p:nvPicPr>
            <p:cNvPr id="988" name="Google Shape;988;p42" descr="A businesswoman smiles and stands with her arms crossed. "/>
            <p:cNvPicPr preferRelativeResize="0"/>
            <p:nvPr/>
          </p:nvPicPr>
          <p:blipFill rotWithShape="1">
            <a:blip r:embed="rId3">
              <a:alphaModFix/>
            </a:blip>
            <a:srcRect l="6783" t="9293" r="-1776" b="26303"/>
            <a:stretch/>
          </p:blipFill>
          <p:spPr>
            <a:xfrm>
              <a:off x="7167519" y="1701057"/>
              <a:ext cx="1714200" cy="1743600"/>
            </a:xfrm>
            <a:prstGeom prst="snip2DiagRect">
              <a:avLst>
                <a:gd name="adj1" fmla="val 0"/>
                <a:gd name="adj2" fmla="val 16667"/>
              </a:avLst>
            </a:prstGeom>
            <a:noFill/>
            <a:ln>
              <a:noFill/>
            </a:ln>
          </p:spPr>
        </p:pic>
        <p:sp>
          <p:nvSpPr>
            <p:cNvPr id="989" name="Google Shape;989;p42"/>
            <p:cNvSpPr txBox="1"/>
            <p:nvPr/>
          </p:nvSpPr>
          <p:spPr>
            <a:xfrm>
              <a:off x="6123551" y="1683125"/>
              <a:ext cx="1804500" cy="923400"/>
            </a:xfrm>
            <a:prstGeom prst="rect">
              <a:avLst/>
            </a:prstGeom>
            <a:noFill/>
            <a:ln>
              <a:noFill/>
            </a:ln>
          </p:spPr>
          <p:txBody>
            <a:bodyPr spcFirstLastPara="1" wrap="square" lIns="53000" tIns="75700" rIns="75700" bIns="75700" anchor="t" anchorCtr="0">
              <a:noAutofit/>
            </a:bodyPr>
            <a:lstStyle/>
            <a:p>
              <a:pPr marL="0" lvl="0" indent="0" algn="l" rtl="0">
                <a:lnSpc>
                  <a:spcPct val="60000"/>
                </a:lnSpc>
                <a:spcBef>
                  <a:spcPts val="0"/>
                </a:spcBef>
                <a:spcAft>
                  <a:spcPts val="0"/>
                </a:spcAft>
                <a:buSzPts val="706"/>
                <a:buNone/>
              </a:pPr>
              <a:r>
                <a:rPr lang="en" sz="3312">
                  <a:solidFill>
                    <a:srgbClr val="274E13"/>
                  </a:solidFill>
                  <a:latin typeface="Darker Grotesque ExtraBold"/>
                  <a:ea typeface="Darker Grotesque ExtraBold"/>
                  <a:cs typeface="Darker Grotesque ExtraBold"/>
                  <a:sym typeface="Darker Grotesque ExtraBold"/>
                </a:rPr>
                <a:t>Angela</a:t>
              </a:r>
              <a:endParaRPr sz="3312">
                <a:solidFill>
                  <a:srgbClr val="274E13"/>
                </a:solidFill>
                <a:latin typeface="Darker Grotesque ExtraBold"/>
                <a:ea typeface="Darker Grotesque ExtraBold"/>
                <a:cs typeface="Darker Grotesque ExtraBold"/>
                <a:sym typeface="Darker Grotesque ExtraBold"/>
              </a:endParaRPr>
            </a:p>
          </p:txBody>
        </p:sp>
        <p:sp>
          <p:nvSpPr>
            <p:cNvPr id="990" name="Google Shape;990;p42"/>
            <p:cNvSpPr/>
            <p:nvPr/>
          </p:nvSpPr>
          <p:spPr>
            <a:xfrm>
              <a:off x="224766" y="1667275"/>
              <a:ext cx="2795100" cy="1804800"/>
            </a:xfrm>
            <a:prstGeom prst="rect">
              <a:avLst/>
            </a:prstGeom>
            <a:solidFill>
              <a:srgbClr val="024A36"/>
            </a:solidFill>
            <a:ln>
              <a:noFill/>
            </a:ln>
          </p:spPr>
          <p:txBody>
            <a:bodyPr spcFirstLastPara="1" wrap="square" lIns="75700" tIns="75700" rIns="75700" bIns="75700" anchor="ctr" anchorCtr="0">
              <a:noAutofit/>
            </a:bodyPr>
            <a:lstStyle/>
            <a:p>
              <a:pPr marL="0" lvl="0" indent="0" algn="ctr" rtl="0">
                <a:spcBef>
                  <a:spcPts val="0"/>
                </a:spcBef>
                <a:spcAft>
                  <a:spcPts val="0"/>
                </a:spcAft>
                <a:buNone/>
              </a:pPr>
              <a:endParaRPr sz="1159">
                <a:latin typeface="Darker Grotesque"/>
                <a:ea typeface="Darker Grotesque"/>
                <a:cs typeface="Darker Grotesque"/>
                <a:sym typeface="Darker Grotesque"/>
              </a:endParaRPr>
            </a:p>
          </p:txBody>
        </p:sp>
        <p:pic>
          <p:nvPicPr>
            <p:cNvPr id="991" name="Google Shape;991;p42" descr="A man in a blue shirt stands in a bright office. "/>
            <p:cNvPicPr preferRelativeResize="0"/>
            <p:nvPr/>
          </p:nvPicPr>
          <p:blipFill rotWithShape="1">
            <a:blip r:embed="rId4">
              <a:alphaModFix/>
            </a:blip>
            <a:srcRect l="7471" t="13526" r="8580" b="29572"/>
            <a:stretch/>
          </p:blipFill>
          <p:spPr>
            <a:xfrm>
              <a:off x="1268580" y="1696894"/>
              <a:ext cx="1714200" cy="1743300"/>
            </a:xfrm>
            <a:prstGeom prst="snip2DiagRect">
              <a:avLst>
                <a:gd name="adj1" fmla="val 0"/>
                <a:gd name="adj2" fmla="val 16667"/>
              </a:avLst>
            </a:prstGeom>
            <a:noFill/>
            <a:ln>
              <a:noFill/>
            </a:ln>
          </p:spPr>
        </p:pic>
        <p:sp>
          <p:nvSpPr>
            <p:cNvPr id="992" name="Google Shape;992;p42"/>
            <p:cNvSpPr txBox="1"/>
            <p:nvPr/>
          </p:nvSpPr>
          <p:spPr>
            <a:xfrm>
              <a:off x="224775" y="1678950"/>
              <a:ext cx="1804500" cy="927600"/>
            </a:xfrm>
            <a:prstGeom prst="rect">
              <a:avLst/>
            </a:prstGeom>
            <a:noFill/>
            <a:ln>
              <a:noFill/>
            </a:ln>
          </p:spPr>
          <p:txBody>
            <a:bodyPr spcFirstLastPara="1" wrap="square" lIns="53000" tIns="75700" rIns="75700" bIns="75700" anchor="t" anchorCtr="0">
              <a:noAutofit/>
            </a:bodyPr>
            <a:lstStyle/>
            <a:p>
              <a:pPr marL="0" lvl="0" indent="0" algn="l" rtl="0">
                <a:lnSpc>
                  <a:spcPct val="60000"/>
                </a:lnSpc>
                <a:spcBef>
                  <a:spcPts val="0"/>
                </a:spcBef>
                <a:spcAft>
                  <a:spcPts val="0"/>
                </a:spcAft>
                <a:buNone/>
              </a:pPr>
              <a:r>
                <a:rPr lang="en" sz="3312">
                  <a:solidFill>
                    <a:srgbClr val="D9EAD3"/>
                  </a:solidFill>
                  <a:latin typeface="Darker Grotesque ExtraBold"/>
                  <a:ea typeface="Darker Grotesque ExtraBold"/>
                  <a:cs typeface="Darker Grotesque ExtraBold"/>
                  <a:sym typeface="Darker Grotesque ExtraBold"/>
                </a:rPr>
                <a:t>Varun</a:t>
              </a:r>
              <a:endParaRPr sz="3312">
                <a:solidFill>
                  <a:srgbClr val="D9EAD3"/>
                </a:solidFill>
                <a:latin typeface="Darker Grotesque ExtraBold"/>
                <a:ea typeface="Darker Grotesque ExtraBold"/>
                <a:cs typeface="Darker Grotesque ExtraBold"/>
                <a:sym typeface="Darker Grotesque ExtraBold"/>
              </a:endParaRPr>
            </a:p>
            <a:p>
              <a:pPr marL="0" lvl="0" indent="0" algn="l" rtl="0">
                <a:lnSpc>
                  <a:spcPct val="60000"/>
                </a:lnSpc>
                <a:spcBef>
                  <a:spcPts val="0"/>
                </a:spcBef>
                <a:spcAft>
                  <a:spcPts val="0"/>
                </a:spcAft>
                <a:buNone/>
              </a:pPr>
              <a:endParaRPr sz="3312">
                <a:solidFill>
                  <a:srgbClr val="D9EAD3"/>
                </a:solidFill>
                <a:latin typeface="Darker Grotesque ExtraBold"/>
                <a:ea typeface="Darker Grotesque ExtraBold"/>
                <a:cs typeface="Darker Grotesque ExtraBold"/>
                <a:sym typeface="Darker Grotesque ExtraBold"/>
              </a:endParaRPr>
            </a:p>
          </p:txBody>
        </p:sp>
        <p:sp>
          <p:nvSpPr>
            <p:cNvPr id="993" name="Google Shape;993;p42"/>
            <p:cNvSpPr txBox="1"/>
            <p:nvPr/>
          </p:nvSpPr>
          <p:spPr>
            <a:xfrm>
              <a:off x="224750" y="2762275"/>
              <a:ext cx="1039800" cy="709800"/>
            </a:xfrm>
            <a:prstGeom prst="rect">
              <a:avLst/>
            </a:prstGeom>
            <a:noFill/>
            <a:ln>
              <a:noFill/>
            </a:ln>
          </p:spPr>
          <p:txBody>
            <a:bodyPr spcFirstLastPara="1" wrap="square" lIns="75700" tIns="75700" rIns="75700" bIns="75700" anchor="b" anchorCtr="0">
              <a:noAutofit/>
            </a:bodyPr>
            <a:lstStyle/>
            <a:p>
              <a:pPr marL="0" lvl="0" indent="0" algn="l" rtl="0">
                <a:spcBef>
                  <a:spcPts val="0"/>
                </a:spcBef>
                <a:spcAft>
                  <a:spcPts val="0"/>
                </a:spcAft>
                <a:buNone/>
              </a:pPr>
              <a:r>
                <a:rPr lang="en" sz="745">
                  <a:solidFill>
                    <a:srgbClr val="D9EAD3"/>
                  </a:solidFill>
                  <a:latin typeface="Darker Grotesque Medium"/>
                  <a:ea typeface="Darker Grotesque Medium"/>
                  <a:cs typeface="Darker Grotesque Medium"/>
                  <a:sym typeface="Darker Grotesque Medium"/>
                </a:rPr>
                <a:t>Department Head /</a:t>
              </a:r>
              <a:endParaRPr sz="745">
                <a:solidFill>
                  <a:srgbClr val="D9EAD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a:solidFill>
                    <a:srgbClr val="D9EAD3"/>
                  </a:solidFill>
                  <a:latin typeface="Darker Grotesque Medium"/>
                  <a:ea typeface="Darker Grotesque Medium"/>
                  <a:cs typeface="Darker Grotesque Medium"/>
                  <a:sym typeface="Darker Grotesque Medium"/>
                </a:rPr>
                <a:t>20+ Years of Experience in Web Dev &amp; Web Ops</a:t>
              </a:r>
              <a:endParaRPr sz="745">
                <a:solidFill>
                  <a:srgbClr val="D9EAD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endParaRPr sz="745">
                <a:solidFill>
                  <a:srgbClr val="D9EAD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a:solidFill>
                    <a:srgbClr val="D9EAD3"/>
                  </a:solidFill>
                  <a:latin typeface="Darker Grotesque Medium"/>
                  <a:ea typeface="Darker Grotesque Medium"/>
                  <a:cs typeface="Darker Grotesque Medium"/>
                  <a:sym typeface="Darker Grotesque Medium"/>
                </a:rPr>
                <a:t>varun@email.com</a:t>
              </a:r>
              <a:endParaRPr sz="745">
                <a:solidFill>
                  <a:srgbClr val="D9EAD3"/>
                </a:solidFill>
                <a:latin typeface="Darker Grotesque Medium"/>
                <a:ea typeface="Darker Grotesque Medium"/>
                <a:cs typeface="Darker Grotesque Medium"/>
                <a:sym typeface="Darker Grotesque Medium"/>
              </a:endParaRPr>
            </a:p>
          </p:txBody>
        </p:sp>
        <p:sp>
          <p:nvSpPr>
            <p:cNvPr id="994" name="Google Shape;994;p42"/>
            <p:cNvSpPr/>
            <p:nvPr/>
          </p:nvSpPr>
          <p:spPr>
            <a:xfrm>
              <a:off x="3174147" y="1670256"/>
              <a:ext cx="2795100" cy="1804800"/>
            </a:xfrm>
            <a:prstGeom prst="rect">
              <a:avLst/>
            </a:prstGeom>
            <a:solidFill>
              <a:srgbClr val="A1D7E6"/>
            </a:solidFill>
            <a:ln>
              <a:noFill/>
            </a:ln>
          </p:spPr>
          <p:txBody>
            <a:bodyPr spcFirstLastPara="1" wrap="square" lIns="75700" tIns="75700" rIns="75700" bIns="75700" anchor="ctr" anchorCtr="0">
              <a:noAutofit/>
            </a:bodyPr>
            <a:lstStyle/>
            <a:p>
              <a:pPr marL="0" lvl="0" indent="0" algn="ctr" rtl="0">
                <a:spcBef>
                  <a:spcPts val="0"/>
                </a:spcBef>
                <a:spcAft>
                  <a:spcPts val="0"/>
                </a:spcAft>
                <a:buNone/>
              </a:pPr>
              <a:endParaRPr sz="1159">
                <a:latin typeface="Darker Grotesque"/>
                <a:ea typeface="Darker Grotesque"/>
                <a:cs typeface="Darker Grotesque"/>
                <a:sym typeface="Darker Grotesque"/>
              </a:endParaRPr>
            </a:p>
          </p:txBody>
        </p:sp>
        <p:pic>
          <p:nvPicPr>
            <p:cNvPr id="995" name="Google Shape;995;p42" descr="A woman stands in a modern office while holding files and papers. "/>
            <p:cNvPicPr preferRelativeResize="0"/>
            <p:nvPr/>
          </p:nvPicPr>
          <p:blipFill rotWithShape="1">
            <a:blip r:embed="rId5">
              <a:alphaModFix/>
            </a:blip>
            <a:srcRect l="21347" t="3230" r="30183" b="22866"/>
            <a:stretch/>
          </p:blipFill>
          <p:spPr>
            <a:xfrm>
              <a:off x="4217961" y="1699875"/>
              <a:ext cx="1714200" cy="1743300"/>
            </a:xfrm>
            <a:prstGeom prst="snip2DiagRect">
              <a:avLst>
                <a:gd name="adj1" fmla="val 0"/>
                <a:gd name="adj2" fmla="val 16667"/>
              </a:avLst>
            </a:prstGeom>
            <a:noFill/>
            <a:ln>
              <a:noFill/>
            </a:ln>
          </p:spPr>
        </p:pic>
        <p:sp>
          <p:nvSpPr>
            <p:cNvPr id="996" name="Google Shape;996;p42"/>
            <p:cNvSpPr txBox="1"/>
            <p:nvPr/>
          </p:nvSpPr>
          <p:spPr>
            <a:xfrm>
              <a:off x="3174146" y="1681957"/>
              <a:ext cx="1943400" cy="923400"/>
            </a:xfrm>
            <a:prstGeom prst="rect">
              <a:avLst/>
            </a:prstGeom>
            <a:noFill/>
            <a:ln>
              <a:noFill/>
            </a:ln>
          </p:spPr>
          <p:txBody>
            <a:bodyPr spcFirstLastPara="1" wrap="square" lIns="53000" tIns="75700" rIns="75700" bIns="75700" anchor="t" anchorCtr="0">
              <a:noAutofit/>
            </a:bodyPr>
            <a:lstStyle/>
            <a:p>
              <a:pPr marL="0" lvl="0" indent="0" algn="l" rtl="0">
                <a:lnSpc>
                  <a:spcPct val="60000"/>
                </a:lnSpc>
                <a:spcBef>
                  <a:spcPts val="0"/>
                </a:spcBef>
                <a:spcAft>
                  <a:spcPts val="0"/>
                </a:spcAft>
                <a:buNone/>
              </a:pPr>
              <a:r>
                <a:rPr lang="en" sz="3312">
                  <a:solidFill>
                    <a:srgbClr val="0C343D"/>
                  </a:solidFill>
                  <a:latin typeface="Darker Grotesque ExtraBold"/>
                  <a:ea typeface="Darker Grotesque ExtraBold"/>
                  <a:cs typeface="Darker Grotesque ExtraBold"/>
                  <a:sym typeface="Darker Grotesque ExtraBold"/>
                </a:rPr>
                <a:t>Alankriti</a:t>
              </a:r>
              <a:endParaRPr sz="3312">
                <a:solidFill>
                  <a:srgbClr val="0C343D"/>
                </a:solidFill>
                <a:latin typeface="Darker Grotesque ExtraBold"/>
                <a:ea typeface="Darker Grotesque ExtraBold"/>
                <a:cs typeface="Darker Grotesque ExtraBold"/>
                <a:sym typeface="Darker Grotesque ExtraBold"/>
              </a:endParaRPr>
            </a:p>
          </p:txBody>
        </p:sp>
        <p:sp>
          <p:nvSpPr>
            <p:cNvPr id="997" name="Google Shape;997;p42"/>
            <p:cNvSpPr txBox="1"/>
            <p:nvPr/>
          </p:nvSpPr>
          <p:spPr>
            <a:xfrm>
              <a:off x="3174150" y="2762275"/>
              <a:ext cx="1039800" cy="709800"/>
            </a:xfrm>
            <a:prstGeom prst="rect">
              <a:avLst/>
            </a:prstGeom>
            <a:noFill/>
            <a:ln>
              <a:noFill/>
            </a:ln>
          </p:spPr>
          <p:txBody>
            <a:bodyPr spcFirstLastPara="1" wrap="square" lIns="75700" tIns="75700" rIns="75700" bIns="75700" anchor="b" anchorCtr="0">
              <a:noAutofit/>
            </a:bodyPr>
            <a:lstStyle/>
            <a:p>
              <a:pPr marL="0" lvl="0" indent="0" algn="l" rtl="0">
                <a:spcBef>
                  <a:spcPts val="0"/>
                </a:spcBef>
                <a:spcAft>
                  <a:spcPts val="0"/>
                </a:spcAft>
                <a:buNone/>
              </a:pPr>
              <a:r>
                <a:rPr lang="en" sz="745" dirty="0">
                  <a:solidFill>
                    <a:srgbClr val="0C343D"/>
                  </a:solidFill>
                  <a:latin typeface="Darker Grotesque Medium"/>
                  <a:ea typeface="Darker Grotesque Medium"/>
                  <a:cs typeface="Darker Grotesque Medium"/>
                  <a:sym typeface="Darker Grotesque Medium"/>
                </a:rPr>
                <a:t>Senior Front-End Developer /</a:t>
              </a:r>
              <a:endParaRPr sz="745" dirty="0">
                <a:solidFill>
                  <a:srgbClr val="0C343D"/>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dirty="0">
                  <a:solidFill>
                    <a:srgbClr val="0C343D"/>
                  </a:solidFill>
                  <a:latin typeface="Darker Grotesque Medium"/>
                  <a:ea typeface="Darker Grotesque Medium"/>
                  <a:cs typeface="Darker Grotesque Medium"/>
                  <a:sym typeface="Darker Grotesque Medium"/>
                </a:rPr>
                <a:t>7+ Years of Experience in Front-End Development</a:t>
              </a:r>
              <a:endParaRPr sz="745" dirty="0">
                <a:solidFill>
                  <a:srgbClr val="0C343D"/>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endParaRPr sz="745" dirty="0">
                <a:solidFill>
                  <a:srgbClr val="0C343D"/>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dirty="0">
                  <a:solidFill>
                    <a:srgbClr val="0C343D"/>
                  </a:solidFill>
                  <a:latin typeface="Darker Grotesque Medium"/>
                  <a:ea typeface="Darker Grotesque Medium"/>
                  <a:cs typeface="Darker Grotesque Medium"/>
                  <a:sym typeface="Darker Grotesque Medium"/>
                </a:rPr>
                <a:t>alan@email.com</a:t>
              </a:r>
              <a:endParaRPr sz="745" dirty="0">
                <a:solidFill>
                  <a:srgbClr val="0C343D"/>
                </a:solidFill>
                <a:latin typeface="Darker Grotesque Medium"/>
                <a:ea typeface="Darker Grotesque Medium"/>
                <a:cs typeface="Darker Grotesque Medium"/>
                <a:sym typeface="Darker Grotesque Medium"/>
              </a:endParaRPr>
            </a:p>
          </p:txBody>
        </p:sp>
        <p:sp>
          <p:nvSpPr>
            <p:cNvPr id="998" name="Google Shape;998;p42"/>
            <p:cNvSpPr txBox="1"/>
            <p:nvPr/>
          </p:nvSpPr>
          <p:spPr>
            <a:xfrm>
              <a:off x="6123525" y="2762275"/>
              <a:ext cx="1039800" cy="709800"/>
            </a:xfrm>
            <a:prstGeom prst="rect">
              <a:avLst/>
            </a:prstGeom>
            <a:noFill/>
            <a:ln>
              <a:noFill/>
            </a:ln>
          </p:spPr>
          <p:txBody>
            <a:bodyPr spcFirstLastPara="1" wrap="square" lIns="75700" tIns="75700" rIns="75700" bIns="75700" anchor="b" anchorCtr="0">
              <a:noAutofit/>
            </a:bodyPr>
            <a:lstStyle/>
            <a:p>
              <a:pPr marL="0" lvl="0" indent="0" algn="l" rtl="0">
                <a:spcBef>
                  <a:spcPts val="0"/>
                </a:spcBef>
                <a:spcAft>
                  <a:spcPts val="0"/>
                </a:spcAft>
                <a:buNone/>
              </a:pPr>
              <a:r>
                <a:rPr lang="en" sz="745">
                  <a:solidFill>
                    <a:srgbClr val="274E13"/>
                  </a:solidFill>
                  <a:latin typeface="Darker Grotesque Medium"/>
                  <a:ea typeface="Darker Grotesque Medium"/>
                  <a:cs typeface="Darker Grotesque Medium"/>
                  <a:sym typeface="Darker Grotesque Medium"/>
                </a:rPr>
                <a:t>Senior Back-End Developer /</a:t>
              </a:r>
              <a:endParaRPr sz="745">
                <a:solidFill>
                  <a:srgbClr val="274E1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a:solidFill>
                    <a:srgbClr val="274E13"/>
                  </a:solidFill>
                  <a:latin typeface="Darker Grotesque Medium"/>
                  <a:ea typeface="Darker Grotesque Medium"/>
                  <a:cs typeface="Darker Grotesque Medium"/>
                  <a:sym typeface="Darker Grotesque Medium"/>
                </a:rPr>
                <a:t>8+ Years of Experience in Back-End Development</a:t>
              </a:r>
              <a:endParaRPr sz="745">
                <a:solidFill>
                  <a:srgbClr val="274E1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endParaRPr sz="745">
                <a:solidFill>
                  <a:srgbClr val="274E13"/>
                </a:solidFill>
                <a:latin typeface="Darker Grotesque Medium"/>
                <a:ea typeface="Darker Grotesque Medium"/>
                <a:cs typeface="Darker Grotesque Medium"/>
                <a:sym typeface="Darker Grotesque Medium"/>
              </a:endParaRPr>
            </a:p>
            <a:p>
              <a:pPr marL="0" lvl="0" indent="0" algn="l" rtl="0">
                <a:spcBef>
                  <a:spcPts val="0"/>
                </a:spcBef>
                <a:spcAft>
                  <a:spcPts val="0"/>
                </a:spcAft>
                <a:buNone/>
              </a:pPr>
              <a:r>
                <a:rPr lang="en" sz="745">
                  <a:solidFill>
                    <a:srgbClr val="274E13"/>
                  </a:solidFill>
                  <a:latin typeface="Darker Grotesque Medium"/>
                  <a:ea typeface="Darker Grotesque Medium"/>
                  <a:cs typeface="Darker Grotesque Medium"/>
                  <a:sym typeface="Darker Grotesque Medium"/>
                </a:rPr>
                <a:t>angela@email.com</a:t>
              </a:r>
              <a:endParaRPr sz="745">
                <a:solidFill>
                  <a:srgbClr val="274E13"/>
                </a:solidFill>
                <a:latin typeface="Darker Grotesque Medium"/>
                <a:ea typeface="Darker Grotesque Medium"/>
                <a:cs typeface="Darker Grotesque Medium"/>
                <a:sym typeface="Darker Grotesque Medium"/>
              </a:endParaRPr>
            </a:p>
          </p:txBody>
        </p:sp>
      </p:grpSp>
      <p:sp>
        <p:nvSpPr>
          <p:cNvPr id="999" name="Google Shape;999;p42"/>
          <p:cNvSpPr txBox="1"/>
          <p:nvPr/>
        </p:nvSpPr>
        <p:spPr>
          <a:xfrm>
            <a:off x="563825" y="1228425"/>
            <a:ext cx="22806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Dela Gothic One"/>
                <a:ea typeface="Dela Gothic One"/>
                <a:cs typeface="Dela Gothic One"/>
                <a:sym typeface="Dela Gothic One"/>
              </a:rPr>
              <a:t>My Team</a:t>
            </a:r>
            <a:endParaRPr sz="1300" dirty="0">
              <a:solidFill>
                <a:schemeClr val="accent1"/>
              </a:solidFill>
              <a:latin typeface="Dela Gothic One"/>
              <a:ea typeface="Dela Gothic One"/>
              <a:cs typeface="Dela Gothic One"/>
              <a:sym typeface="Dela Gothic One"/>
            </a:endParaRPr>
          </a:p>
        </p:txBody>
      </p:sp>
      <p:grpSp>
        <p:nvGrpSpPr>
          <p:cNvPr id="1000" name="Google Shape;1000;p42"/>
          <p:cNvGrpSpPr/>
          <p:nvPr/>
        </p:nvGrpSpPr>
        <p:grpSpPr>
          <a:xfrm>
            <a:off x="972658" y="3656946"/>
            <a:ext cx="7198689" cy="2113737"/>
            <a:chOff x="637000" y="1416450"/>
            <a:chExt cx="7870000" cy="2310600"/>
          </a:xfrm>
        </p:grpSpPr>
        <p:sp>
          <p:nvSpPr>
            <p:cNvPr id="1001" name="Google Shape;1001;p42"/>
            <p:cNvSpPr/>
            <p:nvPr/>
          </p:nvSpPr>
          <p:spPr>
            <a:xfrm>
              <a:off x="63700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1002" name="Google Shape;1002;p42"/>
            <p:cNvSpPr/>
            <p:nvPr/>
          </p:nvSpPr>
          <p:spPr>
            <a:xfrm>
              <a:off x="641250" y="1826750"/>
              <a:ext cx="2524200" cy="848400"/>
            </a:xfrm>
            <a:prstGeom prst="homePlate">
              <a:avLst>
                <a:gd name="adj" fmla="val 50581"/>
              </a:avLst>
            </a:prstGeom>
            <a:solidFill>
              <a:srgbClr val="E0F0A9"/>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1003" name="Google Shape;1003;p42"/>
            <p:cNvSpPr txBox="1"/>
            <p:nvPr/>
          </p:nvSpPr>
          <p:spPr>
            <a:xfrm>
              <a:off x="63700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DPS Satna Educational…</a:t>
              </a:r>
              <a:endParaRPr sz="2378" b="1">
                <a:latin typeface="Barlow Semi Condensed"/>
                <a:ea typeface="Barlow Semi Condensed"/>
                <a:cs typeface="Barlow Semi Condensed"/>
                <a:sym typeface="Barlow Semi Condensed"/>
              </a:endParaRPr>
            </a:p>
          </p:txBody>
        </p:sp>
        <p:sp>
          <p:nvSpPr>
            <p:cNvPr id="1004" name="Google Shape;1004;p42"/>
            <p:cNvSpPr txBox="1"/>
            <p:nvPr/>
          </p:nvSpPr>
          <p:spPr>
            <a:xfrm>
              <a:off x="63700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 single-page website for DPS Satna to introduce viewers to its facilities and generate leads for admissions.</a:t>
              </a:r>
              <a:endParaRPr sz="1098">
                <a:latin typeface="Barlow Semi Condensed"/>
                <a:ea typeface="Barlow Semi Condensed"/>
                <a:cs typeface="Barlow Semi Condensed"/>
                <a:sym typeface="Barlow Semi Condensed"/>
              </a:endParaRPr>
            </a:p>
          </p:txBody>
        </p:sp>
        <p:sp>
          <p:nvSpPr>
            <p:cNvPr id="1005" name="Google Shape;1005;p42"/>
            <p:cNvSpPr txBox="1"/>
            <p:nvPr/>
          </p:nvSpPr>
          <p:spPr>
            <a:xfrm>
              <a:off x="63700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13th May, 2026</a:t>
              </a:r>
              <a:endParaRPr sz="823">
                <a:latin typeface="Barlow Semi Condensed SemiBold"/>
                <a:ea typeface="Barlow Semi Condensed SemiBold"/>
                <a:cs typeface="Barlow Semi Condensed SemiBold"/>
                <a:sym typeface="Barlow Semi Condensed SemiBold"/>
              </a:endParaRPr>
            </a:p>
          </p:txBody>
        </p:sp>
        <p:sp>
          <p:nvSpPr>
            <p:cNvPr id="1006" name="Google Shape;1006;p42"/>
            <p:cNvSpPr/>
            <p:nvPr/>
          </p:nvSpPr>
          <p:spPr>
            <a:xfrm>
              <a:off x="3307775"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1007" name="Google Shape;1007;p42"/>
            <p:cNvSpPr/>
            <p:nvPr/>
          </p:nvSpPr>
          <p:spPr>
            <a:xfrm>
              <a:off x="3312025" y="1826750"/>
              <a:ext cx="2524200" cy="848400"/>
            </a:xfrm>
            <a:prstGeom prst="homePlate">
              <a:avLst>
                <a:gd name="adj" fmla="val 50581"/>
              </a:avLst>
            </a:prstGeom>
            <a:solidFill>
              <a:srgbClr val="F3C1E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1008" name="Google Shape;1008;p42"/>
            <p:cNvSpPr txBox="1"/>
            <p:nvPr/>
          </p:nvSpPr>
          <p:spPr>
            <a:xfrm>
              <a:off x="3307775"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API Creation for Deli Foods</a:t>
              </a:r>
              <a:endParaRPr sz="2378" b="1">
                <a:latin typeface="Barlow Semi Condensed"/>
                <a:ea typeface="Barlow Semi Condensed"/>
                <a:cs typeface="Barlow Semi Condensed"/>
                <a:sym typeface="Barlow Semi Condensed"/>
              </a:endParaRPr>
            </a:p>
          </p:txBody>
        </p:sp>
        <p:sp>
          <p:nvSpPr>
            <p:cNvPr id="1009" name="Google Shape;1009;p42"/>
            <p:cNvSpPr txBox="1"/>
            <p:nvPr/>
          </p:nvSpPr>
          <p:spPr>
            <a:xfrm>
              <a:off x="3307775"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An API for Deli Foods’ delivery app, based on the REST model.</a:t>
              </a:r>
              <a:endParaRPr sz="1098">
                <a:latin typeface="Barlow Semi Condensed"/>
                <a:ea typeface="Barlow Semi Condensed"/>
                <a:cs typeface="Barlow Semi Condensed"/>
                <a:sym typeface="Barlow Semi Condensed"/>
              </a:endParaRPr>
            </a:p>
          </p:txBody>
        </p:sp>
        <p:sp>
          <p:nvSpPr>
            <p:cNvPr id="1010" name="Google Shape;1010;p42"/>
            <p:cNvSpPr txBox="1"/>
            <p:nvPr/>
          </p:nvSpPr>
          <p:spPr>
            <a:xfrm>
              <a:off x="3307775"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16th May, 2026</a:t>
              </a:r>
              <a:endParaRPr sz="823">
                <a:latin typeface="Barlow Semi Condensed SemiBold"/>
                <a:ea typeface="Barlow Semi Condensed SemiBold"/>
                <a:cs typeface="Barlow Semi Condensed SemiBold"/>
                <a:sym typeface="Barlow Semi Condensed SemiBold"/>
              </a:endParaRPr>
            </a:p>
          </p:txBody>
        </p:sp>
        <p:sp>
          <p:nvSpPr>
            <p:cNvPr id="1011" name="Google Shape;1011;p42"/>
            <p:cNvSpPr/>
            <p:nvPr/>
          </p:nvSpPr>
          <p:spPr>
            <a:xfrm>
              <a:off x="597855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1012" name="Google Shape;1012;p42"/>
            <p:cNvSpPr/>
            <p:nvPr/>
          </p:nvSpPr>
          <p:spPr>
            <a:xfrm>
              <a:off x="5982800" y="1826750"/>
              <a:ext cx="2524200" cy="848400"/>
            </a:xfrm>
            <a:prstGeom prst="homePlate">
              <a:avLst>
                <a:gd name="adj" fmla="val 50581"/>
              </a:avLst>
            </a:prstGeom>
            <a:solidFill>
              <a:srgbClr val="DDC0A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1013" name="Google Shape;1013;p42"/>
            <p:cNvSpPr txBox="1"/>
            <p:nvPr/>
          </p:nvSpPr>
          <p:spPr>
            <a:xfrm>
              <a:off x="597855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Gamified Learning Portal</a:t>
              </a:r>
              <a:endParaRPr sz="2378" b="1">
                <a:latin typeface="Barlow Semi Condensed"/>
                <a:ea typeface="Barlow Semi Condensed"/>
                <a:cs typeface="Barlow Semi Condensed"/>
                <a:sym typeface="Barlow Semi Condensed"/>
              </a:endParaRPr>
            </a:p>
          </p:txBody>
        </p:sp>
        <p:sp>
          <p:nvSpPr>
            <p:cNvPr id="1014" name="Google Shape;1014;p42"/>
            <p:cNvSpPr txBox="1"/>
            <p:nvPr/>
          </p:nvSpPr>
          <p:spPr>
            <a:xfrm>
              <a:off x="597855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 gamified portal, complete with front-end and back-end, to encourage students to study, for Khan Academy.</a:t>
              </a:r>
              <a:endParaRPr sz="1098">
                <a:latin typeface="Barlow Semi Condensed"/>
                <a:ea typeface="Barlow Semi Condensed"/>
                <a:cs typeface="Barlow Semi Condensed"/>
                <a:sym typeface="Barlow Semi Condensed"/>
              </a:endParaRPr>
            </a:p>
          </p:txBody>
        </p:sp>
        <p:sp>
          <p:nvSpPr>
            <p:cNvPr id="1015" name="Google Shape;1015;p42"/>
            <p:cNvSpPr txBox="1"/>
            <p:nvPr/>
          </p:nvSpPr>
          <p:spPr>
            <a:xfrm>
              <a:off x="597855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5th June, 2026</a:t>
              </a:r>
              <a:endParaRPr sz="823">
                <a:latin typeface="Barlow Semi Condensed SemiBold"/>
                <a:ea typeface="Barlow Semi Condensed SemiBold"/>
                <a:cs typeface="Barlow Semi Condensed SemiBold"/>
                <a:sym typeface="Barlow Semi Condensed SemiBold"/>
              </a:endParaRPr>
            </a:p>
          </p:txBody>
        </p:sp>
      </p:grpSp>
      <p:sp>
        <p:nvSpPr>
          <p:cNvPr id="1016" name="Google Shape;1016;p42"/>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017" name="Google Shape;1017;p42"/>
          <p:cNvSpPr txBox="1"/>
          <p:nvPr/>
        </p:nvSpPr>
        <p:spPr>
          <a:xfrm>
            <a:off x="563825" y="3262750"/>
            <a:ext cx="22806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Dela Gothic One"/>
                <a:ea typeface="Dela Gothic One"/>
                <a:cs typeface="Dela Gothic One"/>
                <a:sym typeface="Dela Gothic One"/>
              </a:rPr>
              <a:t>Ongoing Projects</a:t>
            </a:r>
            <a:endParaRPr sz="1300" dirty="0">
              <a:solidFill>
                <a:schemeClr val="accent1"/>
              </a:solidFill>
              <a:latin typeface="Dela Gothic One"/>
              <a:ea typeface="Dela Gothic One"/>
              <a:cs typeface="Dela Gothic One"/>
              <a:sym typeface="Dela Gothic One"/>
            </a:endParaRPr>
          </a:p>
        </p:txBody>
      </p:sp>
      <p:sp>
        <p:nvSpPr>
          <p:cNvPr id="1018" name="Google Shape;1018;p42"/>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My Department Screen</a:t>
            </a:r>
            <a:endParaRPr sz="1400">
              <a:solidFill>
                <a:srgbClr val="FFFFFF"/>
              </a:solidFill>
              <a:latin typeface="Work Sans"/>
              <a:ea typeface="Work Sans"/>
              <a:cs typeface="Work Sans"/>
              <a:sym typeface="Work Sans"/>
            </a:endParaRPr>
          </a:p>
        </p:txBody>
      </p:sp>
      <p:sp>
        <p:nvSpPr>
          <p:cNvPr id="1019" name="Google Shape;1019;p42"/>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rgbClr val="A47FA7"/>
                </a:solidFill>
                <a:latin typeface="Martian Mono"/>
                <a:ea typeface="Martian Mono"/>
                <a:cs typeface="Martian Mono"/>
                <a:sym typeface="Martian Mono"/>
              </a:rPr>
              <a:t>&lt;</a:t>
            </a:r>
            <a:endParaRPr sz="1300" b="1">
              <a:solidFill>
                <a:srgbClr val="A47FA7"/>
              </a:solidFill>
              <a:latin typeface="Martian Mono"/>
              <a:ea typeface="Martian Mono"/>
              <a:cs typeface="Martian Mono"/>
              <a:sym typeface="Martian Mono"/>
            </a:endParaRPr>
          </a:p>
        </p:txBody>
      </p:sp>
      <p:sp>
        <p:nvSpPr>
          <p:cNvPr id="1020" name="Google Shape;1020;p42"/>
          <p:cNvSpPr/>
          <p:nvPr/>
        </p:nvSpPr>
        <p:spPr>
          <a:xfrm rot="3599210">
            <a:off x="660718" y="77203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24">
          <a:extLst>
            <a:ext uri="{FF2B5EF4-FFF2-40B4-BE49-F238E27FC236}">
              <a16:creationId xmlns:a16="http://schemas.microsoft.com/office/drawing/2014/main" id="{F35AB12B-D969-6B20-E9A2-21818A94C0EA}"/>
            </a:ext>
          </a:extLst>
        </p:cNvPr>
        <p:cNvGrpSpPr/>
        <p:nvPr/>
      </p:nvGrpSpPr>
      <p:grpSpPr>
        <a:xfrm>
          <a:off x="0" y="0"/>
          <a:ext cx="0" cy="0"/>
          <a:chOff x="0" y="0"/>
          <a:chExt cx="0" cy="0"/>
        </a:xfrm>
      </p:grpSpPr>
      <p:sp>
        <p:nvSpPr>
          <p:cNvPr id="1025" name="Google Shape;1025;p43">
            <a:extLst>
              <a:ext uri="{FF2B5EF4-FFF2-40B4-BE49-F238E27FC236}">
                <a16:creationId xmlns:a16="http://schemas.microsoft.com/office/drawing/2014/main" id="{D5C835BD-9038-CC3D-32D4-27B886E39B20}"/>
              </a:ext>
            </a:extLst>
          </p:cNvPr>
          <p:cNvSpPr/>
          <p:nvPr/>
        </p:nvSpPr>
        <p:spPr>
          <a:xfrm>
            <a:off x="0" y="0"/>
            <a:ext cx="9144000" cy="5143500"/>
          </a:xfrm>
          <a:prstGeom prst="rect">
            <a:avLst/>
          </a:prstGeom>
          <a:solidFill>
            <a:srgbClr val="EBE6D6"/>
          </a:solidFill>
          <a:ln w="19050" cap="flat" cmpd="sng">
            <a:solidFill>
              <a:srgbClr val="EFBC3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26" name="Google Shape;1026;p43">
            <a:extLst>
              <a:ext uri="{FF2B5EF4-FFF2-40B4-BE49-F238E27FC236}">
                <a16:creationId xmlns:a16="http://schemas.microsoft.com/office/drawing/2014/main" id="{FC38E8F8-336C-5411-A4AC-62225A6D595D}"/>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027" name="Google Shape;1027;p43">
            <a:extLst>
              <a:ext uri="{FF2B5EF4-FFF2-40B4-BE49-F238E27FC236}">
                <a16:creationId xmlns:a16="http://schemas.microsoft.com/office/drawing/2014/main" id="{668EBA0E-EC19-3E7D-2C19-9F845C4163D6}"/>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Main Menu</a:t>
            </a:r>
            <a:endParaRPr sz="1400">
              <a:solidFill>
                <a:srgbClr val="FFFFFF"/>
              </a:solidFill>
              <a:latin typeface="Work Sans"/>
              <a:ea typeface="Work Sans"/>
              <a:cs typeface="Work Sans"/>
              <a:sym typeface="Work Sans"/>
            </a:endParaRPr>
          </a:p>
        </p:txBody>
      </p:sp>
      <p:sp>
        <p:nvSpPr>
          <p:cNvPr id="1028" name="Google Shape;1028;p43">
            <a:extLst>
              <a:ext uri="{FF2B5EF4-FFF2-40B4-BE49-F238E27FC236}">
                <a16:creationId xmlns:a16="http://schemas.microsoft.com/office/drawing/2014/main" id="{E484A9A0-6081-8BC9-E5DB-8B971990BB12}"/>
              </a:ext>
            </a:extLst>
          </p:cNvPr>
          <p:cNvSpPr txBox="1"/>
          <p:nvPr/>
        </p:nvSpPr>
        <p:spPr>
          <a:xfrm>
            <a:off x="2577750" y="388675"/>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Hi, Gurlakshpreet</a:t>
            </a:r>
            <a:endParaRPr sz="2700">
              <a:solidFill>
                <a:srgbClr val="EFBC3F"/>
              </a:solidFill>
              <a:latin typeface="Dela Gothic One"/>
              <a:ea typeface="Dela Gothic One"/>
              <a:cs typeface="Dela Gothic One"/>
              <a:sym typeface="Dela Gothic One"/>
            </a:endParaRPr>
          </a:p>
        </p:txBody>
      </p:sp>
      <p:sp>
        <p:nvSpPr>
          <p:cNvPr id="1029" name="Google Shape;1029;p43">
            <a:extLst>
              <a:ext uri="{FF2B5EF4-FFF2-40B4-BE49-F238E27FC236}">
                <a16:creationId xmlns:a16="http://schemas.microsoft.com/office/drawing/2014/main" id="{EAA310D5-C473-B2BA-61F1-93B50FA4094F}"/>
              </a:ext>
            </a:extLst>
          </p:cNvPr>
          <p:cNvSpPr/>
          <p:nvPr/>
        </p:nvSpPr>
        <p:spPr>
          <a:xfrm>
            <a:off x="3093900" y="975775"/>
            <a:ext cx="2956200" cy="396300"/>
          </a:xfrm>
          <a:prstGeom prst="roundRect">
            <a:avLst>
              <a:gd name="adj" fmla="val 16667"/>
            </a:avLst>
          </a:prstGeom>
          <a:solidFill>
            <a:srgbClr val="EBE6D6"/>
          </a:solidFill>
          <a:ln w="19050" cap="flat" cmpd="sng">
            <a:solidFill>
              <a:srgbClr val="EBE6D6"/>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Martian Mono"/>
                <a:ea typeface="Martian Mono"/>
                <a:cs typeface="Martian Mono"/>
                <a:sym typeface="Martian Mono"/>
              </a:rPr>
              <a:t>Which screen next?</a:t>
            </a:r>
            <a:endParaRPr>
              <a:latin typeface="Martian Mono"/>
              <a:ea typeface="Martian Mono"/>
              <a:cs typeface="Martian Mono"/>
              <a:sym typeface="Martian Mono"/>
            </a:endParaRPr>
          </a:p>
        </p:txBody>
      </p:sp>
      <p:sp>
        <p:nvSpPr>
          <p:cNvPr id="1030" name="Google Shape;1030;p43">
            <a:extLst>
              <a:ext uri="{FF2B5EF4-FFF2-40B4-BE49-F238E27FC236}">
                <a16:creationId xmlns:a16="http://schemas.microsoft.com/office/drawing/2014/main" id="{20A7BB42-CA97-6CCE-DC47-7CE7984FFD32}"/>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31" name="Google Shape;1031;p43">
            <a:extLst>
              <a:ext uri="{FF2B5EF4-FFF2-40B4-BE49-F238E27FC236}">
                <a16:creationId xmlns:a16="http://schemas.microsoft.com/office/drawing/2014/main" id="{04E1EC3A-09A0-1698-6C72-90BDC7F8373A}"/>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032" name="Google Shape;1032;p43">
            <a:extLst>
              <a:ext uri="{FF2B5EF4-FFF2-40B4-BE49-F238E27FC236}">
                <a16:creationId xmlns:a16="http://schemas.microsoft.com/office/drawing/2014/main" id="{5D4AF0F9-DAC6-AF75-07F7-40453DC7F746}"/>
              </a:ext>
            </a:extLst>
          </p:cNvPr>
          <p:cNvGrpSpPr/>
          <p:nvPr/>
        </p:nvGrpSpPr>
        <p:grpSpPr>
          <a:xfrm>
            <a:off x="1242825" y="1445367"/>
            <a:ext cx="6658350" cy="1385100"/>
            <a:chOff x="1242825" y="1879204"/>
            <a:chExt cx="6658350" cy="1385100"/>
          </a:xfrm>
        </p:grpSpPr>
        <p:sp>
          <p:nvSpPr>
            <p:cNvPr id="1033" name="Google Shape;1033;p43">
              <a:extLst>
                <a:ext uri="{FF2B5EF4-FFF2-40B4-BE49-F238E27FC236}">
                  <a16:creationId xmlns:a16="http://schemas.microsoft.com/office/drawing/2014/main" id="{50D2523D-7255-A1D0-1015-2F9A26B3A1AF}"/>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1034" name="Google Shape;1034;p43">
              <a:extLst>
                <a:ext uri="{FF2B5EF4-FFF2-40B4-BE49-F238E27FC236}">
                  <a16:creationId xmlns:a16="http://schemas.microsoft.com/office/drawing/2014/main" id="{95DF6614-9BCD-A2B6-2A90-96197A1C26B9}"/>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1035" name="Google Shape;1035;p43">
              <a:extLst>
                <a:ext uri="{FF2B5EF4-FFF2-40B4-BE49-F238E27FC236}">
                  <a16:creationId xmlns:a16="http://schemas.microsoft.com/office/drawing/2014/main" id="{481C683D-138D-D109-183A-CF5AB3EC1327}"/>
                </a:ext>
              </a:extLst>
            </p:cNvPr>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1036" name="Google Shape;1036;p43">
              <a:extLst>
                <a:ext uri="{FF2B5EF4-FFF2-40B4-BE49-F238E27FC236}">
                  <a16:creationId xmlns:a16="http://schemas.microsoft.com/office/drawing/2014/main" id="{610E1DC5-F1DA-ECA5-99ED-CD4C23D3473B}"/>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1037" name="Google Shape;1037;p43">
              <a:extLst>
                <a:ext uri="{FF2B5EF4-FFF2-40B4-BE49-F238E27FC236}">
                  <a16:creationId xmlns:a16="http://schemas.microsoft.com/office/drawing/2014/main" id="{C2F83372-2255-62A6-1513-C57A6167A0E2}"/>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1038" name="Google Shape;1038;p43">
              <a:extLst>
                <a:ext uri="{FF2B5EF4-FFF2-40B4-BE49-F238E27FC236}">
                  <a16:creationId xmlns:a16="http://schemas.microsoft.com/office/drawing/2014/main" id="{258179B4-686D-501E-27D7-04EE099B3491}"/>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1039" name="Google Shape;1039;p43">
              <a:extLst>
                <a:ext uri="{FF2B5EF4-FFF2-40B4-BE49-F238E27FC236}">
                  <a16:creationId xmlns:a16="http://schemas.microsoft.com/office/drawing/2014/main" id="{502414FF-AE6B-7C31-90D8-167D94C3097F}"/>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1040" name="Google Shape;1040;p43">
              <a:extLst>
                <a:ext uri="{FF2B5EF4-FFF2-40B4-BE49-F238E27FC236}">
                  <a16:creationId xmlns:a16="http://schemas.microsoft.com/office/drawing/2014/main" id="{10955286-9A82-64D0-7930-E0D26499BFC3}"/>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041" name="Google Shape;1041;p43">
              <a:extLst>
                <a:ext uri="{FF2B5EF4-FFF2-40B4-BE49-F238E27FC236}">
                  <a16:creationId xmlns:a16="http://schemas.microsoft.com/office/drawing/2014/main" id="{DF30BDA2-1A5B-8D90-3805-6A95E7B59DF6}"/>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1042" name="Google Shape;1042;p43">
            <a:extLst>
              <a:ext uri="{FF2B5EF4-FFF2-40B4-BE49-F238E27FC236}">
                <a16:creationId xmlns:a16="http://schemas.microsoft.com/office/drawing/2014/main" id="{3BC7BA54-D97A-AEBE-F0B6-31BC6C1076B7}"/>
              </a:ext>
            </a:extLst>
          </p:cNvPr>
          <p:cNvGrpSpPr/>
          <p:nvPr/>
        </p:nvGrpSpPr>
        <p:grpSpPr>
          <a:xfrm>
            <a:off x="1242825" y="3096242"/>
            <a:ext cx="4364025" cy="1385100"/>
            <a:chOff x="1242825" y="1879204"/>
            <a:chExt cx="4364025" cy="1385100"/>
          </a:xfrm>
        </p:grpSpPr>
        <p:sp>
          <p:nvSpPr>
            <p:cNvPr id="1043" name="Google Shape;1043;p43">
              <a:extLst>
                <a:ext uri="{FF2B5EF4-FFF2-40B4-BE49-F238E27FC236}">
                  <a16:creationId xmlns:a16="http://schemas.microsoft.com/office/drawing/2014/main" id="{2065D476-5CE6-4128-568B-38A36CC036C6}"/>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1044" name="Google Shape;1044;p43">
              <a:extLst>
                <a:ext uri="{FF2B5EF4-FFF2-40B4-BE49-F238E27FC236}">
                  <a16:creationId xmlns:a16="http://schemas.microsoft.com/office/drawing/2014/main" id="{B2AD6978-CCB5-D79F-7430-1268BB57B3AE}"/>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1046" name="Google Shape;1046;p43">
              <a:extLst>
                <a:ext uri="{FF2B5EF4-FFF2-40B4-BE49-F238E27FC236}">
                  <a16:creationId xmlns:a16="http://schemas.microsoft.com/office/drawing/2014/main" id="{42480A0E-F06B-ED59-E76E-824496DA9F73}"/>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My Projects</a:t>
              </a:r>
              <a:endParaRPr sz="1800" dirty="0">
                <a:solidFill>
                  <a:srgbClr val="FEFEFE"/>
                </a:solidFill>
                <a:latin typeface="Alegreya"/>
                <a:ea typeface="Alegreya"/>
                <a:cs typeface="Alegreya"/>
                <a:sym typeface="Alegreya"/>
              </a:endParaRPr>
            </a:p>
          </p:txBody>
        </p:sp>
        <p:sp>
          <p:nvSpPr>
            <p:cNvPr id="1047" name="Google Shape;1047;p43">
              <a:extLst>
                <a:ext uri="{FF2B5EF4-FFF2-40B4-BE49-F238E27FC236}">
                  <a16:creationId xmlns:a16="http://schemas.microsoft.com/office/drawing/2014/main" id="{ED425B5C-AF72-D5D9-EF8E-496505ECF6E2}"/>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1050" name="Google Shape;1050;p43">
              <a:extLst>
                <a:ext uri="{FF2B5EF4-FFF2-40B4-BE49-F238E27FC236}">
                  <a16:creationId xmlns:a16="http://schemas.microsoft.com/office/drawing/2014/main" id="{61ED530D-0DB6-E3EB-1308-2EB7E2786C1C}"/>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051" name="Google Shape;1051;p43">
              <a:extLst>
                <a:ext uri="{FF2B5EF4-FFF2-40B4-BE49-F238E27FC236}">
                  <a16:creationId xmlns:a16="http://schemas.microsoft.com/office/drawing/2014/main" id="{A969340B-B7E3-5ABC-8379-C513873A1E53}"/>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2" name="Google Shape;1020;p42">
            <a:extLst>
              <a:ext uri="{FF2B5EF4-FFF2-40B4-BE49-F238E27FC236}">
                <a16:creationId xmlns:a16="http://schemas.microsoft.com/office/drawing/2014/main" id="{0E7EF50B-6032-AF16-BF4B-956179DF22DB}"/>
              </a:ext>
            </a:extLst>
          </p:cNvPr>
          <p:cNvSpPr/>
          <p:nvPr/>
        </p:nvSpPr>
        <p:spPr>
          <a:xfrm rot="3599210">
            <a:off x="660718" y="77203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2496536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024"/>
        <p:cNvGrpSpPr/>
        <p:nvPr/>
      </p:nvGrpSpPr>
      <p:grpSpPr>
        <a:xfrm>
          <a:off x="0" y="0"/>
          <a:ext cx="0" cy="0"/>
          <a:chOff x="0" y="0"/>
          <a:chExt cx="0" cy="0"/>
        </a:xfrm>
      </p:grpSpPr>
      <p:sp>
        <p:nvSpPr>
          <p:cNvPr id="1026" name="Google Shape;1026;p43"/>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027" name="Google Shape;1027;p43"/>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Main Menu</a:t>
            </a:r>
            <a:endParaRPr sz="1400">
              <a:solidFill>
                <a:srgbClr val="FFFFFF"/>
              </a:solidFill>
              <a:latin typeface="Work Sans"/>
              <a:ea typeface="Work Sans"/>
              <a:cs typeface="Work Sans"/>
              <a:sym typeface="Work Sans"/>
            </a:endParaRPr>
          </a:p>
        </p:txBody>
      </p:sp>
      <p:sp>
        <p:nvSpPr>
          <p:cNvPr id="1028" name="Google Shape;1028;p43"/>
          <p:cNvSpPr txBox="1"/>
          <p:nvPr/>
        </p:nvSpPr>
        <p:spPr>
          <a:xfrm>
            <a:off x="2577750" y="388675"/>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Hi, Gurlakshpreet</a:t>
            </a:r>
            <a:endParaRPr sz="2700">
              <a:solidFill>
                <a:srgbClr val="EFBC3F"/>
              </a:solidFill>
              <a:latin typeface="Dela Gothic One"/>
              <a:ea typeface="Dela Gothic One"/>
              <a:cs typeface="Dela Gothic One"/>
              <a:sym typeface="Dela Gothic One"/>
            </a:endParaRPr>
          </a:p>
        </p:txBody>
      </p:sp>
      <p:sp>
        <p:nvSpPr>
          <p:cNvPr id="1029" name="Google Shape;1029;p43"/>
          <p:cNvSpPr/>
          <p:nvPr/>
        </p:nvSpPr>
        <p:spPr>
          <a:xfrm>
            <a:off x="3093900" y="975775"/>
            <a:ext cx="2956200" cy="396300"/>
          </a:xfrm>
          <a:prstGeom prst="roundRect">
            <a:avLst>
              <a:gd name="adj" fmla="val 16667"/>
            </a:avLst>
          </a:prstGeom>
          <a:solidFill>
            <a:srgbClr val="EBE6D6"/>
          </a:solidFill>
          <a:ln w="19050" cap="flat" cmpd="sng">
            <a:solidFill>
              <a:srgbClr val="EBE6D6"/>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Martian Mono"/>
                <a:ea typeface="Martian Mono"/>
                <a:cs typeface="Martian Mono"/>
                <a:sym typeface="Martian Mono"/>
              </a:rPr>
              <a:t>Which screen next?</a:t>
            </a:r>
            <a:endParaRPr>
              <a:latin typeface="Martian Mono"/>
              <a:ea typeface="Martian Mono"/>
              <a:cs typeface="Martian Mono"/>
              <a:sym typeface="Martian Mono"/>
            </a:endParaRPr>
          </a:p>
        </p:txBody>
      </p:sp>
      <p:sp>
        <p:nvSpPr>
          <p:cNvPr id="1030" name="Google Shape;1030;p43"/>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31" name="Google Shape;1031;p43"/>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032" name="Google Shape;1032;p43"/>
          <p:cNvGrpSpPr/>
          <p:nvPr/>
        </p:nvGrpSpPr>
        <p:grpSpPr>
          <a:xfrm>
            <a:off x="1242825" y="1445367"/>
            <a:ext cx="6658350" cy="1385100"/>
            <a:chOff x="1242825" y="1879204"/>
            <a:chExt cx="6658350" cy="1385100"/>
          </a:xfrm>
        </p:grpSpPr>
        <p:sp>
          <p:nvSpPr>
            <p:cNvPr id="1033" name="Google Shape;1033;p43"/>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1034" name="Google Shape;1034;p43"/>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1035" name="Google Shape;1035;p43"/>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1036" name="Google Shape;1036;p43"/>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1037" name="Google Shape;1037;p43"/>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1038" name="Google Shape;1038;p43"/>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1039" name="Google Shape;1039;p43"/>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1040" name="Google Shape;1040;p43"/>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041" name="Google Shape;1041;p43"/>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1042" name="Google Shape;1042;p43"/>
          <p:cNvGrpSpPr/>
          <p:nvPr/>
        </p:nvGrpSpPr>
        <p:grpSpPr>
          <a:xfrm>
            <a:off x="1242825" y="3096242"/>
            <a:ext cx="4364025" cy="1385100"/>
            <a:chOff x="1242825" y="1879204"/>
            <a:chExt cx="4364025" cy="1385100"/>
          </a:xfrm>
        </p:grpSpPr>
        <p:sp>
          <p:nvSpPr>
            <p:cNvPr id="1043" name="Google Shape;1043;p43"/>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1044" name="Google Shape;1044;p43"/>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1046" name="Google Shape;1046;p43"/>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My Projects</a:t>
              </a:r>
              <a:endParaRPr sz="1800" dirty="0">
                <a:solidFill>
                  <a:srgbClr val="FEFEFE"/>
                </a:solidFill>
                <a:latin typeface="Alegreya"/>
                <a:ea typeface="Alegreya"/>
                <a:cs typeface="Alegreya"/>
                <a:sym typeface="Alegreya"/>
              </a:endParaRPr>
            </a:p>
          </p:txBody>
        </p:sp>
        <p:sp>
          <p:nvSpPr>
            <p:cNvPr id="1047" name="Google Shape;1047;p43"/>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1050" name="Google Shape;1050;p43"/>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051" name="Google Shape;1051;p43"/>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1052" name="Google Shape;1052;p43"/>
          <p:cNvSpPr/>
          <p:nvPr/>
        </p:nvSpPr>
        <p:spPr>
          <a:xfrm rot="3599210">
            <a:off x="5247393" y="26872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56">
          <a:extLst>
            <a:ext uri="{FF2B5EF4-FFF2-40B4-BE49-F238E27FC236}">
              <a16:creationId xmlns:a16="http://schemas.microsoft.com/office/drawing/2014/main" id="{1F536D71-13B8-29EF-E438-F4A01BF11A67}"/>
            </a:ext>
          </a:extLst>
        </p:cNvPr>
        <p:cNvGrpSpPr/>
        <p:nvPr/>
      </p:nvGrpSpPr>
      <p:grpSpPr>
        <a:xfrm>
          <a:off x="0" y="0"/>
          <a:ext cx="0" cy="0"/>
          <a:chOff x="0" y="0"/>
          <a:chExt cx="0" cy="0"/>
        </a:xfrm>
      </p:grpSpPr>
      <p:sp>
        <p:nvSpPr>
          <p:cNvPr id="1057" name="Google Shape;1057;p44">
            <a:extLst>
              <a:ext uri="{FF2B5EF4-FFF2-40B4-BE49-F238E27FC236}">
                <a16:creationId xmlns:a16="http://schemas.microsoft.com/office/drawing/2014/main" id="{3034B61A-3C67-9BD2-8D4B-AB6ACEC868F9}"/>
              </a:ext>
            </a:extLst>
          </p:cNvPr>
          <p:cNvSpPr/>
          <p:nvPr/>
        </p:nvSpPr>
        <p:spPr>
          <a:xfrm>
            <a:off x="0" y="0"/>
            <a:ext cx="9144000" cy="5143500"/>
          </a:xfrm>
          <a:prstGeom prst="rect">
            <a:avLst/>
          </a:prstGeom>
          <a:solidFill>
            <a:srgbClr val="EBE6D6"/>
          </a:solidFill>
          <a:ln w="19050" cap="flat" cmpd="sng">
            <a:solidFill>
              <a:srgbClr val="EFBC3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58" name="Google Shape;1058;p44">
            <a:extLst>
              <a:ext uri="{FF2B5EF4-FFF2-40B4-BE49-F238E27FC236}">
                <a16:creationId xmlns:a16="http://schemas.microsoft.com/office/drawing/2014/main" id="{FC16C06E-3DF0-B7DE-F675-000875199651}"/>
              </a:ext>
            </a:extLst>
          </p:cNvPr>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Notices</a:t>
            </a:r>
            <a:endParaRPr sz="2700">
              <a:solidFill>
                <a:srgbClr val="EFBC3F"/>
              </a:solidFill>
              <a:latin typeface="Dela Gothic One"/>
              <a:ea typeface="Dela Gothic One"/>
              <a:cs typeface="Dela Gothic One"/>
              <a:sym typeface="Dela Gothic One"/>
            </a:endParaRPr>
          </a:p>
        </p:txBody>
      </p:sp>
      <p:sp>
        <p:nvSpPr>
          <p:cNvPr id="1059" name="Google Shape;1059;p44">
            <a:extLst>
              <a:ext uri="{FF2B5EF4-FFF2-40B4-BE49-F238E27FC236}">
                <a16:creationId xmlns:a16="http://schemas.microsoft.com/office/drawing/2014/main" id="{8BF5D7B0-CF1D-9713-BE23-57E64AF8BC3D}"/>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060" name="Google Shape;1060;p44">
            <a:extLst>
              <a:ext uri="{FF2B5EF4-FFF2-40B4-BE49-F238E27FC236}">
                <a16:creationId xmlns:a16="http://schemas.microsoft.com/office/drawing/2014/main" id="{F30EF766-6E60-1AB9-4D77-B9A65A19627A}"/>
              </a:ext>
            </a:extLst>
          </p:cNvPr>
          <p:cNvGrpSpPr/>
          <p:nvPr/>
        </p:nvGrpSpPr>
        <p:grpSpPr>
          <a:xfrm>
            <a:off x="1030895" y="1109148"/>
            <a:ext cx="7082216" cy="3710688"/>
            <a:chOff x="2302350" y="716406"/>
            <a:chExt cx="4539300" cy="3710688"/>
          </a:xfrm>
        </p:grpSpPr>
        <p:sp>
          <p:nvSpPr>
            <p:cNvPr id="1061" name="Google Shape;1061;p44">
              <a:extLst>
                <a:ext uri="{FF2B5EF4-FFF2-40B4-BE49-F238E27FC236}">
                  <a16:creationId xmlns:a16="http://schemas.microsoft.com/office/drawing/2014/main" id="{696639C6-4608-7C8A-3FC7-C287A6605AC2}"/>
                </a:ext>
              </a:extLst>
            </p:cNvPr>
            <p:cNvSpPr/>
            <p:nvPr/>
          </p:nvSpPr>
          <p:spPr>
            <a:xfrm rot="-5400000">
              <a:off x="2305950" y="939894"/>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62" name="Google Shape;1062;p44">
              <a:extLst>
                <a:ext uri="{FF2B5EF4-FFF2-40B4-BE49-F238E27FC236}">
                  <a16:creationId xmlns:a16="http://schemas.microsoft.com/office/drawing/2014/main" id="{66313623-F395-23CD-6FE2-0067289B766B}"/>
                </a:ext>
              </a:extLst>
            </p:cNvPr>
            <p:cNvSpPr/>
            <p:nvPr/>
          </p:nvSpPr>
          <p:spPr>
            <a:xfrm>
              <a:off x="2373600" y="977544"/>
              <a:ext cx="436200" cy="503400"/>
            </a:xfrm>
            <a:prstGeom prst="star6">
              <a:avLst>
                <a:gd name="adj" fmla="val 43076"/>
                <a:gd name="hf" fmla="val 115470"/>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63" name="Google Shape;1063;p44">
              <a:extLst>
                <a:ext uri="{FF2B5EF4-FFF2-40B4-BE49-F238E27FC236}">
                  <a16:creationId xmlns:a16="http://schemas.microsoft.com/office/drawing/2014/main" id="{7A6453FB-1A71-1350-4A1C-6D753F78DC7A}"/>
                </a:ext>
              </a:extLst>
            </p:cNvPr>
            <p:cNvSpPr/>
            <p:nvPr/>
          </p:nvSpPr>
          <p:spPr>
            <a:xfrm rot="-5400000">
              <a:off x="2305950" y="1559331"/>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64" name="Google Shape;1064;p44">
              <a:extLst>
                <a:ext uri="{FF2B5EF4-FFF2-40B4-BE49-F238E27FC236}">
                  <a16:creationId xmlns:a16="http://schemas.microsoft.com/office/drawing/2014/main" id="{D1C58B42-934D-8B42-B951-08D9C464A6AE}"/>
                </a:ext>
              </a:extLst>
            </p:cNvPr>
            <p:cNvSpPr/>
            <p:nvPr/>
          </p:nvSpPr>
          <p:spPr>
            <a:xfrm>
              <a:off x="2352925" y="1609644"/>
              <a:ext cx="484200" cy="484200"/>
            </a:xfrm>
            <a:prstGeom prst="ellipse">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65" name="Google Shape;1065;p44">
              <a:extLst>
                <a:ext uri="{FF2B5EF4-FFF2-40B4-BE49-F238E27FC236}">
                  <a16:creationId xmlns:a16="http://schemas.microsoft.com/office/drawing/2014/main" id="{30EC044D-37D3-90E9-10DC-33F7D870E32E}"/>
                </a:ext>
              </a:extLst>
            </p:cNvPr>
            <p:cNvSpPr/>
            <p:nvPr/>
          </p:nvSpPr>
          <p:spPr>
            <a:xfrm rot="-5400000">
              <a:off x="2305950" y="3233506"/>
              <a:ext cx="571500" cy="578700"/>
            </a:xfrm>
            <a:prstGeom prst="round2SameRect">
              <a:avLst>
                <a:gd name="adj1" fmla="val 16789"/>
                <a:gd name="adj2" fmla="val 0"/>
              </a:avLst>
            </a:prstGeom>
            <a:solidFill>
              <a:srgbClr val="FF896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66" name="Google Shape;1066;p44">
              <a:extLst>
                <a:ext uri="{FF2B5EF4-FFF2-40B4-BE49-F238E27FC236}">
                  <a16:creationId xmlns:a16="http://schemas.microsoft.com/office/drawing/2014/main" id="{C70539AC-43CB-9530-942A-1E85A327AA9E}"/>
                </a:ext>
              </a:extLst>
            </p:cNvPr>
            <p:cNvSpPr/>
            <p:nvPr/>
          </p:nvSpPr>
          <p:spPr>
            <a:xfrm rot="-5400000">
              <a:off x="2305950" y="3850981"/>
              <a:ext cx="571500" cy="578700"/>
            </a:xfrm>
            <a:prstGeom prst="round2SameRect">
              <a:avLst>
                <a:gd name="adj1" fmla="val 16789"/>
                <a:gd name="adj2" fmla="val 0"/>
              </a:avLst>
            </a:prstGeom>
            <a:solidFill>
              <a:srgbClr val="FF896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67" name="Google Shape;1067;p44">
              <a:extLst>
                <a:ext uri="{FF2B5EF4-FFF2-40B4-BE49-F238E27FC236}">
                  <a16:creationId xmlns:a16="http://schemas.microsoft.com/office/drawing/2014/main" id="{272D488C-0976-85E6-795D-BB0327D25C37}"/>
                </a:ext>
              </a:extLst>
            </p:cNvPr>
            <p:cNvSpPr/>
            <p:nvPr/>
          </p:nvSpPr>
          <p:spPr>
            <a:xfrm rot="-5400000">
              <a:off x="2305950" y="2184906"/>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68" name="Google Shape;1068;p44">
              <a:extLst>
                <a:ext uri="{FF2B5EF4-FFF2-40B4-BE49-F238E27FC236}">
                  <a16:creationId xmlns:a16="http://schemas.microsoft.com/office/drawing/2014/main" id="{A4F72179-8FCE-B3FF-2579-B3B61A24BA5D}"/>
                </a:ext>
              </a:extLst>
            </p:cNvPr>
            <p:cNvSpPr/>
            <p:nvPr/>
          </p:nvSpPr>
          <p:spPr>
            <a:xfrm rot="5400000" flipH="1">
              <a:off x="4585350" y="-7413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69" name="Google Shape;1069;p44">
              <a:extLst>
                <a:ext uri="{FF2B5EF4-FFF2-40B4-BE49-F238E27FC236}">
                  <a16:creationId xmlns:a16="http://schemas.microsoft.com/office/drawing/2014/main" id="{3A61FCA7-9CB6-4B6F-D11A-26AD3508891B}"/>
                </a:ext>
              </a:extLst>
            </p:cNvPr>
            <p:cNvSpPr txBox="1"/>
            <p:nvPr/>
          </p:nvSpPr>
          <p:spPr>
            <a:xfrm>
              <a:off x="2394125" y="716406"/>
              <a:ext cx="4384800"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a:solidFill>
                    <a:srgbClr val="434343"/>
                  </a:solidFill>
                  <a:latin typeface="Figtree"/>
                  <a:ea typeface="Figtree"/>
                  <a:cs typeface="Figtree"/>
                  <a:sym typeface="Figtree"/>
                </a:rPr>
                <a:t>COMPANY-WIDE </a:t>
              </a:r>
              <a:r>
                <a:rPr lang="en" sz="900">
                  <a:solidFill>
                    <a:srgbClr val="666666"/>
                  </a:solidFill>
                  <a:latin typeface="Figtree"/>
                  <a:ea typeface="Figtree"/>
                  <a:cs typeface="Figtree"/>
                  <a:sym typeface="Figtree"/>
                </a:rPr>
                <a:t>(3 notices)</a:t>
              </a:r>
              <a:endParaRPr sz="900">
                <a:solidFill>
                  <a:srgbClr val="666666"/>
                </a:solidFill>
                <a:latin typeface="Figtree"/>
                <a:ea typeface="Figtree"/>
                <a:cs typeface="Figtree"/>
                <a:sym typeface="Figtree"/>
              </a:endParaRPr>
            </a:p>
          </p:txBody>
        </p:sp>
        <p:sp>
          <p:nvSpPr>
            <p:cNvPr id="1070" name="Google Shape;1070;p44">
              <a:extLst>
                <a:ext uri="{FF2B5EF4-FFF2-40B4-BE49-F238E27FC236}">
                  <a16:creationId xmlns:a16="http://schemas.microsoft.com/office/drawing/2014/main" id="{618FA042-2DF1-5C44-2F2A-82CA95CC4A8F}"/>
                </a:ext>
              </a:extLst>
            </p:cNvPr>
            <p:cNvSpPr txBox="1"/>
            <p:nvPr/>
          </p:nvSpPr>
          <p:spPr>
            <a:xfrm>
              <a:off x="3075075" y="943606"/>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600">
                  <a:solidFill>
                    <a:srgbClr val="434343"/>
                  </a:solidFill>
                  <a:latin typeface="Figtree SemiBold"/>
                  <a:ea typeface="Figtree SemiBold"/>
                  <a:cs typeface="Figtree SemiBold"/>
                  <a:sym typeface="Figtree SemiBold"/>
                </a:rPr>
                <a:t>Company-wide Sports Tournament</a:t>
              </a:r>
              <a:endParaRPr sz="1600">
                <a:solidFill>
                  <a:srgbClr val="666666"/>
                </a:solidFill>
                <a:latin typeface="Figtree Light"/>
                <a:ea typeface="Figtree Light"/>
                <a:cs typeface="Figtree Light"/>
                <a:sym typeface="Figtree Light"/>
              </a:endParaRPr>
            </a:p>
          </p:txBody>
        </p:sp>
        <p:sp>
          <p:nvSpPr>
            <p:cNvPr id="1071" name="Google Shape;1071;p44">
              <a:extLst>
                <a:ext uri="{FF2B5EF4-FFF2-40B4-BE49-F238E27FC236}">
                  <a16:creationId xmlns:a16="http://schemas.microsoft.com/office/drawing/2014/main" id="{84C49B89-AE9B-7C3B-0B05-F878C370D841}"/>
                </a:ext>
              </a:extLst>
            </p:cNvPr>
            <p:cNvSpPr txBox="1"/>
            <p:nvPr/>
          </p:nvSpPr>
          <p:spPr>
            <a:xfrm>
              <a:off x="2394125" y="3007456"/>
              <a:ext cx="4384800"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a:solidFill>
                    <a:srgbClr val="434343"/>
                  </a:solidFill>
                  <a:latin typeface="Figtree"/>
                  <a:ea typeface="Figtree"/>
                  <a:cs typeface="Figtree"/>
                  <a:sym typeface="Figtree"/>
                </a:rPr>
                <a:t>MY DEPARTMENT </a:t>
              </a:r>
              <a:r>
                <a:rPr lang="en" sz="900">
                  <a:solidFill>
                    <a:srgbClr val="666666"/>
                  </a:solidFill>
                  <a:latin typeface="Figtree"/>
                  <a:ea typeface="Figtree"/>
                  <a:cs typeface="Figtree"/>
                  <a:sym typeface="Figtree"/>
                </a:rPr>
                <a:t>(3 notices)</a:t>
              </a:r>
              <a:endParaRPr sz="900">
                <a:solidFill>
                  <a:srgbClr val="666666"/>
                </a:solidFill>
                <a:latin typeface="Figtree"/>
                <a:ea typeface="Figtree"/>
                <a:cs typeface="Figtree"/>
                <a:sym typeface="Figtree"/>
              </a:endParaRPr>
            </a:p>
          </p:txBody>
        </p:sp>
        <p:sp>
          <p:nvSpPr>
            <p:cNvPr id="1072" name="Google Shape;1072;p44">
              <a:extLst>
                <a:ext uri="{FF2B5EF4-FFF2-40B4-BE49-F238E27FC236}">
                  <a16:creationId xmlns:a16="http://schemas.microsoft.com/office/drawing/2014/main" id="{F128A873-9A86-3CB2-3D8E-BAA3C5BD2CB4}"/>
                </a:ext>
              </a:extLst>
            </p:cNvPr>
            <p:cNvSpPr/>
            <p:nvPr/>
          </p:nvSpPr>
          <p:spPr>
            <a:xfrm rot="5400000" flipH="1">
              <a:off x="4585350" y="-121869"/>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73" name="Google Shape;1073;p44">
              <a:extLst>
                <a:ext uri="{FF2B5EF4-FFF2-40B4-BE49-F238E27FC236}">
                  <a16:creationId xmlns:a16="http://schemas.microsoft.com/office/drawing/2014/main" id="{0F1CAF5D-DF6D-98BE-3637-4EC5CBCEBD58}"/>
                </a:ext>
              </a:extLst>
            </p:cNvPr>
            <p:cNvSpPr txBox="1"/>
            <p:nvPr/>
          </p:nvSpPr>
          <p:spPr>
            <a:xfrm>
              <a:off x="3075075" y="1563044"/>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Annual Employee Wellness Drive </a:t>
              </a:r>
              <a:endParaRPr sz="1500">
                <a:solidFill>
                  <a:srgbClr val="666666"/>
                </a:solidFill>
                <a:latin typeface="Figtree Light"/>
                <a:ea typeface="Figtree Light"/>
                <a:cs typeface="Figtree Light"/>
                <a:sym typeface="Figtree Light"/>
              </a:endParaRPr>
            </a:p>
          </p:txBody>
        </p:sp>
        <p:sp>
          <p:nvSpPr>
            <p:cNvPr id="1074" name="Google Shape;1074;p44">
              <a:extLst>
                <a:ext uri="{FF2B5EF4-FFF2-40B4-BE49-F238E27FC236}">
                  <a16:creationId xmlns:a16="http://schemas.microsoft.com/office/drawing/2014/main" id="{252FC83A-B170-C1F3-6482-4F20BACF4D0D}"/>
                </a:ext>
              </a:extLst>
            </p:cNvPr>
            <p:cNvSpPr txBox="1"/>
            <p:nvPr/>
          </p:nvSpPr>
          <p:spPr>
            <a:xfrm>
              <a:off x="2302350" y="1740981"/>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30th May</a:t>
              </a:r>
              <a:endParaRPr>
                <a:solidFill>
                  <a:srgbClr val="FFFFFF"/>
                </a:solidFill>
                <a:latin typeface="Figtree Black"/>
                <a:ea typeface="Figtree Black"/>
                <a:cs typeface="Figtree Black"/>
                <a:sym typeface="Figtree Black"/>
              </a:endParaRPr>
            </a:p>
          </p:txBody>
        </p:sp>
        <p:sp>
          <p:nvSpPr>
            <p:cNvPr id="1075" name="Google Shape;1075;p44">
              <a:extLst>
                <a:ext uri="{FF2B5EF4-FFF2-40B4-BE49-F238E27FC236}">
                  <a16:creationId xmlns:a16="http://schemas.microsoft.com/office/drawing/2014/main" id="{2CE3916B-D243-DA0F-C55A-B798968570A2}"/>
                </a:ext>
              </a:extLst>
            </p:cNvPr>
            <p:cNvSpPr/>
            <p:nvPr/>
          </p:nvSpPr>
          <p:spPr>
            <a:xfrm rot="5400000" flipH="1">
              <a:off x="4585350" y="5037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76" name="Google Shape;1076;p44">
              <a:extLst>
                <a:ext uri="{FF2B5EF4-FFF2-40B4-BE49-F238E27FC236}">
                  <a16:creationId xmlns:a16="http://schemas.microsoft.com/office/drawing/2014/main" id="{3D85532B-3705-FD0A-3C79-0A54E3C0499C}"/>
                </a:ext>
              </a:extLst>
            </p:cNvPr>
            <p:cNvSpPr txBox="1"/>
            <p:nvPr/>
          </p:nvSpPr>
          <p:spPr>
            <a:xfrm>
              <a:off x="3075075" y="2188619"/>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Updated Workplace Policies and Guidelines </a:t>
              </a:r>
              <a:endParaRPr sz="1500">
                <a:solidFill>
                  <a:srgbClr val="666666"/>
                </a:solidFill>
                <a:latin typeface="Figtree Light"/>
                <a:ea typeface="Figtree Light"/>
                <a:cs typeface="Figtree Light"/>
                <a:sym typeface="Figtree Light"/>
              </a:endParaRPr>
            </a:p>
          </p:txBody>
        </p:sp>
        <p:sp>
          <p:nvSpPr>
            <p:cNvPr id="1077" name="Google Shape;1077;p44">
              <a:extLst>
                <a:ext uri="{FF2B5EF4-FFF2-40B4-BE49-F238E27FC236}">
                  <a16:creationId xmlns:a16="http://schemas.microsoft.com/office/drawing/2014/main" id="{59FCDC54-79F4-A828-8B92-8A67DEC429B3}"/>
                </a:ext>
              </a:extLst>
            </p:cNvPr>
            <p:cNvSpPr/>
            <p:nvPr/>
          </p:nvSpPr>
          <p:spPr>
            <a:xfrm rot="5400000" flipH="1">
              <a:off x="4585350" y="15523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78" name="Google Shape;1078;p44">
              <a:extLst>
                <a:ext uri="{FF2B5EF4-FFF2-40B4-BE49-F238E27FC236}">
                  <a16:creationId xmlns:a16="http://schemas.microsoft.com/office/drawing/2014/main" id="{56B7DB88-CB51-0F52-5C1F-AC00035F19C3}"/>
                </a:ext>
              </a:extLst>
            </p:cNvPr>
            <p:cNvSpPr txBox="1"/>
            <p:nvPr/>
          </p:nvSpPr>
          <p:spPr>
            <a:xfrm>
              <a:off x="3075075" y="3237219"/>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endParaRPr sz="1500">
                <a:solidFill>
                  <a:srgbClr val="434343"/>
                </a:solidFill>
                <a:latin typeface="Figtree SemiBold"/>
                <a:ea typeface="Figtree SemiBold"/>
                <a:cs typeface="Figtree SemiBold"/>
                <a:sym typeface="Figtree SemiBold"/>
              </a:endParaRPr>
            </a:p>
            <a:p>
              <a:pPr marL="0" lvl="0" indent="0" algn="l" rtl="0">
                <a:lnSpc>
                  <a:spcPct val="115000"/>
                </a:lnSpc>
                <a:spcBef>
                  <a:spcPts val="0"/>
                </a:spcBef>
                <a:spcAft>
                  <a:spcPts val="0"/>
                </a:spcAft>
                <a:buNone/>
              </a:pPr>
              <a:endParaRPr sz="1500">
                <a:solidFill>
                  <a:srgbClr val="434343"/>
                </a:solidFill>
                <a:latin typeface="Figtree SemiBold"/>
                <a:ea typeface="Figtree SemiBold"/>
                <a:cs typeface="Figtree SemiBold"/>
                <a:sym typeface="Figtree SemiBold"/>
              </a:endParaRPr>
            </a:p>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Workshop on Incorporating Touch-Transfer in Mobile Websites</a:t>
              </a:r>
              <a:endParaRPr sz="1500">
                <a:solidFill>
                  <a:srgbClr val="434343"/>
                </a:solidFill>
                <a:latin typeface="Figtree Light"/>
                <a:ea typeface="Figtree Light"/>
                <a:cs typeface="Figtree Light"/>
                <a:sym typeface="Figtree Light"/>
              </a:endParaRPr>
            </a:p>
            <a:p>
              <a:pPr marL="0" lvl="0" indent="0" algn="l" rtl="0">
                <a:lnSpc>
                  <a:spcPct val="115000"/>
                </a:lnSpc>
                <a:spcBef>
                  <a:spcPts val="0"/>
                </a:spcBef>
                <a:spcAft>
                  <a:spcPts val="0"/>
                </a:spcAft>
                <a:buNone/>
              </a:pPr>
              <a:endParaRPr sz="1500">
                <a:solidFill>
                  <a:srgbClr val="434343"/>
                </a:solidFill>
                <a:latin typeface="Figtree SemiBold"/>
                <a:ea typeface="Figtree SemiBold"/>
                <a:cs typeface="Figtree SemiBold"/>
                <a:sym typeface="Figtree SemiBold"/>
              </a:endParaRPr>
            </a:p>
            <a:p>
              <a:pPr marL="0" lvl="0" indent="0" algn="l" rtl="0">
                <a:lnSpc>
                  <a:spcPct val="115000"/>
                </a:lnSpc>
                <a:spcBef>
                  <a:spcPts val="0"/>
                </a:spcBef>
                <a:spcAft>
                  <a:spcPts val="0"/>
                </a:spcAft>
                <a:buNone/>
              </a:pPr>
              <a:endParaRPr sz="1500">
                <a:solidFill>
                  <a:srgbClr val="434343"/>
                </a:solidFill>
                <a:latin typeface="Figtree SemiBold"/>
                <a:ea typeface="Figtree SemiBold"/>
                <a:cs typeface="Figtree SemiBold"/>
                <a:sym typeface="Figtree SemiBold"/>
              </a:endParaRPr>
            </a:p>
          </p:txBody>
        </p:sp>
        <p:sp>
          <p:nvSpPr>
            <p:cNvPr id="1079" name="Google Shape;1079;p44">
              <a:extLst>
                <a:ext uri="{FF2B5EF4-FFF2-40B4-BE49-F238E27FC236}">
                  <a16:creationId xmlns:a16="http://schemas.microsoft.com/office/drawing/2014/main" id="{B0C1BFE0-3D2D-E6B2-325F-B96B9D950DE6}"/>
                </a:ext>
              </a:extLst>
            </p:cNvPr>
            <p:cNvSpPr/>
            <p:nvPr/>
          </p:nvSpPr>
          <p:spPr>
            <a:xfrm rot="5400000" flipH="1">
              <a:off x="4585350" y="2169781"/>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80" name="Google Shape;1080;p44">
              <a:extLst>
                <a:ext uri="{FF2B5EF4-FFF2-40B4-BE49-F238E27FC236}">
                  <a16:creationId xmlns:a16="http://schemas.microsoft.com/office/drawing/2014/main" id="{DB48E7FD-9977-5670-14A3-121039BF6CDA}"/>
                </a:ext>
              </a:extLst>
            </p:cNvPr>
            <p:cNvSpPr txBox="1"/>
            <p:nvPr/>
          </p:nvSpPr>
          <p:spPr>
            <a:xfrm>
              <a:off x="3075075" y="3854694"/>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Content-creation for Web Dev Dept. Nearing Deadline</a:t>
              </a:r>
              <a:endParaRPr sz="1500">
                <a:solidFill>
                  <a:srgbClr val="666666"/>
                </a:solidFill>
                <a:latin typeface="Figtree Light"/>
                <a:ea typeface="Figtree Light"/>
                <a:cs typeface="Figtree Light"/>
                <a:sym typeface="Figtree Light"/>
              </a:endParaRPr>
            </a:p>
          </p:txBody>
        </p:sp>
        <p:sp>
          <p:nvSpPr>
            <p:cNvPr id="1081" name="Google Shape;1081;p44">
              <a:extLst>
                <a:ext uri="{FF2B5EF4-FFF2-40B4-BE49-F238E27FC236}">
                  <a16:creationId xmlns:a16="http://schemas.microsoft.com/office/drawing/2014/main" id="{68C7973F-F20B-9151-2EB3-8EBB3D11E35F}"/>
                </a:ext>
              </a:extLst>
            </p:cNvPr>
            <p:cNvSpPr/>
            <p:nvPr/>
          </p:nvSpPr>
          <p:spPr>
            <a:xfrm>
              <a:off x="2348003" y="3278609"/>
              <a:ext cx="487395" cy="488494"/>
            </a:xfrm>
            <a:custGeom>
              <a:avLst/>
              <a:gdLst/>
              <a:ahLst/>
              <a:cxnLst/>
              <a:rect l="l" t="t" r="r" b="b"/>
              <a:pathLst>
                <a:path w="91358" h="91564" extrusionOk="0">
                  <a:moveTo>
                    <a:pt x="35027" y="0"/>
                  </a:moveTo>
                  <a:lnTo>
                    <a:pt x="25605" y="17821"/>
                  </a:lnTo>
                  <a:lnTo>
                    <a:pt x="5735" y="20894"/>
                  </a:lnTo>
                  <a:lnTo>
                    <a:pt x="11676" y="40149"/>
                  </a:lnTo>
                  <a:lnTo>
                    <a:pt x="0" y="56536"/>
                  </a:lnTo>
                  <a:lnTo>
                    <a:pt x="17616" y="65959"/>
                  </a:lnTo>
                  <a:lnTo>
                    <a:pt x="20894" y="85623"/>
                  </a:lnTo>
                  <a:lnTo>
                    <a:pt x="40148" y="79683"/>
                  </a:lnTo>
                  <a:lnTo>
                    <a:pt x="56331" y="91563"/>
                  </a:lnTo>
                  <a:lnTo>
                    <a:pt x="65753" y="73742"/>
                  </a:lnTo>
                  <a:lnTo>
                    <a:pt x="85622" y="70670"/>
                  </a:lnTo>
                  <a:lnTo>
                    <a:pt x="79682" y="51415"/>
                  </a:lnTo>
                  <a:lnTo>
                    <a:pt x="91358" y="35028"/>
                  </a:lnTo>
                  <a:lnTo>
                    <a:pt x="73742" y="25810"/>
                  </a:lnTo>
                  <a:lnTo>
                    <a:pt x="70464" y="5941"/>
                  </a:lnTo>
                  <a:lnTo>
                    <a:pt x="51210" y="11881"/>
                  </a:lnTo>
                  <a:lnTo>
                    <a:pt x="35027" y="0"/>
                  </a:lnTo>
                  <a:close/>
                </a:path>
              </a:pathLst>
            </a:custGeom>
            <a:solidFill>
              <a:srgbClr val="FF5F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082" name="Google Shape;1082;p44">
              <a:extLst>
                <a:ext uri="{FF2B5EF4-FFF2-40B4-BE49-F238E27FC236}">
                  <a16:creationId xmlns:a16="http://schemas.microsoft.com/office/drawing/2014/main" id="{35A28DD2-DA50-DD21-98DF-679CAAB02B7D}"/>
                </a:ext>
              </a:extLst>
            </p:cNvPr>
            <p:cNvSpPr txBox="1"/>
            <p:nvPr/>
          </p:nvSpPr>
          <p:spPr>
            <a:xfrm>
              <a:off x="2305675" y="3415156"/>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24th May</a:t>
              </a:r>
              <a:endParaRPr>
                <a:solidFill>
                  <a:srgbClr val="FFFFFF"/>
                </a:solidFill>
                <a:latin typeface="Figtree Black"/>
                <a:ea typeface="Figtree Black"/>
                <a:cs typeface="Figtree Black"/>
                <a:sym typeface="Figtree Black"/>
              </a:endParaRPr>
            </a:p>
          </p:txBody>
        </p:sp>
        <p:sp>
          <p:nvSpPr>
            <p:cNvPr id="1083" name="Google Shape;1083;p44">
              <a:extLst>
                <a:ext uri="{FF2B5EF4-FFF2-40B4-BE49-F238E27FC236}">
                  <a16:creationId xmlns:a16="http://schemas.microsoft.com/office/drawing/2014/main" id="{B911C748-9C69-8AAC-6B2D-23E496D526D1}"/>
                </a:ext>
              </a:extLst>
            </p:cNvPr>
            <p:cNvSpPr/>
            <p:nvPr/>
          </p:nvSpPr>
          <p:spPr>
            <a:xfrm>
              <a:off x="2362425" y="2249331"/>
              <a:ext cx="465201" cy="465201"/>
            </a:xfrm>
            <a:custGeom>
              <a:avLst/>
              <a:gdLst/>
              <a:ahLst/>
              <a:cxnLst/>
              <a:rect l="l" t="t" r="r" b="b"/>
              <a:pathLst>
                <a:path w="209550" h="209550" extrusionOk="0">
                  <a:moveTo>
                    <a:pt x="78798" y="0"/>
                  </a:moveTo>
                  <a:lnTo>
                    <a:pt x="78798" y="41997"/>
                  </a:lnTo>
                  <a:lnTo>
                    <a:pt x="48924" y="12123"/>
                  </a:lnTo>
                  <a:lnTo>
                    <a:pt x="12123" y="48924"/>
                  </a:lnTo>
                  <a:lnTo>
                    <a:pt x="41997" y="78798"/>
                  </a:lnTo>
                  <a:lnTo>
                    <a:pt x="0" y="78798"/>
                  </a:lnTo>
                  <a:lnTo>
                    <a:pt x="0" y="130752"/>
                  </a:lnTo>
                  <a:lnTo>
                    <a:pt x="41997" y="130752"/>
                  </a:lnTo>
                  <a:lnTo>
                    <a:pt x="12123" y="160626"/>
                  </a:lnTo>
                  <a:lnTo>
                    <a:pt x="48924" y="197427"/>
                  </a:lnTo>
                  <a:lnTo>
                    <a:pt x="78798" y="167553"/>
                  </a:lnTo>
                  <a:lnTo>
                    <a:pt x="78798" y="209550"/>
                  </a:lnTo>
                  <a:lnTo>
                    <a:pt x="130752" y="209550"/>
                  </a:lnTo>
                  <a:lnTo>
                    <a:pt x="130752" y="167553"/>
                  </a:lnTo>
                  <a:lnTo>
                    <a:pt x="160193" y="197427"/>
                  </a:lnTo>
                  <a:lnTo>
                    <a:pt x="196994" y="160626"/>
                  </a:lnTo>
                  <a:lnTo>
                    <a:pt x="167553" y="130752"/>
                  </a:lnTo>
                  <a:lnTo>
                    <a:pt x="209550" y="130752"/>
                  </a:lnTo>
                  <a:lnTo>
                    <a:pt x="209550" y="78798"/>
                  </a:lnTo>
                  <a:lnTo>
                    <a:pt x="167553" y="78798"/>
                  </a:lnTo>
                  <a:lnTo>
                    <a:pt x="196994" y="48924"/>
                  </a:lnTo>
                  <a:lnTo>
                    <a:pt x="160193" y="12123"/>
                  </a:lnTo>
                  <a:lnTo>
                    <a:pt x="130752" y="41997"/>
                  </a:lnTo>
                  <a:lnTo>
                    <a:pt x="130752" y="0"/>
                  </a:lnTo>
                  <a:close/>
                </a:path>
              </a:pathLst>
            </a:custGeom>
            <a:solidFill>
              <a:srgbClr val="FF59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084" name="Google Shape;1084;p44">
              <a:extLst>
                <a:ext uri="{FF2B5EF4-FFF2-40B4-BE49-F238E27FC236}">
                  <a16:creationId xmlns:a16="http://schemas.microsoft.com/office/drawing/2014/main" id="{35D62AF9-065A-531F-26D8-2B0B8F117DE7}"/>
                </a:ext>
              </a:extLst>
            </p:cNvPr>
            <p:cNvSpPr/>
            <p:nvPr/>
          </p:nvSpPr>
          <p:spPr>
            <a:xfrm>
              <a:off x="2373552" y="3917990"/>
              <a:ext cx="436296" cy="444682"/>
            </a:xfrm>
            <a:custGeom>
              <a:avLst/>
              <a:gdLst/>
              <a:ahLst/>
              <a:cxnLst/>
              <a:rect l="l" t="t" r="r" b="b"/>
              <a:pathLst>
                <a:path w="85214" h="86852" extrusionOk="0">
                  <a:moveTo>
                    <a:pt x="43426" y="0"/>
                  </a:moveTo>
                  <a:lnTo>
                    <a:pt x="38920" y="205"/>
                  </a:lnTo>
                  <a:lnTo>
                    <a:pt x="34618" y="820"/>
                  </a:lnTo>
                  <a:lnTo>
                    <a:pt x="30521" y="1844"/>
                  </a:lnTo>
                  <a:lnTo>
                    <a:pt x="26425" y="3483"/>
                  </a:lnTo>
                  <a:lnTo>
                    <a:pt x="22737" y="5121"/>
                  </a:lnTo>
                  <a:lnTo>
                    <a:pt x="19050" y="7374"/>
                  </a:lnTo>
                  <a:lnTo>
                    <a:pt x="15773" y="9833"/>
                  </a:lnTo>
                  <a:lnTo>
                    <a:pt x="12700" y="12700"/>
                  </a:lnTo>
                  <a:lnTo>
                    <a:pt x="9833" y="15773"/>
                  </a:lnTo>
                  <a:lnTo>
                    <a:pt x="7375" y="19050"/>
                  </a:lnTo>
                  <a:lnTo>
                    <a:pt x="5121" y="22737"/>
                  </a:lnTo>
                  <a:lnTo>
                    <a:pt x="3278" y="26424"/>
                  </a:lnTo>
                  <a:lnTo>
                    <a:pt x="1844" y="30521"/>
                  </a:lnTo>
                  <a:lnTo>
                    <a:pt x="820" y="34618"/>
                  </a:lnTo>
                  <a:lnTo>
                    <a:pt x="205" y="38920"/>
                  </a:lnTo>
                  <a:lnTo>
                    <a:pt x="0" y="43426"/>
                  </a:lnTo>
                  <a:lnTo>
                    <a:pt x="205" y="47933"/>
                  </a:lnTo>
                  <a:lnTo>
                    <a:pt x="820" y="52234"/>
                  </a:lnTo>
                  <a:lnTo>
                    <a:pt x="1844" y="56331"/>
                  </a:lnTo>
                  <a:lnTo>
                    <a:pt x="3278" y="60223"/>
                  </a:lnTo>
                  <a:lnTo>
                    <a:pt x="5121" y="64115"/>
                  </a:lnTo>
                  <a:lnTo>
                    <a:pt x="7375" y="67597"/>
                  </a:lnTo>
                  <a:lnTo>
                    <a:pt x="9833" y="71079"/>
                  </a:lnTo>
                  <a:lnTo>
                    <a:pt x="12700" y="74152"/>
                  </a:lnTo>
                  <a:lnTo>
                    <a:pt x="15773" y="76815"/>
                  </a:lnTo>
                  <a:lnTo>
                    <a:pt x="19050" y="79478"/>
                  </a:lnTo>
                  <a:lnTo>
                    <a:pt x="22737" y="81526"/>
                  </a:lnTo>
                  <a:lnTo>
                    <a:pt x="26425" y="83370"/>
                  </a:lnTo>
                  <a:lnTo>
                    <a:pt x="30521" y="84803"/>
                  </a:lnTo>
                  <a:lnTo>
                    <a:pt x="34618" y="86033"/>
                  </a:lnTo>
                  <a:lnTo>
                    <a:pt x="38920" y="86647"/>
                  </a:lnTo>
                  <a:lnTo>
                    <a:pt x="43426" y="86852"/>
                  </a:lnTo>
                  <a:lnTo>
                    <a:pt x="43426" y="55307"/>
                  </a:lnTo>
                  <a:lnTo>
                    <a:pt x="44450" y="58584"/>
                  </a:lnTo>
                  <a:lnTo>
                    <a:pt x="45884" y="61862"/>
                  </a:lnTo>
                  <a:lnTo>
                    <a:pt x="47318" y="64934"/>
                  </a:lnTo>
                  <a:lnTo>
                    <a:pt x="49162" y="67802"/>
                  </a:lnTo>
                  <a:lnTo>
                    <a:pt x="51210" y="70670"/>
                  </a:lnTo>
                  <a:lnTo>
                    <a:pt x="53668" y="73128"/>
                  </a:lnTo>
                  <a:lnTo>
                    <a:pt x="56126" y="75586"/>
                  </a:lnTo>
                  <a:lnTo>
                    <a:pt x="58789" y="77839"/>
                  </a:lnTo>
                  <a:lnTo>
                    <a:pt x="61452" y="79887"/>
                  </a:lnTo>
                  <a:lnTo>
                    <a:pt x="64524" y="81731"/>
                  </a:lnTo>
                  <a:lnTo>
                    <a:pt x="67597" y="83165"/>
                  </a:lnTo>
                  <a:lnTo>
                    <a:pt x="70874" y="84394"/>
                  </a:lnTo>
                  <a:lnTo>
                    <a:pt x="74357" y="85418"/>
                  </a:lnTo>
                  <a:lnTo>
                    <a:pt x="77839" y="86237"/>
                  </a:lnTo>
                  <a:lnTo>
                    <a:pt x="81526" y="86647"/>
                  </a:lnTo>
                  <a:lnTo>
                    <a:pt x="85213" y="86852"/>
                  </a:lnTo>
                  <a:lnTo>
                    <a:pt x="85213" y="0"/>
                  </a:lnTo>
                  <a:lnTo>
                    <a:pt x="81526" y="205"/>
                  </a:lnTo>
                  <a:lnTo>
                    <a:pt x="77839" y="615"/>
                  </a:lnTo>
                  <a:lnTo>
                    <a:pt x="74357" y="1229"/>
                  </a:lnTo>
                  <a:lnTo>
                    <a:pt x="70874" y="2253"/>
                  </a:lnTo>
                  <a:lnTo>
                    <a:pt x="67597" y="3687"/>
                  </a:lnTo>
                  <a:lnTo>
                    <a:pt x="64524" y="5121"/>
                  </a:lnTo>
                  <a:lnTo>
                    <a:pt x="61452" y="6965"/>
                  </a:lnTo>
                  <a:lnTo>
                    <a:pt x="58789" y="9013"/>
                  </a:lnTo>
                  <a:lnTo>
                    <a:pt x="56126" y="11062"/>
                  </a:lnTo>
                  <a:lnTo>
                    <a:pt x="53668" y="13520"/>
                  </a:lnTo>
                  <a:lnTo>
                    <a:pt x="51210" y="16183"/>
                  </a:lnTo>
                  <a:lnTo>
                    <a:pt x="49162" y="19050"/>
                  </a:lnTo>
                  <a:lnTo>
                    <a:pt x="47318" y="21918"/>
                  </a:lnTo>
                  <a:lnTo>
                    <a:pt x="45884" y="24991"/>
                  </a:lnTo>
                  <a:lnTo>
                    <a:pt x="44450" y="28268"/>
                  </a:lnTo>
                  <a:lnTo>
                    <a:pt x="43426" y="31545"/>
                  </a:lnTo>
                  <a:lnTo>
                    <a:pt x="43426" y="0"/>
                  </a:lnTo>
                  <a:close/>
                </a:path>
              </a:pathLst>
            </a:custGeom>
            <a:solidFill>
              <a:srgbClr val="FF5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085" name="Google Shape;1085;p44">
              <a:extLst>
                <a:ext uri="{FF2B5EF4-FFF2-40B4-BE49-F238E27FC236}">
                  <a16:creationId xmlns:a16="http://schemas.microsoft.com/office/drawing/2014/main" id="{0F8EF076-3B1E-6B68-1A80-4316C483C1D4}"/>
                </a:ext>
              </a:extLst>
            </p:cNvPr>
            <p:cNvSpPr txBox="1"/>
            <p:nvPr/>
          </p:nvSpPr>
          <p:spPr>
            <a:xfrm>
              <a:off x="2302350" y="2366556"/>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31St May</a:t>
              </a:r>
              <a:endParaRPr>
                <a:solidFill>
                  <a:srgbClr val="FFFFFF"/>
                </a:solidFill>
                <a:latin typeface="Figtree Black"/>
                <a:ea typeface="Figtree Black"/>
                <a:cs typeface="Figtree Black"/>
                <a:sym typeface="Figtree Black"/>
              </a:endParaRPr>
            </a:p>
          </p:txBody>
        </p:sp>
        <p:sp>
          <p:nvSpPr>
            <p:cNvPr id="1086" name="Google Shape;1086;p44">
              <a:extLst>
                <a:ext uri="{FF2B5EF4-FFF2-40B4-BE49-F238E27FC236}">
                  <a16:creationId xmlns:a16="http://schemas.microsoft.com/office/drawing/2014/main" id="{615081A6-87C9-A406-4039-06EBE81C6D43}"/>
                </a:ext>
              </a:extLst>
            </p:cNvPr>
            <p:cNvSpPr txBox="1"/>
            <p:nvPr/>
          </p:nvSpPr>
          <p:spPr>
            <a:xfrm>
              <a:off x="2302350" y="4032631"/>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28th May</a:t>
              </a:r>
              <a:endParaRPr>
                <a:solidFill>
                  <a:srgbClr val="FFFFFF"/>
                </a:solidFill>
                <a:latin typeface="Figtree Black"/>
                <a:ea typeface="Figtree Black"/>
                <a:cs typeface="Figtree Black"/>
                <a:sym typeface="Figtree Black"/>
              </a:endParaRPr>
            </a:p>
          </p:txBody>
        </p:sp>
        <p:sp>
          <p:nvSpPr>
            <p:cNvPr id="1087" name="Google Shape;1087;p44">
              <a:extLst>
                <a:ext uri="{FF2B5EF4-FFF2-40B4-BE49-F238E27FC236}">
                  <a16:creationId xmlns:a16="http://schemas.microsoft.com/office/drawing/2014/main" id="{D6C85DF7-13E8-958A-5E73-AA163C992F2B}"/>
                </a:ext>
              </a:extLst>
            </p:cNvPr>
            <p:cNvSpPr txBox="1"/>
            <p:nvPr/>
          </p:nvSpPr>
          <p:spPr>
            <a:xfrm>
              <a:off x="2302350" y="1121544"/>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28th May</a:t>
              </a:r>
              <a:endParaRPr>
                <a:solidFill>
                  <a:srgbClr val="FFFFFF"/>
                </a:solidFill>
                <a:latin typeface="Figtree Black"/>
                <a:ea typeface="Figtree Black"/>
                <a:cs typeface="Figtree Black"/>
                <a:sym typeface="Figtree Black"/>
              </a:endParaRPr>
            </a:p>
          </p:txBody>
        </p:sp>
      </p:grpSp>
      <p:sp>
        <p:nvSpPr>
          <p:cNvPr id="1088" name="Google Shape;1088;p44">
            <a:extLst>
              <a:ext uri="{FF2B5EF4-FFF2-40B4-BE49-F238E27FC236}">
                <a16:creationId xmlns:a16="http://schemas.microsoft.com/office/drawing/2014/main" id="{9D43F155-125A-7BD1-8C01-65CAA6D2F180}"/>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089" name="Google Shape;1089;p44">
            <a:extLst>
              <a:ext uri="{FF2B5EF4-FFF2-40B4-BE49-F238E27FC236}">
                <a16:creationId xmlns:a16="http://schemas.microsoft.com/office/drawing/2014/main" id="{BF75F9D5-B257-E514-0757-99ED0B059F1F}"/>
              </a:ext>
            </a:extLst>
          </p:cNvPr>
          <p:cNvSpPr txBox="1">
            <a:spLocks noGrp="1"/>
          </p:cNvSpPr>
          <p:nvPr>
            <p:ph type="title" idx="4294967295"/>
          </p:nvPr>
        </p:nvSpPr>
        <p:spPr>
          <a:xfrm>
            <a:off x="346424" y="4747100"/>
            <a:ext cx="3263049"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Notices Screen (Non-Leadership)</a:t>
            </a:r>
            <a:endParaRPr sz="1400" dirty="0">
              <a:solidFill>
                <a:srgbClr val="FFFFFF"/>
              </a:solidFill>
              <a:latin typeface="Work Sans"/>
              <a:ea typeface="Work Sans"/>
              <a:cs typeface="Work Sans"/>
              <a:sym typeface="Work Sans"/>
            </a:endParaRPr>
          </a:p>
        </p:txBody>
      </p:sp>
      <p:sp>
        <p:nvSpPr>
          <p:cNvPr id="1090" name="Google Shape;1090;p44">
            <a:extLst>
              <a:ext uri="{FF2B5EF4-FFF2-40B4-BE49-F238E27FC236}">
                <a16:creationId xmlns:a16="http://schemas.microsoft.com/office/drawing/2014/main" id="{398DAF7A-E407-2AE9-1990-4F5FB359D7B5}"/>
              </a:ext>
            </a:extLst>
          </p:cNvPr>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091" name="Google Shape;1091;p44">
            <a:extLst>
              <a:ext uri="{FF2B5EF4-FFF2-40B4-BE49-F238E27FC236}">
                <a16:creationId xmlns:a16="http://schemas.microsoft.com/office/drawing/2014/main" id="{BFDF421C-7838-4DC5-05F2-D2773587141E}"/>
              </a:ext>
            </a:extLst>
          </p:cNvPr>
          <p:cNvSpPr/>
          <p:nvPr/>
        </p:nvSpPr>
        <p:spPr>
          <a:xfrm>
            <a:off x="8926800" y="0"/>
            <a:ext cx="217200" cy="333248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2" name="Google Shape;1092;p44">
            <a:extLst>
              <a:ext uri="{FF2B5EF4-FFF2-40B4-BE49-F238E27FC236}">
                <a16:creationId xmlns:a16="http://schemas.microsoft.com/office/drawing/2014/main" id="{107C52B9-1809-5E76-50D4-66E86E08654C}"/>
              </a:ext>
            </a:extLst>
          </p:cNvPr>
          <p:cNvSpPr/>
          <p:nvPr/>
        </p:nvSpPr>
        <p:spPr>
          <a:xfrm rot="3599210">
            <a:off x="5247393" y="26872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29297248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EC8F0"/>
        </a:solidFill>
        <a:effectLst/>
      </p:bgPr>
    </p:bg>
    <p:spTree>
      <p:nvGrpSpPr>
        <p:cNvPr id="1" name="">
          <a:extLst>
            <a:ext uri="{FF2B5EF4-FFF2-40B4-BE49-F238E27FC236}">
              <a16:creationId xmlns:a16="http://schemas.microsoft.com/office/drawing/2014/main" id="{1101A20E-BCEE-00A9-206C-BA811801B392}"/>
            </a:ext>
          </a:extLst>
        </p:cNvPr>
        <p:cNvGrpSpPr/>
        <p:nvPr/>
      </p:nvGrpSpPr>
      <p:grpSpPr>
        <a:xfrm>
          <a:off x="0" y="0"/>
          <a:ext cx="0" cy="0"/>
          <a:chOff x="0" y="0"/>
          <a:chExt cx="0" cy="0"/>
        </a:xfrm>
      </p:grpSpPr>
    </p:spTree>
    <p:extLst>
      <p:ext uri="{BB962C8B-B14F-4D97-AF65-F5344CB8AC3E}">
        <p14:creationId xmlns:p14="http://schemas.microsoft.com/office/powerpoint/2010/main" val="247989781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Shape 1056"/>
        <p:cNvGrpSpPr/>
        <p:nvPr/>
      </p:nvGrpSpPr>
      <p:grpSpPr>
        <a:xfrm>
          <a:off x="0" y="0"/>
          <a:ext cx="0" cy="0"/>
          <a:chOff x="0" y="0"/>
          <a:chExt cx="0" cy="0"/>
        </a:xfrm>
      </p:grpSpPr>
      <p:sp>
        <p:nvSpPr>
          <p:cNvPr id="1057" name="Google Shape;1057;p44"/>
          <p:cNvSpPr/>
          <p:nvPr/>
        </p:nvSpPr>
        <p:spPr>
          <a:xfrm>
            <a:off x="0" y="0"/>
            <a:ext cx="9144000" cy="5143500"/>
          </a:xfrm>
          <a:prstGeom prst="rect">
            <a:avLst/>
          </a:prstGeom>
          <a:solidFill>
            <a:srgbClr val="EBE6D6"/>
          </a:solidFill>
          <a:ln w="19050" cap="flat" cmpd="sng">
            <a:solidFill>
              <a:srgbClr val="EFBC3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58" name="Google Shape;1058;p44"/>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Notices</a:t>
            </a:r>
            <a:endParaRPr sz="2700">
              <a:solidFill>
                <a:srgbClr val="EFBC3F"/>
              </a:solidFill>
              <a:latin typeface="Dela Gothic One"/>
              <a:ea typeface="Dela Gothic One"/>
              <a:cs typeface="Dela Gothic One"/>
              <a:sym typeface="Dela Gothic One"/>
            </a:endParaRPr>
          </a:p>
        </p:txBody>
      </p:sp>
      <p:sp>
        <p:nvSpPr>
          <p:cNvPr id="1059" name="Google Shape;1059;p44"/>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060" name="Google Shape;1060;p44"/>
          <p:cNvGrpSpPr/>
          <p:nvPr/>
        </p:nvGrpSpPr>
        <p:grpSpPr>
          <a:xfrm>
            <a:off x="1030895" y="1109148"/>
            <a:ext cx="7082216" cy="3710688"/>
            <a:chOff x="2302350" y="716406"/>
            <a:chExt cx="4539300" cy="3710688"/>
          </a:xfrm>
        </p:grpSpPr>
        <p:sp>
          <p:nvSpPr>
            <p:cNvPr id="1061" name="Google Shape;1061;p44"/>
            <p:cNvSpPr/>
            <p:nvPr/>
          </p:nvSpPr>
          <p:spPr>
            <a:xfrm rot="-5400000">
              <a:off x="2305950" y="939894"/>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62" name="Google Shape;1062;p44"/>
            <p:cNvSpPr/>
            <p:nvPr/>
          </p:nvSpPr>
          <p:spPr>
            <a:xfrm>
              <a:off x="2373600" y="977544"/>
              <a:ext cx="436200" cy="503400"/>
            </a:xfrm>
            <a:prstGeom prst="star6">
              <a:avLst>
                <a:gd name="adj" fmla="val 43076"/>
                <a:gd name="hf" fmla="val 115470"/>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63" name="Google Shape;1063;p44"/>
            <p:cNvSpPr/>
            <p:nvPr/>
          </p:nvSpPr>
          <p:spPr>
            <a:xfrm rot="-5400000">
              <a:off x="2305950" y="1559331"/>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64" name="Google Shape;1064;p44"/>
            <p:cNvSpPr/>
            <p:nvPr/>
          </p:nvSpPr>
          <p:spPr>
            <a:xfrm>
              <a:off x="2352925" y="1609644"/>
              <a:ext cx="484200" cy="484200"/>
            </a:xfrm>
            <a:prstGeom prst="ellipse">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65" name="Google Shape;1065;p44"/>
            <p:cNvSpPr/>
            <p:nvPr/>
          </p:nvSpPr>
          <p:spPr>
            <a:xfrm rot="-5400000">
              <a:off x="2305950" y="3233506"/>
              <a:ext cx="571500" cy="578700"/>
            </a:xfrm>
            <a:prstGeom prst="round2SameRect">
              <a:avLst>
                <a:gd name="adj1" fmla="val 16789"/>
                <a:gd name="adj2" fmla="val 0"/>
              </a:avLst>
            </a:prstGeom>
            <a:solidFill>
              <a:srgbClr val="FF896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66" name="Google Shape;1066;p44"/>
            <p:cNvSpPr/>
            <p:nvPr/>
          </p:nvSpPr>
          <p:spPr>
            <a:xfrm rot="-5400000">
              <a:off x="2305950" y="3850981"/>
              <a:ext cx="571500" cy="578700"/>
            </a:xfrm>
            <a:prstGeom prst="round2SameRect">
              <a:avLst>
                <a:gd name="adj1" fmla="val 16789"/>
                <a:gd name="adj2" fmla="val 0"/>
              </a:avLst>
            </a:prstGeom>
            <a:solidFill>
              <a:srgbClr val="FF896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67" name="Google Shape;1067;p44"/>
            <p:cNvSpPr/>
            <p:nvPr/>
          </p:nvSpPr>
          <p:spPr>
            <a:xfrm rot="-5400000">
              <a:off x="2305950" y="2184906"/>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68" name="Google Shape;1068;p44"/>
            <p:cNvSpPr/>
            <p:nvPr/>
          </p:nvSpPr>
          <p:spPr>
            <a:xfrm rot="5400000" flipH="1">
              <a:off x="4585350" y="-7413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69" name="Google Shape;1069;p44"/>
            <p:cNvSpPr txBox="1"/>
            <p:nvPr/>
          </p:nvSpPr>
          <p:spPr>
            <a:xfrm>
              <a:off x="2394125" y="716406"/>
              <a:ext cx="4384800"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a:solidFill>
                    <a:srgbClr val="434343"/>
                  </a:solidFill>
                  <a:latin typeface="Figtree"/>
                  <a:ea typeface="Figtree"/>
                  <a:cs typeface="Figtree"/>
                  <a:sym typeface="Figtree"/>
                </a:rPr>
                <a:t>COMPANY-WIDE </a:t>
              </a:r>
              <a:r>
                <a:rPr lang="en" sz="900">
                  <a:solidFill>
                    <a:srgbClr val="666666"/>
                  </a:solidFill>
                  <a:latin typeface="Figtree"/>
                  <a:ea typeface="Figtree"/>
                  <a:cs typeface="Figtree"/>
                  <a:sym typeface="Figtree"/>
                </a:rPr>
                <a:t>(3 notices)</a:t>
              </a:r>
              <a:endParaRPr sz="900">
                <a:solidFill>
                  <a:srgbClr val="666666"/>
                </a:solidFill>
                <a:latin typeface="Figtree"/>
                <a:ea typeface="Figtree"/>
                <a:cs typeface="Figtree"/>
                <a:sym typeface="Figtree"/>
              </a:endParaRPr>
            </a:p>
          </p:txBody>
        </p:sp>
        <p:sp>
          <p:nvSpPr>
            <p:cNvPr id="1070" name="Google Shape;1070;p44"/>
            <p:cNvSpPr txBox="1"/>
            <p:nvPr/>
          </p:nvSpPr>
          <p:spPr>
            <a:xfrm>
              <a:off x="3075075" y="943606"/>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600">
                  <a:solidFill>
                    <a:srgbClr val="434343"/>
                  </a:solidFill>
                  <a:latin typeface="Figtree SemiBold"/>
                  <a:ea typeface="Figtree SemiBold"/>
                  <a:cs typeface="Figtree SemiBold"/>
                  <a:sym typeface="Figtree SemiBold"/>
                </a:rPr>
                <a:t>Company-wide Sports Tournament</a:t>
              </a:r>
              <a:endParaRPr sz="1600">
                <a:solidFill>
                  <a:srgbClr val="666666"/>
                </a:solidFill>
                <a:latin typeface="Figtree Light"/>
                <a:ea typeface="Figtree Light"/>
                <a:cs typeface="Figtree Light"/>
                <a:sym typeface="Figtree Light"/>
              </a:endParaRPr>
            </a:p>
          </p:txBody>
        </p:sp>
        <p:sp>
          <p:nvSpPr>
            <p:cNvPr id="1071" name="Google Shape;1071;p44"/>
            <p:cNvSpPr txBox="1"/>
            <p:nvPr/>
          </p:nvSpPr>
          <p:spPr>
            <a:xfrm>
              <a:off x="2394125" y="3007456"/>
              <a:ext cx="4384800"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a:solidFill>
                    <a:srgbClr val="434343"/>
                  </a:solidFill>
                  <a:latin typeface="Figtree"/>
                  <a:ea typeface="Figtree"/>
                  <a:cs typeface="Figtree"/>
                  <a:sym typeface="Figtree"/>
                </a:rPr>
                <a:t>MY DEPARTMENT </a:t>
              </a:r>
              <a:r>
                <a:rPr lang="en" sz="900">
                  <a:solidFill>
                    <a:srgbClr val="666666"/>
                  </a:solidFill>
                  <a:latin typeface="Figtree"/>
                  <a:ea typeface="Figtree"/>
                  <a:cs typeface="Figtree"/>
                  <a:sym typeface="Figtree"/>
                </a:rPr>
                <a:t>(3 notices)</a:t>
              </a:r>
              <a:endParaRPr sz="900">
                <a:solidFill>
                  <a:srgbClr val="666666"/>
                </a:solidFill>
                <a:latin typeface="Figtree"/>
                <a:ea typeface="Figtree"/>
                <a:cs typeface="Figtree"/>
                <a:sym typeface="Figtree"/>
              </a:endParaRPr>
            </a:p>
          </p:txBody>
        </p:sp>
        <p:sp>
          <p:nvSpPr>
            <p:cNvPr id="1072" name="Google Shape;1072;p44"/>
            <p:cNvSpPr/>
            <p:nvPr/>
          </p:nvSpPr>
          <p:spPr>
            <a:xfrm rot="5400000" flipH="1">
              <a:off x="4585350" y="-121869"/>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73" name="Google Shape;1073;p44"/>
            <p:cNvSpPr txBox="1"/>
            <p:nvPr/>
          </p:nvSpPr>
          <p:spPr>
            <a:xfrm>
              <a:off x="3075075" y="1563044"/>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Annual Employee Wellness Drive </a:t>
              </a:r>
              <a:endParaRPr sz="1500">
                <a:solidFill>
                  <a:srgbClr val="666666"/>
                </a:solidFill>
                <a:latin typeface="Figtree Light"/>
                <a:ea typeface="Figtree Light"/>
                <a:cs typeface="Figtree Light"/>
                <a:sym typeface="Figtree Light"/>
              </a:endParaRPr>
            </a:p>
          </p:txBody>
        </p:sp>
        <p:sp>
          <p:nvSpPr>
            <p:cNvPr id="1074" name="Google Shape;1074;p44"/>
            <p:cNvSpPr txBox="1"/>
            <p:nvPr/>
          </p:nvSpPr>
          <p:spPr>
            <a:xfrm>
              <a:off x="2302350" y="1740981"/>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30th May</a:t>
              </a:r>
              <a:endParaRPr>
                <a:solidFill>
                  <a:srgbClr val="FFFFFF"/>
                </a:solidFill>
                <a:latin typeface="Figtree Black"/>
                <a:ea typeface="Figtree Black"/>
                <a:cs typeface="Figtree Black"/>
                <a:sym typeface="Figtree Black"/>
              </a:endParaRPr>
            </a:p>
          </p:txBody>
        </p:sp>
        <p:sp>
          <p:nvSpPr>
            <p:cNvPr id="1075" name="Google Shape;1075;p44"/>
            <p:cNvSpPr/>
            <p:nvPr/>
          </p:nvSpPr>
          <p:spPr>
            <a:xfrm rot="5400000" flipH="1">
              <a:off x="4585350" y="5037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76" name="Google Shape;1076;p44"/>
            <p:cNvSpPr txBox="1"/>
            <p:nvPr/>
          </p:nvSpPr>
          <p:spPr>
            <a:xfrm>
              <a:off x="3075075" y="2188619"/>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Updated Workplace Policies and Guidelines </a:t>
              </a:r>
              <a:endParaRPr sz="1500">
                <a:solidFill>
                  <a:srgbClr val="666666"/>
                </a:solidFill>
                <a:latin typeface="Figtree Light"/>
                <a:ea typeface="Figtree Light"/>
                <a:cs typeface="Figtree Light"/>
                <a:sym typeface="Figtree Light"/>
              </a:endParaRPr>
            </a:p>
          </p:txBody>
        </p:sp>
        <p:sp>
          <p:nvSpPr>
            <p:cNvPr id="1077" name="Google Shape;1077;p44"/>
            <p:cNvSpPr/>
            <p:nvPr/>
          </p:nvSpPr>
          <p:spPr>
            <a:xfrm rot="5400000" flipH="1">
              <a:off x="4585350" y="15523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78" name="Google Shape;1078;p44"/>
            <p:cNvSpPr txBox="1"/>
            <p:nvPr/>
          </p:nvSpPr>
          <p:spPr>
            <a:xfrm>
              <a:off x="3075075" y="3237219"/>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endParaRPr sz="1500">
                <a:solidFill>
                  <a:srgbClr val="434343"/>
                </a:solidFill>
                <a:latin typeface="Figtree SemiBold"/>
                <a:ea typeface="Figtree SemiBold"/>
                <a:cs typeface="Figtree SemiBold"/>
                <a:sym typeface="Figtree SemiBold"/>
              </a:endParaRPr>
            </a:p>
            <a:p>
              <a:pPr marL="0" lvl="0" indent="0" algn="l" rtl="0">
                <a:lnSpc>
                  <a:spcPct val="115000"/>
                </a:lnSpc>
                <a:spcBef>
                  <a:spcPts val="0"/>
                </a:spcBef>
                <a:spcAft>
                  <a:spcPts val="0"/>
                </a:spcAft>
                <a:buNone/>
              </a:pPr>
              <a:endParaRPr sz="1500">
                <a:solidFill>
                  <a:srgbClr val="434343"/>
                </a:solidFill>
                <a:latin typeface="Figtree SemiBold"/>
                <a:ea typeface="Figtree SemiBold"/>
                <a:cs typeface="Figtree SemiBold"/>
                <a:sym typeface="Figtree SemiBold"/>
              </a:endParaRPr>
            </a:p>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Workshop on Incorporating Touch-Transfer in Mobile Websites</a:t>
              </a:r>
              <a:endParaRPr sz="1500">
                <a:solidFill>
                  <a:srgbClr val="434343"/>
                </a:solidFill>
                <a:latin typeface="Figtree Light"/>
                <a:ea typeface="Figtree Light"/>
                <a:cs typeface="Figtree Light"/>
                <a:sym typeface="Figtree Light"/>
              </a:endParaRPr>
            </a:p>
            <a:p>
              <a:pPr marL="0" lvl="0" indent="0" algn="l" rtl="0">
                <a:lnSpc>
                  <a:spcPct val="115000"/>
                </a:lnSpc>
                <a:spcBef>
                  <a:spcPts val="0"/>
                </a:spcBef>
                <a:spcAft>
                  <a:spcPts val="0"/>
                </a:spcAft>
                <a:buNone/>
              </a:pPr>
              <a:endParaRPr sz="1500">
                <a:solidFill>
                  <a:srgbClr val="434343"/>
                </a:solidFill>
                <a:latin typeface="Figtree SemiBold"/>
                <a:ea typeface="Figtree SemiBold"/>
                <a:cs typeface="Figtree SemiBold"/>
                <a:sym typeface="Figtree SemiBold"/>
              </a:endParaRPr>
            </a:p>
            <a:p>
              <a:pPr marL="0" lvl="0" indent="0" algn="l" rtl="0">
                <a:lnSpc>
                  <a:spcPct val="115000"/>
                </a:lnSpc>
                <a:spcBef>
                  <a:spcPts val="0"/>
                </a:spcBef>
                <a:spcAft>
                  <a:spcPts val="0"/>
                </a:spcAft>
                <a:buNone/>
              </a:pPr>
              <a:endParaRPr sz="1500">
                <a:solidFill>
                  <a:srgbClr val="434343"/>
                </a:solidFill>
                <a:latin typeface="Figtree SemiBold"/>
                <a:ea typeface="Figtree SemiBold"/>
                <a:cs typeface="Figtree SemiBold"/>
                <a:sym typeface="Figtree SemiBold"/>
              </a:endParaRPr>
            </a:p>
          </p:txBody>
        </p:sp>
        <p:sp>
          <p:nvSpPr>
            <p:cNvPr id="1079" name="Google Shape;1079;p44"/>
            <p:cNvSpPr/>
            <p:nvPr/>
          </p:nvSpPr>
          <p:spPr>
            <a:xfrm rot="5400000" flipH="1">
              <a:off x="4585350" y="2169781"/>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080" name="Google Shape;1080;p44"/>
            <p:cNvSpPr txBox="1"/>
            <p:nvPr/>
          </p:nvSpPr>
          <p:spPr>
            <a:xfrm>
              <a:off x="3075075" y="3854694"/>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Content-creation for Web Dev Dept. Nearing Deadline</a:t>
              </a:r>
              <a:endParaRPr sz="1500">
                <a:solidFill>
                  <a:srgbClr val="666666"/>
                </a:solidFill>
                <a:latin typeface="Figtree Light"/>
                <a:ea typeface="Figtree Light"/>
                <a:cs typeface="Figtree Light"/>
                <a:sym typeface="Figtree Light"/>
              </a:endParaRPr>
            </a:p>
          </p:txBody>
        </p:sp>
        <p:sp>
          <p:nvSpPr>
            <p:cNvPr id="1081" name="Google Shape;1081;p44"/>
            <p:cNvSpPr/>
            <p:nvPr/>
          </p:nvSpPr>
          <p:spPr>
            <a:xfrm>
              <a:off x="2348003" y="3278609"/>
              <a:ext cx="487395" cy="488494"/>
            </a:xfrm>
            <a:custGeom>
              <a:avLst/>
              <a:gdLst/>
              <a:ahLst/>
              <a:cxnLst/>
              <a:rect l="l" t="t" r="r" b="b"/>
              <a:pathLst>
                <a:path w="91358" h="91564" extrusionOk="0">
                  <a:moveTo>
                    <a:pt x="35027" y="0"/>
                  </a:moveTo>
                  <a:lnTo>
                    <a:pt x="25605" y="17821"/>
                  </a:lnTo>
                  <a:lnTo>
                    <a:pt x="5735" y="20894"/>
                  </a:lnTo>
                  <a:lnTo>
                    <a:pt x="11676" y="40149"/>
                  </a:lnTo>
                  <a:lnTo>
                    <a:pt x="0" y="56536"/>
                  </a:lnTo>
                  <a:lnTo>
                    <a:pt x="17616" y="65959"/>
                  </a:lnTo>
                  <a:lnTo>
                    <a:pt x="20894" y="85623"/>
                  </a:lnTo>
                  <a:lnTo>
                    <a:pt x="40148" y="79683"/>
                  </a:lnTo>
                  <a:lnTo>
                    <a:pt x="56331" y="91563"/>
                  </a:lnTo>
                  <a:lnTo>
                    <a:pt x="65753" y="73742"/>
                  </a:lnTo>
                  <a:lnTo>
                    <a:pt x="85622" y="70670"/>
                  </a:lnTo>
                  <a:lnTo>
                    <a:pt x="79682" y="51415"/>
                  </a:lnTo>
                  <a:lnTo>
                    <a:pt x="91358" y="35028"/>
                  </a:lnTo>
                  <a:lnTo>
                    <a:pt x="73742" y="25810"/>
                  </a:lnTo>
                  <a:lnTo>
                    <a:pt x="70464" y="5941"/>
                  </a:lnTo>
                  <a:lnTo>
                    <a:pt x="51210" y="11881"/>
                  </a:lnTo>
                  <a:lnTo>
                    <a:pt x="35027" y="0"/>
                  </a:lnTo>
                  <a:close/>
                </a:path>
              </a:pathLst>
            </a:custGeom>
            <a:solidFill>
              <a:srgbClr val="FF5F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082" name="Google Shape;1082;p44"/>
            <p:cNvSpPr txBox="1"/>
            <p:nvPr/>
          </p:nvSpPr>
          <p:spPr>
            <a:xfrm>
              <a:off x="2305675" y="3415156"/>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24th May</a:t>
              </a:r>
              <a:endParaRPr>
                <a:solidFill>
                  <a:srgbClr val="FFFFFF"/>
                </a:solidFill>
                <a:latin typeface="Figtree Black"/>
                <a:ea typeface="Figtree Black"/>
                <a:cs typeface="Figtree Black"/>
                <a:sym typeface="Figtree Black"/>
              </a:endParaRPr>
            </a:p>
          </p:txBody>
        </p:sp>
        <p:sp>
          <p:nvSpPr>
            <p:cNvPr id="1083" name="Google Shape;1083;p44"/>
            <p:cNvSpPr/>
            <p:nvPr/>
          </p:nvSpPr>
          <p:spPr>
            <a:xfrm>
              <a:off x="2362425" y="2249331"/>
              <a:ext cx="465201" cy="465201"/>
            </a:xfrm>
            <a:custGeom>
              <a:avLst/>
              <a:gdLst/>
              <a:ahLst/>
              <a:cxnLst/>
              <a:rect l="l" t="t" r="r" b="b"/>
              <a:pathLst>
                <a:path w="209550" h="209550" extrusionOk="0">
                  <a:moveTo>
                    <a:pt x="78798" y="0"/>
                  </a:moveTo>
                  <a:lnTo>
                    <a:pt x="78798" y="41997"/>
                  </a:lnTo>
                  <a:lnTo>
                    <a:pt x="48924" y="12123"/>
                  </a:lnTo>
                  <a:lnTo>
                    <a:pt x="12123" y="48924"/>
                  </a:lnTo>
                  <a:lnTo>
                    <a:pt x="41997" y="78798"/>
                  </a:lnTo>
                  <a:lnTo>
                    <a:pt x="0" y="78798"/>
                  </a:lnTo>
                  <a:lnTo>
                    <a:pt x="0" y="130752"/>
                  </a:lnTo>
                  <a:lnTo>
                    <a:pt x="41997" y="130752"/>
                  </a:lnTo>
                  <a:lnTo>
                    <a:pt x="12123" y="160626"/>
                  </a:lnTo>
                  <a:lnTo>
                    <a:pt x="48924" y="197427"/>
                  </a:lnTo>
                  <a:lnTo>
                    <a:pt x="78798" y="167553"/>
                  </a:lnTo>
                  <a:lnTo>
                    <a:pt x="78798" y="209550"/>
                  </a:lnTo>
                  <a:lnTo>
                    <a:pt x="130752" y="209550"/>
                  </a:lnTo>
                  <a:lnTo>
                    <a:pt x="130752" y="167553"/>
                  </a:lnTo>
                  <a:lnTo>
                    <a:pt x="160193" y="197427"/>
                  </a:lnTo>
                  <a:lnTo>
                    <a:pt x="196994" y="160626"/>
                  </a:lnTo>
                  <a:lnTo>
                    <a:pt x="167553" y="130752"/>
                  </a:lnTo>
                  <a:lnTo>
                    <a:pt x="209550" y="130752"/>
                  </a:lnTo>
                  <a:lnTo>
                    <a:pt x="209550" y="78798"/>
                  </a:lnTo>
                  <a:lnTo>
                    <a:pt x="167553" y="78798"/>
                  </a:lnTo>
                  <a:lnTo>
                    <a:pt x="196994" y="48924"/>
                  </a:lnTo>
                  <a:lnTo>
                    <a:pt x="160193" y="12123"/>
                  </a:lnTo>
                  <a:lnTo>
                    <a:pt x="130752" y="41997"/>
                  </a:lnTo>
                  <a:lnTo>
                    <a:pt x="130752" y="0"/>
                  </a:lnTo>
                  <a:close/>
                </a:path>
              </a:pathLst>
            </a:custGeom>
            <a:solidFill>
              <a:srgbClr val="FF59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084" name="Google Shape;1084;p44"/>
            <p:cNvSpPr/>
            <p:nvPr/>
          </p:nvSpPr>
          <p:spPr>
            <a:xfrm>
              <a:off x="2373552" y="3917990"/>
              <a:ext cx="436296" cy="444682"/>
            </a:xfrm>
            <a:custGeom>
              <a:avLst/>
              <a:gdLst/>
              <a:ahLst/>
              <a:cxnLst/>
              <a:rect l="l" t="t" r="r" b="b"/>
              <a:pathLst>
                <a:path w="85214" h="86852" extrusionOk="0">
                  <a:moveTo>
                    <a:pt x="43426" y="0"/>
                  </a:moveTo>
                  <a:lnTo>
                    <a:pt x="38920" y="205"/>
                  </a:lnTo>
                  <a:lnTo>
                    <a:pt x="34618" y="820"/>
                  </a:lnTo>
                  <a:lnTo>
                    <a:pt x="30521" y="1844"/>
                  </a:lnTo>
                  <a:lnTo>
                    <a:pt x="26425" y="3483"/>
                  </a:lnTo>
                  <a:lnTo>
                    <a:pt x="22737" y="5121"/>
                  </a:lnTo>
                  <a:lnTo>
                    <a:pt x="19050" y="7374"/>
                  </a:lnTo>
                  <a:lnTo>
                    <a:pt x="15773" y="9833"/>
                  </a:lnTo>
                  <a:lnTo>
                    <a:pt x="12700" y="12700"/>
                  </a:lnTo>
                  <a:lnTo>
                    <a:pt x="9833" y="15773"/>
                  </a:lnTo>
                  <a:lnTo>
                    <a:pt x="7375" y="19050"/>
                  </a:lnTo>
                  <a:lnTo>
                    <a:pt x="5121" y="22737"/>
                  </a:lnTo>
                  <a:lnTo>
                    <a:pt x="3278" y="26424"/>
                  </a:lnTo>
                  <a:lnTo>
                    <a:pt x="1844" y="30521"/>
                  </a:lnTo>
                  <a:lnTo>
                    <a:pt x="820" y="34618"/>
                  </a:lnTo>
                  <a:lnTo>
                    <a:pt x="205" y="38920"/>
                  </a:lnTo>
                  <a:lnTo>
                    <a:pt x="0" y="43426"/>
                  </a:lnTo>
                  <a:lnTo>
                    <a:pt x="205" y="47933"/>
                  </a:lnTo>
                  <a:lnTo>
                    <a:pt x="820" y="52234"/>
                  </a:lnTo>
                  <a:lnTo>
                    <a:pt x="1844" y="56331"/>
                  </a:lnTo>
                  <a:lnTo>
                    <a:pt x="3278" y="60223"/>
                  </a:lnTo>
                  <a:lnTo>
                    <a:pt x="5121" y="64115"/>
                  </a:lnTo>
                  <a:lnTo>
                    <a:pt x="7375" y="67597"/>
                  </a:lnTo>
                  <a:lnTo>
                    <a:pt x="9833" y="71079"/>
                  </a:lnTo>
                  <a:lnTo>
                    <a:pt x="12700" y="74152"/>
                  </a:lnTo>
                  <a:lnTo>
                    <a:pt x="15773" y="76815"/>
                  </a:lnTo>
                  <a:lnTo>
                    <a:pt x="19050" y="79478"/>
                  </a:lnTo>
                  <a:lnTo>
                    <a:pt x="22737" y="81526"/>
                  </a:lnTo>
                  <a:lnTo>
                    <a:pt x="26425" y="83370"/>
                  </a:lnTo>
                  <a:lnTo>
                    <a:pt x="30521" y="84803"/>
                  </a:lnTo>
                  <a:lnTo>
                    <a:pt x="34618" y="86033"/>
                  </a:lnTo>
                  <a:lnTo>
                    <a:pt x="38920" y="86647"/>
                  </a:lnTo>
                  <a:lnTo>
                    <a:pt x="43426" y="86852"/>
                  </a:lnTo>
                  <a:lnTo>
                    <a:pt x="43426" y="55307"/>
                  </a:lnTo>
                  <a:lnTo>
                    <a:pt x="44450" y="58584"/>
                  </a:lnTo>
                  <a:lnTo>
                    <a:pt x="45884" y="61862"/>
                  </a:lnTo>
                  <a:lnTo>
                    <a:pt x="47318" y="64934"/>
                  </a:lnTo>
                  <a:lnTo>
                    <a:pt x="49162" y="67802"/>
                  </a:lnTo>
                  <a:lnTo>
                    <a:pt x="51210" y="70670"/>
                  </a:lnTo>
                  <a:lnTo>
                    <a:pt x="53668" y="73128"/>
                  </a:lnTo>
                  <a:lnTo>
                    <a:pt x="56126" y="75586"/>
                  </a:lnTo>
                  <a:lnTo>
                    <a:pt x="58789" y="77839"/>
                  </a:lnTo>
                  <a:lnTo>
                    <a:pt x="61452" y="79887"/>
                  </a:lnTo>
                  <a:lnTo>
                    <a:pt x="64524" y="81731"/>
                  </a:lnTo>
                  <a:lnTo>
                    <a:pt x="67597" y="83165"/>
                  </a:lnTo>
                  <a:lnTo>
                    <a:pt x="70874" y="84394"/>
                  </a:lnTo>
                  <a:lnTo>
                    <a:pt x="74357" y="85418"/>
                  </a:lnTo>
                  <a:lnTo>
                    <a:pt x="77839" y="86237"/>
                  </a:lnTo>
                  <a:lnTo>
                    <a:pt x="81526" y="86647"/>
                  </a:lnTo>
                  <a:lnTo>
                    <a:pt x="85213" y="86852"/>
                  </a:lnTo>
                  <a:lnTo>
                    <a:pt x="85213" y="0"/>
                  </a:lnTo>
                  <a:lnTo>
                    <a:pt x="81526" y="205"/>
                  </a:lnTo>
                  <a:lnTo>
                    <a:pt x="77839" y="615"/>
                  </a:lnTo>
                  <a:lnTo>
                    <a:pt x="74357" y="1229"/>
                  </a:lnTo>
                  <a:lnTo>
                    <a:pt x="70874" y="2253"/>
                  </a:lnTo>
                  <a:lnTo>
                    <a:pt x="67597" y="3687"/>
                  </a:lnTo>
                  <a:lnTo>
                    <a:pt x="64524" y="5121"/>
                  </a:lnTo>
                  <a:lnTo>
                    <a:pt x="61452" y="6965"/>
                  </a:lnTo>
                  <a:lnTo>
                    <a:pt x="58789" y="9013"/>
                  </a:lnTo>
                  <a:lnTo>
                    <a:pt x="56126" y="11062"/>
                  </a:lnTo>
                  <a:lnTo>
                    <a:pt x="53668" y="13520"/>
                  </a:lnTo>
                  <a:lnTo>
                    <a:pt x="51210" y="16183"/>
                  </a:lnTo>
                  <a:lnTo>
                    <a:pt x="49162" y="19050"/>
                  </a:lnTo>
                  <a:lnTo>
                    <a:pt x="47318" y="21918"/>
                  </a:lnTo>
                  <a:lnTo>
                    <a:pt x="45884" y="24991"/>
                  </a:lnTo>
                  <a:lnTo>
                    <a:pt x="44450" y="28268"/>
                  </a:lnTo>
                  <a:lnTo>
                    <a:pt x="43426" y="31545"/>
                  </a:lnTo>
                  <a:lnTo>
                    <a:pt x="43426" y="0"/>
                  </a:lnTo>
                  <a:close/>
                </a:path>
              </a:pathLst>
            </a:custGeom>
            <a:solidFill>
              <a:srgbClr val="FF5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085" name="Google Shape;1085;p44"/>
            <p:cNvSpPr txBox="1"/>
            <p:nvPr/>
          </p:nvSpPr>
          <p:spPr>
            <a:xfrm>
              <a:off x="2302350" y="2366556"/>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31St May</a:t>
              </a:r>
              <a:endParaRPr>
                <a:solidFill>
                  <a:srgbClr val="FFFFFF"/>
                </a:solidFill>
                <a:latin typeface="Figtree Black"/>
                <a:ea typeface="Figtree Black"/>
                <a:cs typeface="Figtree Black"/>
                <a:sym typeface="Figtree Black"/>
              </a:endParaRPr>
            </a:p>
          </p:txBody>
        </p:sp>
        <p:sp>
          <p:nvSpPr>
            <p:cNvPr id="1086" name="Google Shape;1086;p44"/>
            <p:cNvSpPr txBox="1"/>
            <p:nvPr/>
          </p:nvSpPr>
          <p:spPr>
            <a:xfrm>
              <a:off x="2302350" y="4032631"/>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28th May</a:t>
              </a:r>
              <a:endParaRPr>
                <a:solidFill>
                  <a:srgbClr val="FFFFFF"/>
                </a:solidFill>
                <a:latin typeface="Figtree Black"/>
                <a:ea typeface="Figtree Black"/>
                <a:cs typeface="Figtree Black"/>
                <a:sym typeface="Figtree Black"/>
              </a:endParaRPr>
            </a:p>
          </p:txBody>
        </p:sp>
        <p:sp>
          <p:nvSpPr>
            <p:cNvPr id="1087" name="Google Shape;1087;p44"/>
            <p:cNvSpPr txBox="1"/>
            <p:nvPr/>
          </p:nvSpPr>
          <p:spPr>
            <a:xfrm>
              <a:off x="2302350" y="1121544"/>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28th May</a:t>
              </a:r>
              <a:endParaRPr>
                <a:solidFill>
                  <a:srgbClr val="FFFFFF"/>
                </a:solidFill>
                <a:latin typeface="Figtree Black"/>
                <a:ea typeface="Figtree Black"/>
                <a:cs typeface="Figtree Black"/>
                <a:sym typeface="Figtree Black"/>
              </a:endParaRPr>
            </a:p>
          </p:txBody>
        </p:sp>
      </p:grpSp>
      <p:sp>
        <p:nvSpPr>
          <p:cNvPr id="1088" name="Google Shape;1088;p44"/>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089" name="Google Shape;1089;p44"/>
          <p:cNvSpPr txBox="1">
            <a:spLocks noGrp="1"/>
          </p:cNvSpPr>
          <p:nvPr>
            <p:ph type="title" idx="4294967295"/>
          </p:nvPr>
        </p:nvSpPr>
        <p:spPr>
          <a:xfrm>
            <a:off x="346425" y="4747100"/>
            <a:ext cx="2878038"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US" sz="1400" dirty="0">
                <a:solidFill>
                  <a:srgbClr val="FFFFFF"/>
                </a:solidFill>
                <a:latin typeface="Work Sans"/>
                <a:ea typeface="Work Sans"/>
                <a:cs typeface="Work Sans"/>
                <a:sym typeface="Work Sans"/>
              </a:rPr>
              <a:t>Notices Screen (Leadership)</a:t>
            </a:r>
            <a:endParaRPr sz="1400" dirty="0">
              <a:solidFill>
                <a:srgbClr val="FFFFFF"/>
              </a:solidFill>
              <a:latin typeface="Work Sans"/>
              <a:ea typeface="Work Sans"/>
              <a:cs typeface="Work Sans"/>
              <a:sym typeface="Work Sans"/>
            </a:endParaRPr>
          </a:p>
        </p:txBody>
      </p:sp>
      <p:sp>
        <p:nvSpPr>
          <p:cNvPr id="1090" name="Google Shape;1090;p44"/>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091" name="Google Shape;1091;p44"/>
          <p:cNvSpPr/>
          <p:nvPr/>
        </p:nvSpPr>
        <p:spPr>
          <a:xfrm>
            <a:off x="8926800" y="0"/>
            <a:ext cx="217200" cy="333248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2" name="Google Shape;1092;p44"/>
          <p:cNvSpPr/>
          <p:nvPr/>
        </p:nvSpPr>
        <p:spPr>
          <a:xfrm rot="3599210">
            <a:off x="5247393" y="26872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3" name="Google Shape;1416;p53">
            <a:extLst>
              <a:ext uri="{FF2B5EF4-FFF2-40B4-BE49-F238E27FC236}">
                <a16:creationId xmlns:a16="http://schemas.microsoft.com/office/drawing/2014/main" id="{918E106E-E10B-91BE-173F-7675DCD2EA5F}"/>
              </a:ext>
            </a:extLst>
          </p:cNvPr>
          <p:cNvSpPr txBox="1"/>
          <p:nvPr/>
        </p:nvSpPr>
        <p:spPr>
          <a:xfrm>
            <a:off x="8113111" y="456336"/>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rgbClr val="A47FA7"/>
                </a:solidFill>
                <a:latin typeface="Martian Mono"/>
                <a:ea typeface="Martian Mono"/>
                <a:cs typeface="Martian Mono"/>
                <a:sym typeface="Martian Mono"/>
              </a:rPr>
              <a:t>+</a:t>
            </a:r>
            <a:endParaRPr sz="1300" dirty="0">
              <a:solidFill>
                <a:srgbClr val="A47FA7"/>
              </a:solidFill>
              <a:latin typeface="Martian Mono"/>
              <a:ea typeface="Martian Mono"/>
              <a:cs typeface="Martian Mono"/>
              <a:sym typeface="Martian Mono"/>
            </a:endParaRPr>
          </a:p>
        </p:txBody>
      </p:sp>
      <p:sp>
        <p:nvSpPr>
          <p:cNvPr id="4" name="Google Shape;675;p33">
            <a:extLst>
              <a:ext uri="{FF2B5EF4-FFF2-40B4-BE49-F238E27FC236}">
                <a16:creationId xmlns:a16="http://schemas.microsoft.com/office/drawing/2014/main" id="{FA3C7DB9-FBA2-FCDF-A33A-0E5C4E73D672}"/>
              </a:ext>
            </a:extLst>
          </p:cNvPr>
          <p:cNvSpPr/>
          <p:nvPr/>
        </p:nvSpPr>
        <p:spPr>
          <a:xfrm>
            <a:off x="7017004" y="1952697"/>
            <a:ext cx="1704000" cy="1888859"/>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lt2"/>
                </a:solidFill>
                <a:latin typeface="Martian Mono"/>
                <a:ea typeface="Martian Mono"/>
                <a:cs typeface="Martian Mono"/>
                <a:sym typeface="Martian Mono"/>
              </a:rPr>
              <a:t>Only accessible to admin and leadership role employees to add notices</a:t>
            </a:r>
            <a:endParaRPr sz="1200" dirty="0">
              <a:solidFill>
                <a:schemeClr val="lt2"/>
              </a:solidFill>
              <a:latin typeface="Martian Mono"/>
              <a:ea typeface="Martian Mono"/>
              <a:cs typeface="Martian Mono"/>
              <a:sym typeface="Martian Mono"/>
            </a:endParaRPr>
          </a:p>
          <a:p>
            <a:pPr marL="0" lvl="0" indent="0" algn="ctr" rtl="0">
              <a:spcBef>
                <a:spcPts val="0"/>
              </a:spcBef>
              <a:spcAft>
                <a:spcPts val="0"/>
              </a:spcAft>
              <a:buNone/>
            </a:pPr>
            <a:endParaRPr sz="1300" dirty="0">
              <a:solidFill>
                <a:schemeClr val="lt2"/>
              </a:solidFill>
              <a:latin typeface="Lato"/>
              <a:ea typeface="Lato"/>
              <a:cs typeface="Lato"/>
              <a:sym typeface="Lato"/>
            </a:endParaRPr>
          </a:p>
        </p:txBody>
      </p:sp>
      <p:cxnSp>
        <p:nvCxnSpPr>
          <p:cNvPr id="8" name="Straight Arrow Connector 7">
            <a:extLst>
              <a:ext uri="{FF2B5EF4-FFF2-40B4-BE49-F238E27FC236}">
                <a16:creationId xmlns:a16="http://schemas.microsoft.com/office/drawing/2014/main" id="{831EB0D8-3FBB-DB90-0667-5D3A05121A41}"/>
              </a:ext>
            </a:extLst>
          </p:cNvPr>
          <p:cNvCxnSpPr>
            <a:cxnSpLocks/>
          </p:cNvCxnSpPr>
          <p:nvPr/>
        </p:nvCxnSpPr>
        <p:spPr>
          <a:xfrm flipV="1">
            <a:off x="7869004" y="794136"/>
            <a:ext cx="331720" cy="11585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1" nodeType="clickEffect">
                                  <p:stCondLst>
                                    <p:cond delay="0"/>
                                  </p:stCondLst>
                                  <p:childTnLst>
                                    <p:animEffect transition="out" filter="fade">
                                      <p:cBhvr>
                                        <p:cTn id="15" dur="500"/>
                                        <p:tgtEl>
                                          <p:spTgt spid="4"/>
                                        </p:tgtEl>
                                      </p:cBhvr>
                                    </p:animEffect>
                                    <p:set>
                                      <p:cBhvr>
                                        <p:cTn id="16" dur="1" fill="hold">
                                          <p:stCondLst>
                                            <p:cond delay="499"/>
                                          </p:stCondLst>
                                        </p:cTn>
                                        <p:tgtEl>
                                          <p:spTgt spid="4"/>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8"/>
                                        </p:tgtEl>
                                      </p:cBhvr>
                                    </p:animEffect>
                                    <p:set>
                                      <p:cBhvr>
                                        <p:cTn id="19" dur="1" fill="hold">
                                          <p:stCondLst>
                                            <p:cond delay="499"/>
                                          </p:stCondLst>
                                        </p:cTn>
                                        <p:tgtEl>
                                          <p:spTgt spid="8"/>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42" presetClass="path" presetSubtype="0" accel="50000" decel="50000" fill="hold" grpId="0" nodeType="clickEffect">
                                  <p:stCondLst>
                                    <p:cond delay="0"/>
                                  </p:stCondLst>
                                  <p:childTnLst>
                                    <p:animMotion origin="layout" path="M 1.94444E-6 3.33333E-6 L 0.32083 -0.37932 " pathEditMode="relative" rAng="0" ptsTypes="AA">
                                      <p:cBhvr>
                                        <p:cTn id="23" dur="2000" fill="hold"/>
                                        <p:tgtEl>
                                          <p:spTgt spid="1092"/>
                                        </p:tgtEl>
                                        <p:attrNameLst>
                                          <p:attrName>ppt_x</p:attrName>
                                          <p:attrName>ppt_y</p:attrName>
                                        </p:attrNameLst>
                                      </p:cBhvr>
                                      <p:rCtr x="16042" y="-189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2" grpId="0" animBg="1"/>
      <p:bldP spid="4" grpId="0" animBg="1"/>
      <p:bldP spid="4"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20">
          <a:extLst>
            <a:ext uri="{FF2B5EF4-FFF2-40B4-BE49-F238E27FC236}">
              <a16:creationId xmlns:a16="http://schemas.microsoft.com/office/drawing/2014/main" id="{F0430CCC-2FA0-D0A9-7D6B-B1D51313C7BE}"/>
            </a:ext>
          </a:extLst>
        </p:cNvPr>
        <p:cNvGrpSpPr/>
        <p:nvPr/>
      </p:nvGrpSpPr>
      <p:grpSpPr>
        <a:xfrm>
          <a:off x="0" y="0"/>
          <a:ext cx="0" cy="0"/>
          <a:chOff x="0" y="0"/>
          <a:chExt cx="0" cy="0"/>
        </a:xfrm>
      </p:grpSpPr>
      <p:sp>
        <p:nvSpPr>
          <p:cNvPr id="1422" name="Google Shape;1422;p54">
            <a:extLst>
              <a:ext uri="{FF2B5EF4-FFF2-40B4-BE49-F238E27FC236}">
                <a16:creationId xmlns:a16="http://schemas.microsoft.com/office/drawing/2014/main" id="{3599B534-1EA6-DF79-606C-6969EC5A06E9}"/>
              </a:ext>
            </a:extLst>
          </p:cNvPr>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700" dirty="0">
                <a:solidFill>
                  <a:schemeClr val="accent1"/>
                </a:solidFill>
                <a:latin typeface="Dela Gothic One"/>
                <a:ea typeface="Dela Gothic One"/>
                <a:cs typeface="Dela Gothic One"/>
                <a:sym typeface="Dela Gothic One"/>
              </a:rPr>
              <a:t>Write a Notice</a:t>
            </a:r>
            <a:endParaRPr sz="2700" dirty="0">
              <a:solidFill>
                <a:schemeClr val="accent1"/>
              </a:solidFill>
              <a:latin typeface="Dela Gothic One"/>
              <a:ea typeface="Dela Gothic One"/>
              <a:cs typeface="Dela Gothic One"/>
              <a:sym typeface="Dela Gothic One"/>
            </a:endParaRPr>
          </a:p>
        </p:txBody>
      </p:sp>
      <p:sp>
        <p:nvSpPr>
          <p:cNvPr id="1423" name="Google Shape;1423;p54">
            <a:extLst>
              <a:ext uri="{FF2B5EF4-FFF2-40B4-BE49-F238E27FC236}">
                <a16:creationId xmlns:a16="http://schemas.microsoft.com/office/drawing/2014/main" id="{DFC57CDA-4998-AAF2-D3FE-170AEA15E388}"/>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24" name="Google Shape;1424;p54">
            <a:extLst>
              <a:ext uri="{FF2B5EF4-FFF2-40B4-BE49-F238E27FC236}">
                <a16:creationId xmlns:a16="http://schemas.microsoft.com/office/drawing/2014/main" id="{7E55C154-A361-BDB3-7778-9489183303A4}"/>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426" name="Google Shape;1426;p54">
            <a:extLst>
              <a:ext uri="{FF2B5EF4-FFF2-40B4-BE49-F238E27FC236}">
                <a16:creationId xmlns:a16="http://schemas.microsoft.com/office/drawing/2014/main" id="{B0D080C1-59DE-5B96-BBFF-2795D339D00E}"/>
              </a:ext>
            </a:extLst>
          </p:cNvPr>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427" name="Google Shape;1427;p54">
            <a:extLst>
              <a:ext uri="{FF2B5EF4-FFF2-40B4-BE49-F238E27FC236}">
                <a16:creationId xmlns:a16="http://schemas.microsoft.com/office/drawing/2014/main" id="{7A240095-51D4-B95C-9FC3-3C417B1FFF53}"/>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28" name="Google Shape;1428;p54">
            <a:extLst>
              <a:ext uri="{FF2B5EF4-FFF2-40B4-BE49-F238E27FC236}">
                <a16:creationId xmlns:a16="http://schemas.microsoft.com/office/drawing/2014/main" id="{37BD40D8-911F-0974-EE00-53E59601B20E}"/>
              </a:ext>
            </a:extLst>
          </p:cNvPr>
          <p:cNvSpPr/>
          <p:nvPr/>
        </p:nvSpPr>
        <p:spPr>
          <a:xfrm rot="3599210">
            <a:off x="5247393" y="26872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1429" name="Google Shape;1429;p54">
            <a:extLst>
              <a:ext uri="{FF2B5EF4-FFF2-40B4-BE49-F238E27FC236}">
                <a16:creationId xmlns:a16="http://schemas.microsoft.com/office/drawing/2014/main" id="{63FB45E4-4451-1CD6-0118-93F50B072D5A}"/>
              </a:ext>
            </a:extLst>
          </p:cNvPr>
          <p:cNvSpPr txBox="1"/>
          <p:nvPr/>
        </p:nvSpPr>
        <p:spPr>
          <a:xfrm>
            <a:off x="8117074" y="4587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rgbClr val="A47FA7"/>
                </a:solidFill>
                <a:latin typeface="Martian Mono"/>
                <a:ea typeface="Martian Mono"/>
                <a:cs typeface="Martian Mono"/>
                <a:sym typeface="Martian Mono"/>
              </a:rPr>
              <a:t>+</a:t>
            </a:r>
            <a:endParaRPr sz="1300" dirty="0">
              <a:solidFill>
                <a:srgbClr val="A47FA7"/>
              </a:solidFill>
              <a:latin typeface="Martian Mono"/>
              <a:ea typeface="Martian Mono"/>
              <a:cs typeface="Martian Mono"/>
              <a:sym typeface="Martian Mono"/>
            </a:endParaRPr>
          </a:p>
        </p:txBody>
      </p:sp>
      <p:sp>
        <p:nvSpPr>
          <p:cNvPr id="1430" name="Google Shape;1430;p54">
            <a:extLst>
              <a:ext uri="{FF2B5EF4-FFF2-40B4-BE49-F238E27FC236}">
                <a16:creationId xmlns:a16="http://schemas.microsoft.com/office/drawing/2014/main" id="{1C162B00-3A00-BF87-CBC1-4D9A196B6916}"/>
              </a:ext>
            </a:extLst>
          </p:cNvPr>
          <p:cNvSpPr/>
          <p:nvPr/>
        </p:nvSpPr>
        <p:spPr>
          <a:xfrm>
            <a:off x="1405740" y="1163250"/>
            <a:ext cx="6332400" cy="396300"/>
          </a:xfrm>
          <a:prstGeom prst="roundRect">
            <a:avLst>
              <a:gd name="adj" fmla="val 16667"/>
            </a:avLst>
          </a:prstGeom>
          <a:solidFill>
            <a:schemeClr val="lt1"/>
          </a:solid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i="1" dirty="0">
                <a:solidFill>
                  <a:schemeClr val="accent1"/>
                </a:solidFill>
                <a:latin typeface="Work Sans"/>
                <a:ea typeface="Work Sans"/>
                <a:cs typeface="Work Sans"/>
                <a:sym typeface="Work Sans"/>
              </a:rPr>
              <a:t>Enter the title for your notice…</a:t>
            </a:r>
            <a:endParaRPr i="1" dirty="0">
              <a:solidFill>
                <a:schemeClr val="accent1"/>
              </a:solidFill>
              <a:latin typeface="Work Sans"/>
              <a:ea typeface="Work Sans"/>
              <a:cs typeface="Work Sans"/>
              <a:sym typeface="Work Sans"/>
            </a:endParaRPr>
          </a:p>
        </p:txBody>
      </p:sp>
      <p:sp>
        <p:nvSpPr>
          <p:cNvPr id="1431" name="Google Shape;1431;p54">
            <a:extLst>
              <a:ext uri="{FF2B5EF4-FFF2-40B4-BE49-F238E27FC236}">
                <a16:creationId xmlns:a16="http://schemas.microsoft.com/office/drawing/2014/main" id="{800FA732-4A13-FA89-791B-A6D21D6BA660}"/>
              </a:ext>
            </a:extLst>
          </p:cNvPr>
          <p:cNvSpPr/>
          <p:nvPr/>
        </p:nvSpPr>
        <p:spPr>
          <a:xfrm>
            <a:off x="1405750" y="1693375"/>
            <a:ext cx="6332400" cy="2256900"/>
          </a:xfrm>
          <a:prstGeom prst="roundRect">
            <a:avLst>
              <a:gd name="adj" fmla="val 16667"/>
            </a:avLst>
          </a:prstGeom>
          <a:solidFill>
            <a:srgbClr val="F1ECE8"/>
          </a:solidFill>
          <a:ln w="19050" cap="flat" cmpd="sng">
            <a:solidFill>
              <a:schemeClr val="accent1"/>
            </a:solidFill>
            <a:prstDash val="dash"/>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i="1" dirty="0">
                <a:solidFill>
                  <a:schemeClr val="accent1"/>
                </a:solidFill>
                <a:latin typeface="Work Sans"/>
                <a:ea typeface="Work Sans"/>
                <a:cs typeface="Work Sans"/>
                <a:sym typeface="Work Sans"/>
              </a:rPr>
              <a:t>Type the body of the notice...</a:t>
            </a:r>
            <a:endParaRPr i="1" dirty="0">
              <a:solidFill>
                <a:schemeClr val="accent1"/>
              </a:solidFill>
              <a:latin typeface="Work Sans"/>
              <a:ea typeface="Work Sans"/>
              <a:cs typeface="Work Sans"/>
              <a:sym typeface="Work Sans"/>
            </a:endParaRPr>
          </a:p>
        </p:txBody>
      </p:sp>
      <p:sp>
        <p:nvSpPr>
          <p:cNvPr id="1432" name="Google Shape;1432;p54">
            <a:extLst>
              <a:ext uri="{FF2B5EF4-FFF2-40B4-BE49-F238E27FC236}">
                <a16:creationId xmlns:a16="http://schemas.microsoft.com/office/drawing/2014/main" id="{8E13D1D9-2CAC-B6C4-71B1-7B8A18B3AFD8}"/>
              </a:ext>
            </a:extLst>
          </p:cNvPr>
          <p:cNvSpPr/>
          <p:nvPr/>
        </p:nvSpPr>
        <p:spPr>
          <a:xfrm>
            <a:off x="3894450" y="4150539"/>
            <a:ext cx="1355100" cy="3963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rgbClr val="F8FAFD"/>
                </a:solidFill>
                <a:latin typeface="Days One"/>
                <a:ea typeface="Days One"/>
                <a:cs typeface="Days One"/>
                <a:sym typeface="Days One"/>
              </a:rPr>
              <a:t>Create!</a:t>
            </a:r>
            <a:endParaRPr dirty="0">
              <a:solidFill>
                <a:srgbClr val="F8FAFD"/>
              </a:solidFill>
              <a:latin typeface="Days One"/>
              <a:ea typeface="Days One"/>
              <a:cs typeface="Days One"/>
              <a:sym typeface="Days One"/>
            </a:endParaRPr>
          </a:p>
        </p:txBody>
      </p:sp>
      <p:sp>
        <p:nvSpPr>
          <p:cNvPr id="3" name="Google Shape;1258;p49">
            <a:extLst>
              <a:ext uri="{FF2B5EF4-FFF2-40B4-BE49-F238E27FC236}">
                <a16:creationId xmlns:a16="http://schemas.microsoft.com/office/drawing/2014/main" id="{2584528B-073A-F5E4-BD96-3A519B286B85}"/>
              </a:ext>
            </a:extLst>
          </p:cNvPr>
          <p:cNvSpPr/>
          <p:nvPr/>
        </p:nvSpPr>
        <p:spPr>
          <a:xfrm rot="3599210">
            <a:off x="8177626" y="781716"/>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2" name="Google Shape;1412;p53">
            <a:extLst>
              <a:ext uri="{FF2B5EF4-FFF2-40B4-BE49-F238E27FC236}">
                <a16:creationId xmlns:a16="http://schemas.microsoft.com/office/drawing/2014/main" id="{56899560-ADE6-00EE-2EA8-CECA8F36E033}"/>
              </a:ext>
            </a:extLst>
          </p:cNvPr>
          <p:cNvSpPr txBox="1">
            <a:spLocks/>
          </p:cNvSpPr>
          <p:nvPr/>
        </p:nvSpPr>
        <p:spPr>
          <a:xfrm>
            <a:off x="346424" y="4747100"/>
            <a:ext cx="3497155" cy="394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1pPr>
            <a:lvl2pPr marR="0" lvl="1"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2pPr>
            <a:lvl3pPr marR="0" lvl="2"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3pPr>
            <a:lvl4pPr marR="0" lvl="3"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4pPr>
            <a:lvl5pPr marR="0" lvl="4"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5pPr>
            <a:lvl6pPr marR="0" lvl="5"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6pPr>
            <a:lvl7pPr marR="0" lvl="6"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7pPr>
            <a:lvl8pPr marR="0" lvl="7"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8pPr>
            <a:lvl9pPr marR="0" lvl="8"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9pPr>
          </a:lstStyle>
          <a:p>
            <a:r>
              <a:rPr lang="en-GB" sz="1400" dirty="0">
                <a:solidFill>
                  <a:srgbClr val="FFFFFF"/>
                </a:solidFill>
                <a:latin typeface="Work Sans"/>
                <a:ea typeface="Work Sans"/>
                <a:cs typeface="Work Sans"/>
                <a:sym typeface="Work Sans"/>
              </a:rPr>
              <a:t>Leaves Application Screen</a:t>
            </a:r>
          </a:p>
        </p:txBody>
      </p:sp>
    </p:spTree>
    <p:extLst>
      <p:ext uri="{BB962C8B-B14F-4D97-AF65-F5344CB8AC3E}">
        <p14:creationId xmlns:p14="http://schemas.microsoft.com/office/powerpoint/2010/main" val="3906283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16667E-6 2.34568E-6 L -0.05746 0.09074 " pathEditMode="relative" rAng="0" ptsTypes="AA">
                                      <p:cBhvr>
                                        <p:cTn id="6" dur="2000" fill="hold"/>
                                        <p:tgtEl>
                                          <p:spTgt spid="3"/>
                                        </p:tgtEl>
                                        <p:attrNameLst>
                                          <p:attrName>ppt_x</p:attrName>
                                          <p:attrName>ppt_y</p:attrName>
                                        </p:attrNameLst>
                                      </p:cBhvr>
                                      <p:rCtr x="-2882" y="4537"/>
                                    </p:animMotion>
                                  </p:childTnLst>
                                </p:cTn>
                              </p:par>
                            </p:childTnLst>
                          </p:cTn>
                        </p:par>
                        <p:par>
                          <p:cTn id="7" fill="hold">
                            <p:stCondLst>
                              <p:cond delay="2000"/>
                            </p:stCondLst>
                            <p:childTnLst>
                              <p:par>
                                <p:cTn id="8" presetID="42" presetClass="path" presetSubtype="0" accel="50000" decel="50000" fill="hold" grpId="1" nodeType="afterEffect">
                                  <p:stCondLst>
                                    <p:cond delay="0"/>
                                  </p:stCondLst>
                                  <p:childTnLst>
                                    <p:animMotion origin="layout" path="M -0.05746 0.09074 L -0.05677 0.31111 " pathEditMode="relative" rAng="0" ptsTypes="AA">
                                      <p:cBhvr>
                                        <p:cTn id="9" dur="2000" fill="hold"/>
                                        <p:tgtEl>
                                          <p:spTgt spid="3"/>
                                        </p:tgtEl>
                                        <p:attrNameLst>
                                          <p:attrName>ppt_x</p:attrName>
                                          <p:attrName>ppt_y</p:attrName>
                                        </p:attrNameLst>
                                      </p:cBhvr>
                                      <p:rCtr x="35" y="11019"/>
                                    </p:animMotion>
                                  </p:childTnLst>
                                </p:cTn>
                              </p:par>
                            </p:childTnLst>
                          </p:cTn>
                        </p:par>
                        <p:par>
                          <p:cTn id="10" fill="hold">
                            <p:stCondLst>
                              <p:cond delay="4000"/>
                            </p:stCondLst>
                            <p:childTnLst>
                              <p:par>
                                <p:cTn id="11" presetID="37" presetClass="path" presetSubtype="0" accel="50000" decel="50000" fill="hold" grpId="2" nodeType="afterEffect">
                                  <p:stCondLst>
                                    <p:cond delay="0"/>
                                  </p:stCondLst>
                                  <p:childTnLst>
                                    <p:animMotion origin="layout" path="M -0.05677 0.31142 L -0.08055 0.59815 C -0.08385 0.65957 -0.10347 0.71265 -0.13246 0.74537 C -0.16579 0.78241 -0.2 0.78858 -0.23263 0.76636 L -0.38715 0.67839 " pathEditMode="relative" rAng="19680000" ptsTypes="AAAAA">
                                      <p:cBhvr>
                                        <p:cTn id="12" dur="2000" fill="hold"/>
                                        <p:tgtEl>
                                          <p:spTgt spid="3"/>
                                        </p:tgtEl>
                                        <p:attrNameLst>
                                          <p:attrName>ppt_x</p:attrName>
                                          <p:attrName>ppt_y</p:attrName>
                                        </p:attrNameLst>
                                      </p:cBhvr>
                                      <p:rCtr x="-12101" y="30926"/>
                                    </p:animMotion>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3" nodeType="clickEffect">
                                  <p:stCondLst>
                                    <p:cond delay="0"/>
                                  </p:stCondLst>
                                  <p:childTnLst>
                                    <p:animMotion origin="layout" path="M -0.38715 0.67839 L -0.82326 -0.02655 " pathEditMode="relative" rAng="0" ptsTypes="AA">
                                      <p:cBhvr>
                                        <p:cTn id="16" dur="2000" fill="hold"/>
                                        <p:tgtEl>
                                          <p:spTgt spid="3"/>
                                        </p:tgtEl>
                                        <p:attrNameLst>
                                          <p:attrName>ppt_x</p:attrName>
                                          <p:attrName>ppt_y</p:attrName>
                                        </p:attrNameLst>
                                      </p:cBhvr>
                                      <p:rCtr x="-21806" y="-3524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3" grpId="3"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Shape 1096"/>
        <p:cNvGrpSpPr/>
        <p:nvPr/>
      </p:nvGrpSpPr>
      <p:grpSpPr>
        <a:xfrm>
          <a:off x="0" y="0"/>
          <a:ext cx="0" cy="0"/>
          <a:chOff x="0" y="0"/>
          <a:chExt cx="0" cy="0"/>
        </a:xfrm>
      </p:grpSpPr>
      <p:sp>
        <p:nvSpPr>
          <p:cNvPr id="1097" name="Google Shape;1097;p45"/>
          <p:cNvSpPr/>
          <p:nvPr/>
        </p:nvSpPr>
        <p:spPr>
          <a:xfrm>
            <a:off x="0" y="0"/>
            <a:ext cx="9144000" cy="5143500"/>
          </a:xfrm>
          <a:prstGeom prst="rect">
            <a:avLst/>
          </a:prstGeom>
          <a:solidFill>
            <a:srgbClr val="EBE6D6"/>
          </a:solidFill>
          <a:ln w="19050" cap="flat" cmpd="sng">
            <a:solidFill>
              <a:srgbClr val="EFBC3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8" name="Google Shape;1098;p45"/>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Notices</a:t>
            </a:r>
            <a:endParaRPr sz="2700">
              <a:solidFill>
                <a:srgbClr val="EFBC3F"/>
              </a:solidFill>
              <a:latin typeface="Dela Gothic One"/>
              <a:ea typeface="Dela Gothic One"/>
              <a:cs typeface="Dela Gothic One"/>
              <a:sym typeface="Dela Gothic One"/>
            </a:endParaRPr>
          </a:p>
        </p:txBody>
      </p:sp>
      <p:sp>
        <p:nvSpPr>
          <p:cNvPr id="1099" name="Google Shape;1099;p45"/>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100" name="Google Shape;1100;p45"/>
          <p:cNvGrpSpPr/>
          <p:nvPr/>
        </p:nvGrpSpPr>
        <p:grpSpPr>
          <a:xfrm>
            <a:off x="1030895" y="1109148"/>
            <a:ext cx="7082216" cy="3710688"/>
            <a:chOff x="2302350" y="716406"/>
            <a:chExt cx="4539300" cy="3710688"/>
          </a:xfrm>
        </p:grpSpPr>
        <p:sp>
          <p:nvSpPr>
            <p:cNvPr id="1101" name="Google Shape;1101;p45"/>
            <p:cNvSpPr/>
            <p:nvPr/>
          </p:nvSpPr>
          <p:spPr>
            <a:xfrm rot="-5400000">
              <a:off x="2305950" y="939894"/>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102" name="Google Shape;1102;p45"/>
            <p:cNvSpPr/>
            <p:nvPr/>
          </p:nvSpPr>
          <p:spPr>
            <a:xfrm>
              <a:off x="2373600" y="977544"/>
              <a:ext cx="436200" cy="503400"/>
            </a:xfrm>
            <a:prstGeom prst="star6">
              <a:avLst>
                <a:gd name="adj" fmla="val 43076"/>
                <a:gd name="hf" fmla="val 115470"/>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103" name="Google Shape;1103;p45"/>
            <p:cNvSpPr/>
            <p:nvPr/>
          </p:nvSpPr>
          <p:spPr>
            <a:xfrm rot="-5400000">
              <a:off x="2305950" y="1559331"/>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104" name="Google Shape;1104;p45"/>
            <p:cNvSpPr/>
            <p:nvPr/>
          </p:nvSpPr>
          <p:spPr>
            <a:xfrm>
              <a:off x="2352925" y="1609644"/>
              <a:ext cx="484200" cy="484200"/>
            </a:xfrm>
            <a:prstGeom prst="ellipse">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105" name="Google Shape;1105;p45"/>
            <p:cNvSpPr/>
            <p:nvPr/>
          </p:nvSpPr>
          <p:spPr>
            <a:xfrm rot="-5400000">
              <a:off x="2305950" y="3233506"/>
              <a:ext cx="571500" cy="578700"/>
            </a:xfrm>
            <a:prstGeom prst="round2SameRect">
              <a:avLst>
                <a:gd name="adj1" fmla="val 16789"/>
                <a:gd name="adj2" fmla="val 0"/>
              </a:avLst>
            </a:prstGeom>
            <a:solidFill>
              <a:srgbClr val="FF896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106" name="Google Shape;1106;p45"/>
            <p:cNvSpPr/>
            <p:nvPr/>
          </p:nvSpPr>
          <p:spPr>
            <a:xfrm rot="-5400000">
              <a:off x="2305950" y="3850981"/>
              <a:ext cx="571500" cy="578700"/>
            </a:xfrm>
            <a:prstGeom prst="round2SameRect">
              <a:avLst>
                <a:gd name="adj1" fmla="val 16789"/>
                <a:gd name="adj2" fmla="val 0"/>
              </a:avLst>
            </a:prstGeom>
            <a:solidFill>
              <a:srgbClr val="FF896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107" name="Google Shape;1107;p45"/>
            <p:cNvSpPr/>
            <p:nvPr/>
          </p:nvSpPr>
          <p:spPr>
            <a:xfrm rot="-5400000">
              <a:off x="2305950" y="2184906"/>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108" name="Google Shape;1108;p45"/>
            <p:cNvSpPr/>
            <p:nvPr/>
          </p:nvSpPr>
          <p:spPr>
            <a:xfrm rot="5400000" flipH="1">
              <a:off x="4585350" y="-7413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109" name="Google Shape;1109;p45"/>
            <p:cNvSpPr txBox="1"/>
            <p:nvPr/>
          </p:nvSpPr>
          <p:spPr>
            <a:xfrm>
              <a:off x="2394125" y="716406"/>
              <a:ext cx="4384800"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a:solidFill>
                    <a:srgbClr val="434343"/>
                  </a:solidFill>
                  <a:latin typeface="Figtree"/>
                  <a:ea typeface="Figtree"/>
                  <a:cs typeface="Figtree"/>
                  <a:sym typeface="Figtree"/>
                </a:rPr>
                <a:t>COMPANY-WIDE </a:t>
              </a:r>
              <a:r>
                <a:rPr lang="en" sz="900">
                  <a:solidFill>
                    <a:srgbClr val="666666"/>
                  </a:solidFill>
                  <a:latin typeface="Figtree"/>
                  <a:ea typeface="Figtree"/>
                  <a:cs typeface="Figtree"/>
                  <a:sym typeface="Figtree"/>
                </a:rPr>
                <a:t>(3 notices)</a:t>
              </a:r>
              <a:endParaRPr sz="900">
                <a:solidFill>
                  <a:srgbClr val="666666"/>
                </a:solidFill>
                <a:latin typeface="Figtree"/>
                <a:ea typeface="Figtree"/>
                <a:cs typeface="Figtree"/>
                <a:sym typeface="Figtree"/>
              </a:endParaRPr>
            </a:p>
          </p:txBody>
        </p:sp>
        <p:sp>
          <p:nvSpPr>
            <p:cNvPr id="1110" name="Google Shape;1110;p45"/>
            <p:cNvSpPr txBox="1"/>
            <p:nvPr/>
          </p:nvSpPr>
          <p:spPr>
            <a:xfrm>
              <a:off x="3075075" y="943606"/>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600">
                  <a:solidFill>
                    <a:srgbClr val="434343"/>
                  </a:solidFill>
                  <a:latin typeface="Figtree SemiBold"/>
                  <a:ea typeface="Figtree SemiBold"/>
                  <a:cs typeface="Figtree SemiBold"/>
                  <a:sym typeface="Figtree SemiBold"/>
                </a:rPr>
                <a:t>Company-wide Sports Tournament</a:t>
              </a:r>
              <a:endParaRPr sz="1600">
                <a:solidFill>
                  <a:srgbClr val="666666"/>
                </a:solidFill>
                <a:latin typeface="Figtree Light"/>
                <a:ea typeface="Figtree Light"/>
                <a:cs typeface="Figtree Light"/>
                <a:sym typeface="Figtree Light"/>
              </a:endParaRPr>
            </a:p>
          </p:txBody>
        </p:sp>
        <p:sp>
          <p:nvSpPr>
            <p:cNvPr id="1111" name="Google Shape;1111;p45"/>
            <p:cNvSpPr txBox="1"/>
            <p:nvPr/>
          </p:nvSpPr>
          <p:spPr>
            <a:xfrm>
              <a:off x="2394125" y="3007456"/>
              <a:ext cx="4384800"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a:solidFill>
                    <a:srgbClr val="434343"/>
                  </a:solidFill>
                  <a:latin typeface="Figtree"/>
                  <a:ea typeface="Figtree"/>
                  <a:cs typeface="Figtree"/>
                  <a:sym typeface="Figtree"/>
                </a:rPr>
                <a:t>MY DEPARTMENT </a:t>
              </a:r>
              <a:r>
                <a:rPr lang="en" sz="900">
                  <a:solidFill>
                    <a:srgbClr val="666666"/>
                  </a:solidFill>
                  <a:latin typeface="Figtree"/>
                  <a:ea typeface="Figtree"/>
                  <a:cs typeface="Figtree"/>
                  <a:sym typeface="Figtree"/>
                </a:rPr>
                <a:t>(3 notices)</a:t>
              </a:r>
              <a:endParaRPr sz="900">
                <a:solidFill>
                  <a:srgbClr val="666666"/>
                </a:solidFill>
                <a:latin typeface="Figtree"/>
                <a:ea typeface="Figtree"/>
                <a:cs typeface="Figtree"/>
                <a:sym typeface="Figtree"/>
              </a:endParaRPr>
            </a:p>
          </p:txBody>
        </p:sp>
        <p:sp>
          <p:nvSpPr>
            <p:cNvPr id="1112" name="Google Shape;1112;p45"/>
            <p:cNvSpPr/>
            <p:nvPr/>
          </p:nvSpPr>
          <p:spPr>
            <a:xfrm rot="5400000" flipH="1">
              <a:off x="4585350" y="-121869"/>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113" name="Google Shape;1113;p45"/>
            <p:cNvSpPr txBox="1"/>
            <p:nvPr/>
          </p:nvSpPr>
          <p:spPr>
            <a:xfrm>
              <a:off x="3075075" y="1563044"/>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Annual Employee Wellness Drive </a:t>
              </a:r>
              <a:endParaRPr sz="1500">
                <a:solidFill>
                  <a:srgbClr val="666666"/>
                </a:solidFill>
                <a:latin typeface="Figtree Light"/>
                <a:ea typeface="Figtree Light"/>
                <a:cs typeface="Figtree Light"/>
                <a:sym typeface="Figtree Light"/>
              </a:endParaRPr>
            </a:p>
          </p:txBody>
        </p:sp>
        <p:sp>
          <p:nvSpPr>
            <p:cNvPr id="1114" name="Google Shape;1114;p45"/>
            <p:cNvSpPr txBox="1"/>
            <p:nvPr/>
          </p:nvSpPr>
          <p:spPr>
            <a:xfrm>
              <a:off x="2302350" y="1740981"/>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30th May</a:t>
              </a:r>
              <a:endParaRPr>
                <a:solidFill>
                  <a:srgbClr val="FFFFFF"/>
                </a:solidFill>
                <a:latin typeface="Figtree Black"/>
                <a:ea typeface="Figtree Black"/>
                <a:cs typeface="Figtree Black"/>
                <a:sym typeface="Figtree Black"/>
              </a:endParaRPr>
            </a:p>
          </p:txBody>
        </p:sp>
        <p:sp>
          <p:nvSpPr>
            <p:cNvPr id="1115" name="Google Shape;1115;p45"/>
            <p:cNvSpPr/>
            <p:nvPr/>
          </p:nvSpPr>
          <p:spPr>
            <a:xfrm rot="5400000" flipH="1">
              <a:off x="4585350" y="5037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116" name="Google Shape;1116;p45"/>
            <p:cNvSpPr txBox="1"/>
            <p:nvPr/>
          </p:nvSpPr>
          <p:spPr>
            <a:xfrm>
              <a:off x="3075075" y="2188619"/>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Updated Workplace Policies and Guidelines </a:t>
              </a:r>
              <a:endParaRPr sz="1500">
                <a:solidFill>
                  <a:srgbClr val="666666"/>
                </a:solidFill>
                <a:latin typeface="Figtree Light"/>
                <a:ea typeface="Figtree Light"/>
                <a:cs typeface="Figtree Light"/>
                <a:sym typeface="Figtree Light"/>
              </a:endParaRPr>
            </a:p>
          </p:txBody>
        </p:sp>
        <p:sp>
          <p:nvSpPr>
            <p:cNvPr id="1117" name="Google Shape;1117;p45"/>
            <p:cNvSpPr/>
            <p:nvPr/>
          </p:nvSpPr>
          <p:spPr>
            <a:xfrm rot="5400000" flipH="1">
              <a:off x="4585350" y="15523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118" name="Google Shape;1118;p45"/>
            <p:cNvSpPr txBox="1"/>
            <p:nvPr/>
          </p:nvSpPr>
          <p:spPr>
            <a:xfrm>
              <a:off x="3075075" y="3237219"/>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endParaRPr sz="1500">
                <a:solidFill>
                  <a:srgbClr val="434343"/>
                </a:solidFill>
                <a:latin typeface="Figtree SemiBold"/>
                <a:ea typeface="Figtree SemiBold"/>
                <a:cs typeface="Figtree SemiBold"/>
                <a:sym typeface="Figtree SemiBold"/>
              </a:endParaRPr>
            </a:p>
            <a:p>
              <a:pPr marL="0" lvl="0" indent="0" algn="l" rtl="0">
                <a:lnSpc>
                  <a:spcPct val="115000"/>
                </a:lnSpc>
                <a:spcBef>
                  <a:spcPts val="0"/>
                </a:spcBef>
                <a:spcAft>
                  <a:spcPts val="0"/>
                </a:spcAft>
                <a:buNone/>
              </a:pPr>
              <a:endParaRPr sz="1500">
                <a:solidFill>
                  <a:srgbClr val="434343"/>
                </a:solidFill>
                <a:latin typeface="Figtree SemiBold"/>
                <a:ea typeface="Figtree SemiBold"/>
                <a:cs typeface="Figtree SemiBold"/>
                <a:sym typeface="Figtree SemiBold"/>
              </a:endParaRPr>
            </a:p>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Workshop on Incorporating Touch-Transfer in Mobile Websites</a:t>
              </a:r>
              <a:endParaRPr sz="1500">
                <a:solidFill>
                  <a:srgbClr val="434343"/>
                </a:solidFill>
                <a:latin typeface="Figtree Light"/>
                <a:ea typeface="Figtree Light"/>
                <a:cs typeface="Figtree Light"/>
                <a:sym typeface="Figtree Light"/>
              </a:endParaRPr>
            </a:p>
            <a:p>
              <a:pPr marL="0" lvl="0" indent="0" algn="l" rtl="0">
                <a:lnSpc>
                  <a:spcPct val="115000"/>
                </a:lnSpc>
                <a:spcBef>
                  <a:spcPts val="0"/>
                </a:spcBef>
                <a:spcAft>
                  <a:spcPts val="0"/>
                </a:spcAft>
                <a:buNone/>
              </a:pPr>
              <a:endParaRPr sz="1500">
                <a:solidFill>
                  <a:srgbClr val="434343"/>
                </a:solidFill>
                <a:latin typeface="Figtree SemiBold"/>
                <a:ea typeface="Figtree SemiBold"/>
                <a:cs typeface="Figtree SemiBold"/>
                <a:sym typeface="Figtree SemiBold"/>
              </a:endParaRPr>
            </a:p>
            <a:p>
              <a:pPr marL="0" lvl="0" indent="0" algn="l" rtl="0">
                <a:lnSpc>
                  <a:spcPct val="115000"/>
                </a:lnSpc>
                <a:spcBef>
                  <a:spcPts val="0"/>
                </a:spcBef>
                <a:spcAft>
                  <a:spcPts val="0"/>
                </a:spcAft>
                <a:buNone/>
              </a:pPr>
              <a:endParaRPr sz="1500">
                <a:solidFill>
                  <a:srgbClr val="434343"/>
                </a:solidFill>
                <a:latin typeface="Figtree SemiBold"/>
                <a:ea typeface="Figtree SemiBold"/>
                <a:cs typeface="Figtree SemiBold"/>
                <a:sym typeface="Figtree SemiBold"/>
              </a:endParaRPr>
            </a:p>
          </p:txBody>
        </p:sp>
        <p:sp>
          <p:nvSpPr>
            <p:cNvPr id="1119" name="Google Shape;1119;p45"/>
            <p:cNvSpPr/>
            <p:nvPr/>
          </p:nvSpPr>
          <p:spPr>
            <a:xfrm rot="5400000" flipH="1">
              <a:off x="4585350" y="2169781"/>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120" name="Google Shape;1120;p45"/>
            <p:cNvSpPr txBox="1"/>
            <p:nvPr/>
          </p:nvSpPr>
          <p:spPr>
            <a:xfrm>
              <a:off x="3075075" y="3854694"/>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Content-creation for Web Dev Dept. Nearing Deadline</a:t>
              </a:r>
              <a:endParaRPr sz="1500">
                <a:solidFill>
                  <a:srgbClr val="666666"/>
                </a:solidFill>
                <a:latin typeface="Figtree Light"/>
                <a:ea typeface="Figtree Light"/>
                <a:cs typeface="Figtree Light"/>
                <a:sym typeface="Figtree Light"/>
              </a:endParaRPr>
            </a:p>
          </p:txBody>
        </p:sp>
        <p:sp>
          <p:nvSpPr>
            <p:cNvPr id="1121" name="Google Shape;1121;p45"/>
            <p:cNvSpPr/>
            <p:nvPr/>
          </p:nvSpPr>
          <p:spPr>
            <a:xfrm>
              <a:off x="2348003" y="3278609"/>
              <a:ext cx="487395" cy="488494"/>
            </a:xfrm>
            <a:custGeom>
              <a:avLst/>
              <a:gdLst/>
              <a:ahLst/>
              <a:cxnLst/>
              <a:rect l="l" t="t" r="r" b="b"/>
              <a:pathLst>
                <a:path w="91358" h="91564" extrusionOk="0">
                  <a:moveTo>
                    <a:pt x="35027" y="0"/>
                  </a:moveTo>
                  <a:lnTo>
                    <a:pt x="25605" y="17821"/>
                  </a:lnTo>
                  <a:lnTo>
                    <a:pt x="5735" y="20894"/>
                  </a:lnTo>
                  <a:lnTo>
                    <a:pt x="11676" y="40149"/>
                  </a:lnTo>
                  <a:lnTo>
                    <a:pt x="0" y="56536"/>
                  </a:lnTo>
                  <a:lnTo>
                    <a:pt x="17616" y="65959"/>
                  </a:lnTo>
                  <a:lnTo>
                    <a:pt x="20894" y="85623"/>
                  </a:lnTo>
                  <a:lnTo>
                    <a:pt x="40148" y="79683"/>
                  </a:lnTo>
                  <a:lnTo>
                    <a:pt x="56331" y="91563"/>
                  </a:lnTo>
                  <a:lnTo>
                    <a:pt x="65753" y="73742"/>
                  </a:lnTo>
                  <a:lnTo>
                    <a:pt x="85622" y="70670"/>
                  </a:lnTo>
                  <a:lnTo>
                    <a:pt x="79682" y="51415"/>
                  </a:lnTo>
                  <a:lnTo>
                    <a:pt x="91358" y="35028"/>
                  </a:lnTo>
                  <a:lnTo>
                    <a:pt x="73742" y="25810"/>
                  </a:lnTo>
                  <a:lnTo>
                    <a:pt x="70464" y="5941"/>
                  </a:lnTo>
                  <a:lnTo>
                    <a:pt x="51210" y="11881"/>
                  </a:lnTo>
                  <a:lnTo>
                    <a:pt x="35027" y="0"/>
                  </a:lnTo>
                  <a:close/>
                </a:path>
              </a:pathLst>
            </a:custGeom>
            <a:solidFill>
              <a:srgbClr val="FF5F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122" name="Google Shape;1122;p45"/>
            <p:cNvSpPr txBox="1"/>
            <p:nvPr/>
          </p:nvSpPr>
          <p:spPr>
            <a:xfrm>
              <a:off x="2305675" y="3415156"/>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24th May</a:t>
              </a:r>
              <a:endParaRPr>
                <a:solidFill>
                  <a:srgbClr val="FFFFFF"/>
                </a:solidFill>
                <a:latin typeface="Figtree Black"/>
                <a:ea typeface="Figtree Black"/>
                <a:cs typeface="Figtree Black"/>
                <a:sym typeface="Figtree Black"/>
              </a:endParaRPr>
            </a:p>
          </p:txBody>
        </p:sp>
        <p:sp>
          <p:nvSpPr>
            <p:cNvPr id="1123" name="Google Shape;1123;p45"/>
            <p:cNvSpPr/>
            <p:nvPr/>
          </p:nvSpPr>
          <p:spPr>
            <a:xfrm>
              <a:off x="2362425" y="2249331"/>
              <a:ext cx="465201" cy="465201"/>
            </a:xfrm>
            <a:custGeom>
              <a:avLst/>
              <a:gdLst/>
              <a:ahLst/>
              <a:cxnLst/>
              <a:rect l="l" t="t" r="r" b="b"/>
              <a:pathLst>
                <a:path w="209550" h="209550" extrusionOk="0">
                  <a:moveTo>
                    <a:pt x="78798" y="0"/>
                  </a:moveTo>
                  <a:lnTo>
                    <a:pt x="78798" y="41997"/>
                  </a:lnTo>
                  <a:lnTo>
                    <a:pt x="48924" y="12123"/>
                  </a:lnTo>
                  <a:lnTo>
                    <a:pt x="12123" y="48924"/>
                  </a:lnTo>
                  <a:lnTo>
                    <a:pt x="41997" y="78798"/>
                  </a:lnTo>
                  <a:lnTo>
                    <a:pt x="0" y="78798"/>
                  </a:lnTo>
                  <a:lnTo>
                    <a:pt x="0" y="130752"/>
                  </a:lnTo>
                  <a:lnTo>
                    <a:pt x="41997" y="130752"/>
                  </a:lnTo>
                  <a:lnTo>
                    <a:pt x="12123" y="160626"/>
                  </a:lnTo>
                  <a:lnTo>
                    <a:pt x="48924" y="197427"/>
                  </a:lnTo>
                  <a:lnTo>
                    <a:pt x="78798" y="167553"/>
                  </a:lnTo>
                  <a:lnTo>
                    <a:pt x="78798" y="209550"/>
                  </a:lnTo>
                  <a:lnTo>
                    <a:pt x="130752" y="209550"/>
                  </a:lnTo>
                  <a:lnTo>
                    <a:pt x="130752" y="167553"/>
                  </a:lnTo>
                  <a:lnTo>
                    <a:pt x="160193" y="197427"/>
                  </a:lnTo>
                  <a:lnTo>
                    <a:pt x="196994" y="160626"/>
                  </a:lnTo>
                  <a:lnTo>
                    <a:pt x="167553" y="130752"/>
                  </a:lnTo>
                  <a:lnTo>
                    <a:pt x="209550" y="130752"/>
                  </a:lnTo>
                  <a:lnTo>
                    <a:pt x="209550" y="78798"/>
                  </a:lnTo>
                  <a:lnTo>
                    <a:pt x="167553" y="78798"/>
                  </a:lnTo>
                  <a:lnTo>
                    <a:pt x="196994" y="48924"/>
                  </a:lnTo>
                  <a:lnTo>
                    <a:pt x="160193" y="12123"/>
                  </a:lnTo>
                  <a:lnTo>
                    <a:pt x="130752" y="41997"/>
                  </a:lnTo>
                  <a:lnTo>
                    <a:pt x="130752" y="0"/>
                  </a:lnTo>
                  <a:close/>
                </a:path>
              </a:pathLst>
            </a:custGeom>
            <a:solidFill>
              <a:srgbClr val="FF59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124" name="Google Shape;1124;p45"/>
            <p:cNvSpPr/>
            <p:nvPr/>
          </p:nvSpPr>
          <p:spPr>
            <a:xfrm>
              <a:off x="2373552" y="3917990"/>
              <a:ext cx="436296" cy="444682"/>
            </a:xfrm>
            <a:custGeom>
              <a:avLst/>
              <a:gdLst/>
              <a:ahLst/>
              <a:cxnLst/>
              <a:rect l="l" t="t" r="r" b="b"/>
              <a:pathLst>
                <a:path w="85214" h="86852" extrusionOk="0">
                  <a:moveTo>
                    <a:pt x="43426" y="0"/>
                  </a:moveTo>
                  <a:lnTo>
                    <a:pt x="38920" y="205"/>
                  </a:lnTo>
                  <a:lnTo>
                    <a:pt x="34618" y="820"/>
                  </a:lnTo>
                  <a:lnTo>
                    <a:pt x="30521" y="1844"/>
                  </a:lnTo>
                  <a:lnTo>
                    <a:pt x="26425" y="3483"/>
                  </a:lnTo>
                  <a:lnTo>
                    <a:pt x="22737" y="5121"/>
                  </a:lnTo>
                  <a:lnTo>
                    <a:pt x="19050" y="7374"/>
                  </a:lnTo>
                  <a:lnTo>
                    <a:pt x="15773" y="9833"/>
                  </a:lnTo>
                  <a:lnTo>
                    <a:pt x="12700" y="12700"/>
                  </a:lnTo>
                  <a:lnTo>
                    <a:pt x="9833" y="15773"/>
                  </a:lnTo>
                  <a:lnTo>
                    <a:pt x="7375" y="19050"/>
                  </a:lnTo>
                  <a:lnTo>
                    <a:pt x="5121" y="22737"/>
                  </a:lnTo>
                  <a:lnTo>
                    <a:pt x="3278" y="26424"/>
                  </a:lnTo>
                  <a:lnTo>
                    <a:pt x="1844" y="30521"/>
                  </a:lnTo>
                  <a:lnTo>
                    <a:pt x="820" y="34618"/>
                  </a:lnTo>
                  <a:lnTo>
                    <a:pt x="205" y="38920"/>
                  </a:lnTo>
                  <a:lnTo>
                    <a:pt x="0" y="43426"/>
                  </a:lnTo>
                  <a:lnTo>
                    <a:pt x="205" y="47933"/>
                  </a:lnTo>
                  <a:lnTo>
                    <a:pt x="820" y="52234"/>
                  </a:lnTo>
                  <a:lnTo>
                    <a:pt x="1844" y="56331"/>
                  </a:lnTo>
                  <a:lnTo>
                    <a:pt x="3278" y="60223"/>
                  </a:lnTo>
                  <a:lnTo>
                    <a:pt x="5121" y="64115"/>
                  </a:lnTo>
                  <a:lnTo>
                    <a:pt x="7375" y="67597"/>
                  </a:lnTo>
                  <a:lnTo>
                    <a:pt x="9833" y="71079"/>
                  </a:lnTo>
                  <a:lnTo>
                    <a:pt x="12700" y="74152"/>
                  </a:lnTo>
                  <a:lnTo>
                    <a:pt x="15773" y="76815"/>
                  </a:lnTo>
                  <a:lnTo>
                    <a:pt x="19050" y="79478"/>
                  </a:lnTo>
                  <a:lnTo>
                    <a:pt x="22737" y="81526"/>
                  </a:lnTo>
                  <a:lnTo>
                    <a:pt x="26425" y="83370"/>
                  </a:lnTo>
                  <a:lnTo>
                    <a:pt x="30521" y="84803"/>
                  </a:lnTo>
                  <a:lnTo>
                    <a:pt x="34618" y="86033"/>
                  </a:lnTo>
                  <a:lnTo>
                    <a:pt x="38920" y="86647"/>
                  </a:lnTo>
                  <a:lnTo>
                    <a:pt x="43426" y="86852"/>
                  </a:lnTo>
                  <a:lnTo>
                    <a:pt x="43426" y="55307"/>
                  </a:lnTo>
                  <a:lnTo>
                    <a:pt x="44450" y="58584"/>
                  </a:lnTo>
                  <a:lnTo>
                    <a:pt x="45884" y="61862"/>
                  </a:lnTo>
                  <a:lnTo>
                    <a:pt x="47318" y="64934"/>
                  </a:lnTo>
                  <a:lnTo>
                    <a:pt x="49162" y="67802"/>
                  </a:lnTo>
                  <a:lnTo>
                    <a:pt x="51210" y="70670"/>
                  </a:lnTo>
                  <a:lnTo>
                    <a:pt x="53668" y="73128"/>
                  </a:lnTo>
                  <a:lnTo>
                    <a:pt x="56126" y="75586"/>
                  </a:lnTo>
                  <a:lnTo>
                    <a:pt x="58789" y="77839"/>
                  </a:lnTo>
                  <a:lnTo>
                    <a:pt x="61452" y="79887"/>
                  </a:lnTo>
                  <a:lnTo>
                    <a:pt x="64524" y="81731"/>
                  </a:lnTo>
                  <a:lnTo>
                    <a:pt x="67597" y="83165"/>
                  </a:lnTo>
                  <a:lnTo>
                    <a:pt x="70874" y="84394"/>
                  </a:lnTo>
                  <a:lnTo>
                    <a:pt x="74357" y="85418"/>
                  </a:lnTo>
                  <a:lnTo>
                    <a:pt x="77839" y="86237"/>
                  </a:lnTo>
                  <a:lnTo>
                    <a:pt x="81526" y="86647"/>
                  </a:lnTo>
                  <a:lnTo>
                    <a:pt x="85213" y="86852"/>
                  </a:lnTo>
                  <a:lnTo>
                    <a:pt x="85213" y="0"/>
                  </a:lnTo>
                  <a:lnTo>
                    <a:pt x="81526" y="205"/>
                  </a:lnTo>
                  <a:lnTo>
                    <a:pt x="77839" y="615"/>
                  </a:lnTo>
                  <a:lnTo>
                    <a:pt x="74357" y="1229"/>
                  </a:lnTo>
                  <a:lnTo>
                    <a:pt x="70874" y="2253"/>
                  </a:lnTo>
                  <a:lnTo>
                    <a:pt x="67597" y="3687"/>
                  </a:lnTo>
                  <a:lnTo>
                    <a:pt x="64524" y="5121"/>
                  </a:lnTo>
                  <a:lnTo>
                    <a:pt x="61452" y="6965"/>
                  </a:lnTo>
                  <a:lnTo>
                    <a:pt x="58789" y="9013"/>
                  </a:lnTo>
                  <a:lnTo>
                    <a:pt x="56126" y="11062"/>
                  </a:lnTo>
                  <a:lnTo>
                    <a:pt x="53668" y="13520"/>
                  </a:lnTo>
                  <a:lnTo>
                    <a:pt x="51210" y="16183"/>
                  </a:lnTo>
                  <a:lnTo>
                    <a:pt x="49162" y="19050"/>
                  </a:lnTo>
                  <a:lnTo>
                    <a:pt x="47318" y="21918"/>
                  </a:lnTo>
                  <a:lnTo>
                    <a:pt x="45884" y="24991"/>
                  </a:lnTo>
                  <a:lnTo>
                    <a:pt x="44450" y="28268"/>
                  </a:lnTo>
                  <a:lnTo>
                    <a:pt x="43426" y="31545"/>
                  </a:lnTo>
                  <a:lnTo>
                    <a:pt x="43426" y="0"/>
                  </a:lnTo>
                  <a:close/>
                </a:path>
              </a:pathLst>
            </a:custGeom>
            <a:solidFill>
              <a:srgbClr val="FF5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125" name="Google Shape;1125;p45"/>
            <p:cNvSpPr txBox="1"/>
            <p:nvPr/>
          </p:nvSpPr>
          <p:spPr>
            <a:xfrm>
              <a:off x="2302350" y="2366556"/>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31St May</a:t>
              </a:r>
              <a:endParaRPr>
                <a:solidFill>
                  <a:srgbClr val="FFFFFF"/>
                </a:solidFill>
                <a:latin typeface="Figtree Black"/>
                <a:ea typeface="Figtree Black"/>
                <a:cs typeface="Figtree Black"/>
                <a:sym typeface="Figtree Black"/>
              </a:endParaRPr>
            </a:p>
          </p:txBody>
        </p:sp>
        <p:sp>
          <p:nvSpPr>
            <p:cNvPr id="1126" name="Google Shape;1126;p45"/>
            <p:cNvSpPr txBox="1"/>
            <p:nvPr/>
          </p:nvSpPr>
          <p:spPr>
            <a:xfrm>
              <a:off x="2302350" y="4032631"/>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28th May</a:t>
              </a:r>
              <a:endParaRPr>
                <a:solidFill>
                  <a:srgbClr val="FFFFFF"/>
                </a:solidFill>
                <a:latin typeface="Figtree Black"/>
                <a:ea typeface="Figtree Black"/>
                <a:cs typeface="Figtree Black"/>
                <a:sym typeface="Figtree Black"/>
              </a:endParaRPr>
            </a:p>
          </p:txBody>
        </p:sp>
        <p:sp>
          <p:nvSpPr>
            <p:cNvPr id="1127" name="Google Shape;1127;p45"/>
            <p:cNvSpPr txBox="1"/>
            <p:nvPr/>
          </p:nvSpPr>
          <p:spPr>
            <a:xfrm>
              <a:off x="2302350" y="1121544"/>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28th May</a:t>
              </a:r>
              <a:endParaRPr>
                <a:solidFill>
                  <a:srgbClr val="FFFFFF"/>
                </a:solidFill>
                <a:latin typeface="Figtree Black"/>
                <a:ea typeface="Figtree Black"/>
                <a:cs typeface="Figtree Black"/>
                <a:sym typeface="Figtree Black"/>
              </a:endParaRPr>
            </a:p>
          </p:txBody>
        </p:sp>
      </p:grpSp>
      <p:sp>
        <p:nvSpPr>
          <p:cNvPr id="1128" name="Google Shape;1128;p45"/>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129" name="Google Shape;1129;p45"/>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My Department Screen</a:t>
            </a:r>
            <a:endParaRPr sz="1400">
              <a:solidFill>
                <a:srgbClr val="FFFFFF"/>
              </a:solidFill>
              <a:latin typeface="Work Sans"/>
              <a:ea typeface="Work Sans"/>
              <a:cs typeface="Work Sans"/>
              <a:sym typeface="Work Sans"/>
            </a:endParaRPr>
          </a:p>
        </p:txBody>
      </p:sp>
      <p:sp>
        <p:nvSpPr>
          <p:cNvPr id="1130" name="Google Shape;1130;p45"/>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132" name="Google Shape;1132;p45"/>
          <p:cNvSpPr/>
          <p:nvPr/>
        </p:nvSpPr>
        <p:spPr>
          <a:xfrm rot="3599210">
            <a:off x="658818" y="7950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2" name="Google Shape;1091;p44">
            <a:extLst>
              <a:ext uri="{FF2B5EF4-FFF2-40B4-BE49-F238E27FC236}">
                <a16:creationId xmlns:a16="http://schemas.microsoft.com/office/drawing/2014/main" id="{7ADE7B94-70AF-F5AB-3FF6-79B1F7BCC622}"/>
              </a:ext>
            </a:extLst>
          </p:cNvPr>
          <p:cNvSpPr/>
          <p:nvPr/>
        </p:nvSpPr>
        <p:spPr>
          <a:xfrm>
            <a:off x="8926800" y="0"/>
            <a:ext cx="217200" cy="333248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024">
          <a:extLst>
            <a:ext uri="{FF2B5EF4-FFF2-40B4-BE49-F238E27FC236}">
              <a16:creationId xmlns:a16="http://schemas.microsoft.com/office/drawing/2014/main" id="{79473AB4-1EE7-550D-5DF2-742B4F969B12}"/>
            </a:ext>
          </a:extLst>
        </p:cNvPr>
        <p:cNvGrpSpPr/>
        <p:nvPr/>
      </p:nvGrpSpPr>
      <p:grpSpPr>
        <a:xfrm>
          <a:off x="0" y="0"/>
          <a:ext cx="0" cy="0"/>
          <a:chOff x="0" y="0"/>
          <a:chExt cx="0" cy="0"/>
        </a:xfrm>
      </p:grpSpPr>
      <p:sp>
        <p:nvSpPr>
          <p:cNvPr id="1028" name="Google Shape;1028;p43">
            <a:extLst>
              <a:ext uri="{FF2B5EF4-FFF2-40B4-BE49-F238E27FC236}">
                <a16:creationId xmlns:a16="http://schemas.microsoft.com/office/drawing/2014/main" id="{BD480C6A-C00B-64D1-4783-BD18354BECA5}"/>
              </a:ext>
            </a:extLst>
          </p:cNvPr>
          <p:cNvSpPr txBox="1"/>
          <p:nvPr/>
        </p:nvSpPr>
        <p:spPr>
          <a:xfrm>
            <a:off x="2577750" y="388675"/>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Hi, Gurlakshpreet</a:t>
            </a:r>
            <a:endParaRPr sz="2700">
              <a:solidFill>
                <a:srgbClr val="EFBC3F"/>
              </a:solidFill>
              <a:latin typeface="Dela Gothic One"/>
              <a:ea typeface="Dela Gothic One"/>
              <a:cs typeface="Dela Gothic One"/>
              <a:sym typeface="Dela Gothic One"/>
            </a:endParaRPr>
          </a:p>
        </p:txBody>
      </p:sp>
      <p:sp>
        <p:nvSpPr>
          <p:cNvPr id="1029" name="Google Shape;1029;p43">
            <a:extLst>
              <a:ext uri="{FF2B5EF4-FFF2-40B4-BE49-F238E27FC236}">
                <a16:creationId xmlns:a16="http://schemas.microsoft.com/office/drawing/2014/main" id="{85924D74-2387-60EF-E35C-51E8FA31CF81}"/>
              </a:ext>
            </a:extLst>
          </p:cNvPr>
          <p:cNvSpPr/>
          <p:nvPr/>
        </p:nvSpPr>
        <p:spPr>
          <a:xfrm>
            <a:off x="3093900" y="975775"/>
            <a:ext cx="2956200" cy="396300"/>
          </a:xfrm>
          <a:prstGeom prst="roundRect">
            <a:avLst>
              <a:gd name="adj" fmla="val 16667"/>
            </a:avLst>
          </a:prstGeom>
          <a:solidFill>
            <a:srgbClr val="EBE6D6"/>
          </a:solidFill>
          <a:ln w="19050" cap="flat" cmpd="sng">
            <a:solidFill>
              <a:srgbClr val="EBE6D6"/>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Martian Mono"/>
                <a:ea typeface="Martian Mono"/>
                <a:cs typeface="Martian Mono"/>
                <a:sym typeface="Martian Mono"/>
              </a:rPr>
              <a:t>Which screen next?</a:t>
            </a:r>
            <a:endParaRPr>
              <a:latin typeface="Martian Mono"/>
              <a:ea typeface="Martian Mono"/>
              <a:cs typeface="Martian Mono"/>
              <a:sym typeface="Martian Mono"/>
            </a:endParaRPr>
          </a:p>
        </p:txBody>
      </p:sp>
      <p:sp>
        <p:nvSpPr>
          <p:cNvPr id="1030" name="Google Shape;1030;p43">
            <a:extLst>
              <a:ext uri="{FF2B5EF4-FFF2-40B4-BE49-F238E27FC236}">
                <a16:creationId xmlns:a16="http://schemas.microsoft.com/office/drawing/2014/main" id="{207318EF-2300-2C07-CC32-F7E8588EDF50}"/>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31" name="Google Shape;1031;p43">
            <a:extLst>
              <a:ext uri="{FF2B5EF4-FFF2-40B4-BE49-F238E27FC236}">
                <a16:creationId xmlns:a16="http://schemas.microsoft.com/office/drawing/2014/main" id="{7D5D741E-63A0-8433-EBE4-642E82CF91DF}"/>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032" name="Google Shape;1032;p43">
            <a:extLst>
              <a:ext uri="{FF2B5EF4-FFF2-40B4-BE49-F238E27FC236}">
                <a16:creationId xmlns:a16="http://schemas.microsoft.com/office/drawing/2014/main" id="{FA500AB6-532D-B94C-387B-AAB571A8E0CA}"/>
              </a:ext>
            </a:extLst>
          </p:cNvPr>
          <p:cNvGrpSpPr/>
          <p:nvPr/>
        </p:nvGrpSpPr>
        <p:grpSpPr>
          <a:xfrm>
            <a:off x="1242825" y="1445367"/>
            <a:ext cx="6658350" cy="1385100"/>
            <a:chOff x="1242825" y="1879204"/>
            <a:chExt cx="6658350" cy="1385100"/>
          </a:xfrm>
        </p:grpSpPr>
        <p:sp>
          <p:nvSpPr>
            <p:cNvPr id="1033" name="Google Shape;1033;p43">
              <a:extLst>
                <a:ext uri="{FF2B5EF4-FFF2-40B4-BE49-F238E27FC236}">
                  <a16:creationId xmlns:a16="http://schemas.microsoft.com/office/drawing/2014/main" id="{6728C1A0-A993-15CE-8ED3-06B760FE2DC5}"/>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1034" name="Google Shape;1034;p43">
              <a:extLst>
                <a:ext uri="{FF2B5EF4-FFF2-40B4-BE49-F238E27FC236}">
                  <a16:creationId xmlns:a16="http://schemas.microsoft.com/office/drawing/2014/main" id="{114BC1A5-7779-79D2-3669-81D549FC56BD}"/>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1035" name="Google Shape;1035;p43">
              <a:extLst>
                <a:ext uri="{FF2B5EF4-FFF2-40B4-BE49-F238E27FC236}">
                  <a16:creationId xmlns:a16="http://schemas.microsoft.com/office/drawing/2014/main" id="{0DCF8B63-11CE-65F6-A532-A14A46DD79CE}"/>
                </a:ext>
              </a:extLst>
            </p:cNvPr>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1036" name="Google Shape;1036;p43">
              <a:extLst>
                <a:ext uri="{FF2B5EF4-FFF2-40B4-BE49-F238E27FC236}">
                  <a16:creationId xmlns:a16="http://schemas.microsoft.com/office/drawing/2014/main" id="{E97A1452-EB5A-D149-B1C5-C8E12BBBE821}"/>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1037" name="Google Shape;1037;p43">
              <a:extLst>
                <a:ext uri="{FF2B5EF4-FFF2-40B4-BE49-F238E27FC236}">
                  <a16:creationId xmlns:a16="http://schemas.microsoft.com/office/drawing/2014/main" id="{ABBF2EAA-331F-D1D2-ABB3-7B5C0BC35421}"/>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1038" name="Google Shape;1038;p43">
              <a:extLst>
                <a:ext uri="{FF2B5EF4-FFF2-40B4-BE49-F238E27FC236}">
                  <a16:creationId xmlns:a16="http://schemas.microsoft.com/office/drawing/2014/main" id="{8A42FEF8-DB11-B23B-5E17-50CEA41F52C2}"/>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1039" name="Google Shape;1039;p43">
              <a:extLst>
                <a:ext uri="{FF2B5EF4-FFF2-40B4-BE49-F238E27FC236}">
                  <a16:creationId xmlns:a16="http://schemas.microsoft.com/office/drawing/2014/main" id="{A3C82EB7-E8E1-86F8-4900-4AD5C750A856}"/>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1040" name="Google Shape;1040;p43">
              <a:extLst>
                <a:ext uri="{FF2B5EF4-FFF2-40B4-BE49-F238E27FC236}">
                  <a16:creationId xmlns:a16="http://schemas.microsoft.com/office/drawing/2014/main" id="{C044A9C8-D9B8-DA6D-392D-FB4FA0C65286}"/>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041" name="Google Shape;1041;p43">
              <a:extLst>
                <a:ext uri="{FF2B5EF4-FFF2-40B4-BE49-F238E27FC236}">
                  <a16:creationId xmlns:a16="http://schemas.microsoft.com/office/drawing/2014/main" id="{01D017F8-1C2C-8C89-5159-E3D0068BEAE2}"/>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1042" name="Google Shape;1042;p43">
            <a:extLst>
              <a:ext uri="{FF2B5EF4-FFF2-40B4-BE49-F238E27FC236}">
                <a16:creationId xmlns:a16="http://schemas.microsoft.com/office/drawing/2014/main" id="{36E5F352-C6FD-7BEB-1CCC-F37729186082}"/>
              </a:ext>
            </a:extLst>
          </p:cNvPr>
          <p:cNvGrpSpPr/>
          <p:nvPr/>
        </p:nvGrpSpPr>
        <p:grpSpPr>
          <a:xfrm>
            <a:off x="1242825" y="3096242"/>
            <a:ext cx="4364025" cy="1385100"/>
            <a:chOff x="1242825" y="1879204"/>
            <a:chExt cx="4364025" cy="1385100"/>
          </a:xfrm>
        </p:grpSpPr>
        <p:sp>
          <p:nvSpPr>
            <p:cNvPr id="1043" name="Google Shape;1043;p43">
              <a:extLst>
                <a:ext uri="{FF2B5EF4-FFF2-40B4-BE49-F238E27FC236}">
                  <a16:creationId xmlns:a16="http://schemas.microsoft.com/office/drawing/2014/main" id="{AA5A95EB-61FC-A135-905C-B699B072AE53}"/>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1044" name="Google Shape;1044;p43">
              <a:extLst>
                <a:ext uri="{FF2B5EF4-FFF2-40B4-BE49-F238E27FC236}">
                  <a16:creationId xmlns:a16="http://schemas.microsoft.com/office/drawing/2014/main" id="{45BBE902-D8EE-5616-CDD5-47B134BEF974}"/>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1046" name="Google Shape;1046;p43">
              <a:extLst>
                <a:ext uri="{FF2B5EF4-FFF2-40B4-BE49-F238E27FC236}">
                  <a16:creationId xmlns:a16="http://schemas.microsoft.com/office/drawing/2014/main" id="{F0364ADF-1C3E-B833-00CD-4B6A2EA66E32}"/>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My Projects</a:t>
              </a:r>
              <a:endParaRPr sz="1800" dirty="0">
                <a:solidFill>
                  <a:srgbClr val="FEFEFE"/>
                </a:solidFill>
                <a:latin typeface="Alegreya"/>
                <a:ea typeface="Alegreya"/>
                <a:cs typeface="Alegreya"/>
                <a:sym typeface="Alegreya"/>
              </a:endParaRPr>
            </a:p>
          </p:txBody>
        </p:sp>
        <p:sp>
          <p:nvSpPr>
            <p:cNvPr id="1047" name="Google Shape;1047;p43">
              <a:extLst>
                <a:ext uri="{FF2B5EF4-FFF2-40B4-BE49-F238E27FC236}">
                  <a16:creationId xmlns:a16="http://schemas.microsoft.com/office/drawing/2014/main" id="{C73484B7-3A8D-72BB-E3B5-1588159C100A}"/>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1050" name="Google Shape;1050;p43">
              <a:extLst>
                <a:ext uri="{FF2B5EF4-FFF2-40B4-BE49-F238E27FC236}">
                  <a16:creationId xmlns:a16="http://schemas.microsoft.com/office/drawing/2014/main" id="{D6E02813-AC87-877E-4B68-5182BAC42D85}"/>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051" name="Google Shape;1051;p43">
              <a:extLst>
                <a:ext uri="{FF2B5EF4-FFF2-40B4-BE49-F238E27FC236}">
                  <a16:creationId xmlns:a16="http://schemas.microsoft.com/office/drawing/2014/main" id="{52DDBF6A-CD86-BE9C-6AC6-A37509572C1C}"/>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2" name="Google Shape;1020;p42">
            <a:extLst>
              <a:ext uri="{FF2B5EF4-FFF2-40B4-BE49-F238E27FC236}">
                <a16:creationId xmlns:a16="http://schemas.microsoft.com/office/drawing/2014/main" id="{AD931CC0-32B7-7993-C6A5-C6BDD239CF30}"/>
              </a:ext>
            </a:extLst>
          </p:cNvPr>
          <p:cNvSpPr/>
          <p:nvPr/>
        </p:nvSpPr>
        <p:spPr>
          <a:xfrm rot="3599210">
            <a:off x="660718" y="77203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3" name="Google Shape;1138;p46">
            <a:extLst>
              <a:ext uri="{FF2B5EF4-FFF2-40B4-BE49-F238E27FC236}">
                <a16:creationId xmlns:a16="http://schemas.microsoft.com/office/drawing/2014/main" id="{BC8D4E81-9648-CACD-9145-76295C6FE105}"/>
              </a:ext>
            </a:extLst>
          </p:cNvPr>
          <p:cNvSpPr/>
          <p:nvPr/>
        </p:nvSpPr>
        <p:spPr>
          <a:xfrm>
            <a:off x="0" y="4754825"/>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027" name="Google Shape;1027;p43">
            <a:extLst>
              <a:ext uri="{FF2B5EF4-FFF2-40B4-BE49-F238E27FC236}">
                <a16:creationId xmlns:a16="http://schemas.microsoft.com/office/drawing/2014/main" id="{935F1EA2-ED03-CC04-12ED-C7C554B79E16}"/>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Main Menu</a:t>
            </a:r>
            <a:endParaRPr sz="1400" dirty="0">
              <a:solidFill>
                <a:srgbClr val="FFFFFF"/>
              </a:solidFill>
              <a:latin typeface="Work Sans"/>
              <a:ea typeface="Work Sans"/>
              <a:cs typeface="Work Sans"/>
              <a:sym typeface="Work Sans"/>
            </a:endParaRPr>
          </a:p>
        </p:txBody>
      </p:sp>
    </p:spTree>
    <p:extLst>
      <p:ext uri="{BB962C8B-B14F-4D97-AF65-F5344CB8AC3E}">
        <p14:creationId xmlns:p14="http://schemas.microsoft.com/office/powerpoint/2010/main" val="359407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Shape 1136"/>
        <p:cNvGrpSpPr/>
        <p:nvPr/>
      </p:nvGrpSpPr>
      <p:grpSpPr>
        <a:xfrm>
          <a:off x="0" y="0"/>
          <a:ext cx="0" cy="0"/>
          <a:chOff x="0" y="0"/>
          <a:chExt cx="0" cy="0"/>
        </a:xfrm>
      </p:grpSpPr>
      <p:sp>
        <p:nvSpPr>
          <p:cNvPr id="1137" name="Google Shape;1137;p46"/>
          <p:cNvSpPr/>
          <p:nvPr/>
        </p:nvSpPr>
        <p:spPr>
          <a:xfrm>
            <a:off x="0" y="0"/>
            <a:ext cx="9144000" cy="5143500"/>
          </a:xfrm>
          <a:prstGeom prst="rect">
            <a:avLst/>
          </a:prstGeom>
          <a:solidFill>
            <a:srgbClr val="EBE6D6"/>
          </a:solidFill>
          <a:ln w="19050" cap="flat" cmpd="sng">
            <a:solidFill>
              <a:srgbClr val="EFBC3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42" name="Google Shape;1142;p46"/>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38" name="Google Shape;1138;p46"/>
          <p:cNvSpPr/>
          <p:nvPr/>
        </p:nvSpPr>
        <p:spPr>
          <a:xfrm>
            <a:off x="0" y="4754825"/>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140" name="Google Shape;1140;p46"/>
          <p:cNvSpPr txBox="1"/>
          <p:nvPr/>
        </p:nvSpPr>
        <p:spPr>
          <a:xfrm>
            <a:off x="2577750" y="388675"/>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Hi, Gurlakshpreet</a:t>
            </a:r>
            <a:endParaRPr sz="2700">
              <a:solidFill>
                <a:srgbClr val="EFBC3F"/>
              </a:solidFill>
              <a:latin typeface="Dela Gothic One"/>
              <a:ea typeface="Dela Gothic One"/>
              <a:cs typeface="Dela Gothic One"/>
              <a:sym typeface="Dela Gothic One"/>
            </a:endParaRPr>
          </a:p>
        </p:txBody>
      </p:sp>
      <p:sp>
        <p:nvSpPr>
          <p:cNvPr id="1141" name="Google Shape;1141;p46"/>
          <p:cNvSpPr/>
          <p:nvPr/>
        </p:nvSpPr>
        <p:spPr>
          <a:xfrm>
            <a:off x="3093900" y="975775"/>
            <a:ext cx="2956200" cy="396300"/>
          </a:xfrm>
          <a:prstGeom prst="roundRect">
            <a:avLst>
              <a:gd name="adj" fmla="val 16667"/>
            </a:avLst>
          </a:prstGeom>
          <a:solidFill>
            <a:srgbClr val="EBE6D6"/>
          </a:solidFill>
          <a:ln w="19050" cap="flat" cmpd="sng">
            <a:solidFill>
              <a:srgbClr val="EBE6D6"/>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Martian Mono"/>
                <a:ea typeface="Martian Mono"/>
                <a:cs typeface="Martian Mono"/>
                <a:sym typeface="Martian Mono"/>
              </a:rPr>
              <a:t>Which screen next?</a:t>
            </a:r>
            <a:endParaRPr>
              <a:latin typeface="Martian Mono"/>
              <a:ea typeface="Martian Mono"/>
              <a:cs typeface="Martian Mono"/>
              <a:sym typeface="Martian Mono"/>
            </a:endParaRPr>
          </a:p>
        </p:txBody>
      </p:sp>
      <p:sp>
        <p:nvSpPr>
          <p:cNvPr id="1143" name="Google Shape;1143;p46"/>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144" name="Google Shape;1144;p46"/>
          <p:cNvGrpSpPr/>
          <p:nvPr/>
        </p:nvGrpSpPr>
        <p:grpSpPr>
          <a:xfrm>
            <a:off x="1242825" y="1445367"/>
            <a:ext cx="6658350" cy="1385100"/>
            <a:chOff x="1242825" y="1879204"/>
            <a:chExt cx="6658350" cy="1385100"/>
          </a:xfrm>
        </p:grpSpPr>
        <p:sp>
          <p:nvSpPr>
            <p:cNvPr id="1145" name="Google Shape;1145;p46"/>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1146" name="Google Shape;1146;p46"/>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1147" name="Google Shape;1147;p46"/>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1148" name="Google Shape;1148;p46"/>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1149" name="Google Shape;1149;p46"/>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1150" name="Google Shape;1150;p46"/>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1151" name="Google Shape;1151;p46"/>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1152" name="Google Shape;1152;p46"/>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153" name="Google Shape;1153;p46"/>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1154" name="Google Shape;1154;p46"/>
          <p:cNvGrpSpPr/>
          <p:nvPr/>
        </p:nvGrpSpPr>
        <p:grpSpPr>
          <a:xfrm>
            <a:off x="1242825" y="3096242"/>
            <a:ext cx="4364025" cy="1385100"/>
            <a:chOff x="1242825" y="1879204"/>
            <a:chExt cx="4364025" cy="1385100"/>
          </a:xfrm>
        </p:grpSpPr>
        <p:sp>
          <p:nvSpPr>
            <p:cNvPr id="1155" name="Google Shape;1155;p46"/>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1156" name="Google Shape;1156;p46"/>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1158" name="Google Shape;1158;p46"/>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My Projects</a:t>
              </a:r>
              <a:endParaRPr sz="1800" dirty="0">
                <a:solidFill>
                  <a:srgbClr val="FEFEFE"/>
                </a:solidFill>
                <a:latin typeface="Alegreya"/>
                <a:ea typeface="Alegreya"/>
                <a:cs typeface="Alegreya"/>
                <a:sym typeface="Alegreya"/>
              </a:endParaRPr>
            </a:p>
          </p:txBody>
        </p:sp>
        <p:sp>
          <p:nvSpPr>
            <p:cNvPr id="1159" name="Google Shape;1159;p46"/>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1162" name="Google Shape;1162;p46"/>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163" name="Google Shape;1163;p46"/>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1164" name="Google Shape;1164;p46"/>
          <p:cNvSpPr/>
          <p:nvPr/>
        </p:nvSpPr>
        <p:spPr>
          <a:xfrm rot="3599210">
            <a:off x="7529093" y="26872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1139" name="Google Shape;1139;p46"/>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Main Menu</a:t>
            </a:r>
            <a:endParaRPr sz="1400" dirty="0">
              <a:solidFill>
                <a:srgbClr val="FFFFFF"/>
              </a:solidFill>
              <a:latin typeface="Work Sans"/>
              <a:ea typeface="Work Sans"/>
              <a:cs typeface="Work Sans"/>
              <a:sym typeface="Work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168"/>
        <p:cNvGrpSpPr/>
        <p:nvPr/>
      </p:nvGrpSpPr>
      <p:grpSpPr>
        <a:xfrm>
          <a:off x="0" y="0"/>
          <a:ext cx="0" cy="0"/>
          <a:chOff x="0" y="0"/>
          <a:chExt cx="0" cy="0"/>
        </a:xfrm>
      </p:grpSpPr>
      <p:sp>
        <p:nvSpPr>
          <p:cNvPr id="1170" name="Google Shape;1170;p47"/>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Calendar</a:t>
            </a:r>
            <a:endParaRPr sz="2700">
              <a:solidFill>
                <a:srgbClr val="EFBC3F"/>
              </a:solidFill>
              <a:latin typeface="Dela Gothic One"/>
              <a:ea typeface="Dela Gothic One"/>
              <a:cs typeface="Dela Gothic One"/>
              <a:sym typeface="Dela Gothic One"/>
            </a:endParaRPr>
          </a:p>
        </p:txBody>
      </p:sp>
      <p:sp>
        <p:nvSpPr>
          <p:cNvPr id="1171" name="Google Shape;1171;p47"/>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72" name="Google Shape;1172;p47"/>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173" name="Google Shape;1173;p47"/>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Calendar Screen</a:t>
            </a:r>
            <a:endParaRPr sz="1400" dirty="0">
              <a:solidFill>
                <a:srgbClr val="FFFFFF"/>
              </a:solidFill>
              <a:latin typeface="Work Sans"/>
              <a:ea typeface="Work Sans"/>
              <a:cs typeface="Work Sans"/>
              <a:sym typeface="Work Sans"/>
            </a:endParaRPr>
          </a:p>
        </p:txBody>
      </p:sp>
      <p:sp>
        <p:nvSpPr>
          <p:cNvPr id="1174" name="Google Shape;1174;p47"/>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175" name="Google Shape;1175;p47"/>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176" name="Google Shape;1176;p47"/>
          <p:cNvGrpSpPr/>
          <p:nvPr/>
        </p:nvGrpSpPr>
        <p:grpSpPr>
          <a:xfrm>
            <a:off x="988621" y="1286136"/>
            <a:ext cx="7166758" cy="2838931"/>
            <a:chOff x="1838258" y="1114350"/>
            <a:chExt cx="5467469" cy="2165800"/>
          </a:xfrm>
        </p:grpSpPr>
        <p:sp>
          <p:nvSpPr>
            <p:cNvPr id="1177" name="Google Shape;1177;p47"/>
            <p:cNvSpPr/>
            <p:nvPr/>
          </p:nvSpPr>
          <p:spPr>
            <a:xfrm>
              <a:off x="1838258" y="2612350"/>
              <a:ext cx="675300" cy="667800"/>
            </a:xfrm>
            <a:prstGeom prst="roundRect">
              <a:avLst>
                <a:gd name="adj" fmla="val 16667"/>
              </a:avLst>
            </a:prstGeom>
            <a:solidFill>
              <a:srgbClr val="EDF3F4"/>
            </a:solidFill>
            <a:ln>
              <a:noFill/>
            </a:ln>
          </p:spPr>
          <p:txBody>
            <a:bodyPr spcFirstLastPara="1" wrap="square" lIns="119825" tIns="119825" rIns="119825" bIns="119825" anchor="ctr" anchorCtr="0">
              <a:noAutofit/>
            </a:bodyPr>
            <a:lstStyle/>
            <a:p>
              <a:pPr marL="0" lvl="0" indent="0" algn="ctr" rtl="0">
                <a:spcBef>
                  <a:spcPts val="0"/>
                </a:spcBef>
                <a:spcAft>
                  <a:spcPts val="0"/>
                </a:spcAft>
                <a:buNone/>
              </a:pPr>
              <a:endParaRPr sz="1835">
                <a:latin typeface="Alexandria"/>
                <a:ea typeface="Alexandria"/>
                <a:cs typeface="Alexandria"/>
                <a:sym typeface="Alexandria"/>
              </a:endParaRPr>
            </a:p>
          </p:txBody>
        </p:sp>
        <p:sp>
          <p:nvSpPr>
            <p:cNvPr id="1178" name="Google Shape;1178;p47"/>
            <p:cNvSpPr/>
            <p:nvPr/>
          </p:nvSpPr>
          <p:spPr>
            <a:xfrm>
              <a:off x="2598127" y="1114350"/>
              <a:ext cx="4707600" cy="667800"/>
            </a:xfrm>
            <a:prstGeom prst="roundRect">
              <a:avLst>
                <a:gd name="adj" fmla="val 16667"/>
              </a:avLst>
            </a:prstGeom>
            <a:solidFill>
              <a:schemeClr val="lt2"/>
            </a:solidFill>
            <a:ln>
              <a:noFill/>
            </a:ln>
          </p:spPr>
          <p:txBody>
            <a:bodyPr spcFirstLastPara="1" wrap="square" lIns="119825" tIns="119825" rIns="119825" bIns="119825" anchor="ctr" anchorCtr="0">
              <a:noAutofit/>
            </a:bodyPr>
            <a:lstStyle/>
            <a:p>
              <a:pPr marL="0" marR="0" lvl="0" indent="0" algn="ctr" rtl="0">
                <a:lnSpc>
                  <a:spcPct val="100000"/>
                </a:lnSpc>
                <a:spcBef>
                  <a:spcPts val="0"/>
                </a:spcBef>
                <a:spcAft>
                  <a:spcPts val="0"/>
                </a:spcAft>
                <a:buNone/>
              </a:pPr>
              <a:endParaRPr sz="1835">
                <a:latin typeface="Alexandria"/>
                <a:ea typeface="Alexandria"/>
                <a:cs typeface="Alexandria"/>
                <a:sym typeface="Alexandria"/>
              </a:endParaRPr>
            </a:p>
          </p:txBody>
        </p:sp>
        <p:sp>
          <p:nvSpPr>
            <p:cNvPr id="1179" name="Google Shape;1179;p47"/>
            <p:cNvSpPr/>
            <p:nvPr/>
          </p:nvSpPr>
          <p:spPr>
            <a:xfrm>
              <a:off x="2742909" y="1227116"/>
              <a:ext cx="697200" cy="442200"/>
            </a:xfrm>
            <a:prstGeom prst="ellipse">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835" b="1">
                  <a:solidFill>
                    <a:srgbClr val="060606"/>
                  </a:solidFill>
                  <a:latin typeface="Be Vietnam Pro"/>
                  <a:ea typeface="Be Vietnam Pro"/>
                  <a:cs typeface="Be Vietnam Pro"/>
                  <a:sym typeface="Be Vietnam Pro"/>
                </a:rPr>
                <a:t>5th June</a:t>
              </a:r>
              <a:endParaRPr sz="1835">
                <a:solidFill>
                  <a:srgbClr val="060606"/>
                </a:solidFill>
                <a:latin typeface="Be Vietnam Pro"/>
                <a:ea typeface="Be Vietnam Pro"/>
                <a:cs typeface="Be Vietnam Pro"/>
                <a:sym typeface="Be Vietnam Pro"/>
              </a:endParaRPr>
            </a:p>
          </p:txBody>
        </p:sp>
        <p:sp>
          <p:nvSpPr>
            <p:cNvPr id="1180" name="Google Shape;1180;p47"/>
            <p:cNvSpPr txBox="1"/>
            <p:nvPr/>
          </p:nvSpPr>
          <p:spPr>
            <a:xfrm>
              <a:off x="3456386" y="1364742"/>
              <a:ext cx="3042900" cy="18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573">
                  <a:solidFill>
                    <a:srgbClr val="060606"/>
                  </a:solidFill>
                  <a:latin typeface="Alexandria SemiBold"/>
                  <a:ea typeface="Alexandria SemiBold"/>
                  <a:cs typeface="Alexandria SemiBold"/>
                  <a:sym typeface="Alexandria SemiBold"/>
                </a:rPr>
                <a:t>Company-Wise Sports Tournament</a:t>
              </a:r>
              <a:endParaRPr sz="1573">
                <a:solidFill>
                  <a:srgbClr val="060606"/>
                </a:solidFill>
                <a:latin typeface="Alexandria SemiBold"/>
                <a:ea typeface="Alexandria SemiBold"/>
                <a:cs typeface="Alexandria SemiBold"/>
                <a:sym typeface="Alexandria SemiBold"/>
              </a:endParaRPr>
            </a:p>
          </p:txBody>
        </p:sp>
        <p:sp>
          <p:nvSpPr>
            <p:cNvPr id="1181" name="Google Shape;1181;p47"/>
            <p:cNvSpPr txBox="1"/>
            <p:nvPr/>
          </p:nvSpPr>
          <p:spPr>
            <a:xfrm>
              <a:off x="6413984" y="1268400"/>
              <a:ext cx="697200" cy="3597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49">
                  <a:solidFill>
                    <a:srgbClr val="060606"/>
                  </a:solidFill>
                  <a:latin typeface="Alexandria Medium"/>
                  <a:ea typeface="Alexandria Medium"/>
                  <a:cs typeface="Alexandria Medium"/>
                  <a:sym typeface="Alexandria Medium"/>
                </a:rPr>
                <a:t>9:00 am - 8:00 pm</a:t>
              </a:r>
              <a:endParaRPr sz="1049">
                <a:solidFill>
                  <a:srgbClr val="060606"/>
                </a:solidFill>
                <a:latin typeface="Alexandria Medium"/>
                <a:ea typeface="Alexandria Medium"/>
                <a:cs typeface="Alexandria Medium"/>
                <a:sym typeface="Alexandria Medium"/>
              </a:endParaRPr>
            </a:p>
          </p:txBody>
        </p:sp>
        <p:sp>
          <p:nvSpPr>
            <p:cNvPr id="1182" name="Google Shape;1182;p47"/>
            <p:cNvSpPr/>
            <p:nvPr/>
          </p:nvSpPr>
          <p:spPr>
            <a:xfrm>
              <a:off x="2598127" y="1863350"/>
              <a:ext cx="4707600" cy="667800"/>
            </a:xfrm>
            <a:prstGeom prst="roundRect">
              <a:avLst>
                <a:gd name="adj" fmla="val 16667"/>
              </a:avLst>
            </a:prstGeom>
            <a:solidFill>
              <a:srgbClr val="EDF3F4"/>
            </a:solidFill>
            <a:ln>
              <a:noFill/>
            </a:ln>
          </p:spPr>
          <p:txBody>
            <a:bodyPr spcFirstLastPara="1" wrap="square" lIns="119825" tIns="119825" rIns="119825" bIns="119825" anchor="ctr" anchorCtr="0">
              <a:noAutofit/>
            </a:bodyPr>
            <a:lstStyle/>
            <a:p>
              <a:pPr marL="0" lvl="0" indent="0" algn="ctr" rtl="0">
                <a:spcBef>
                  <a:spcPts val="0"/>
                </a:spcBef>
                <a:spcAft>
                  <a:spcPts val="0"/>
                </a:spcAft>
                <a:buNone/>
              </a:pPr>
              <a:endParaRPr sz="1835">
                <a:latin typeface="Alexandria"/>
                <a:ea typeface="Alexandria"/>
                <a:cs typeface="Alexandria"/>
                <a:sym typeface="Alexandria"/>
              </a:endParaRPr>
            </a:p>
          </p:txBody>
        </p:sp>
        <p:sp>
          <p:nvSpPr>
            <p:cNvPr id="1183" name="Google Shape;1183;p47"/>
            <p:cNvSpPr/>
            <p:nvPr/>
          </p:nvSpPr>
          <p:spPr>
            <a:xfrm>
              <a:off x="2742905" y="1976124"/>
              <a:ext cx="697200" cy="442200"/>
            </a:xfrm>
            <a:prstGeom prst="ellipse">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835" b="1">
                  <a:latin typeface="Be Vietnam Pro"/>
                  <a:ea typeface="Be Vietnam Pro"/>
                  <a:cs typeface="Be Vietnam Pro"/>
                  <a:sym typeface="Be Vietnam Pro"/>
                </a:rPr>
                <a:t>15th June</a:t>
              </a:r>
              <a:endParaRPr sz="1835">
                <a:latin typeface="Be Vietnam Pro"/>
                <a:ea typeface="Be Vietnam Pro"/>
                <a:cs typeface="Be Vietnam Pro"/>
                <a:sym typeface="Be Vietnam Pro"/>
              </a:endParaRPr>
            </a:p>
          </p:txBody>
        </p:sp>
        <p:sp>
          <p:nvSpPr>
            <p:cNvPr id="1184" name="Google Shape;1184;p47"/>
            <p:cNvSpPr txBox="1"/>
            <p:nvPr/>
          </p:nvSpPr>
          <p:spPr>
            <a:xfrm>
              <a:off x="6112471" y="2017400"/>
              <a:ext cx="998700" cy="3597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49">
                  <a:latin typeface="Alexandria Medium"/>
                  <a:ea typeface="Alexandria Medium"/>
                  <a:cs typeface="Alexandria Medium"/>
                  <a:sym typeface="Alexandria Medium"/>
                </a:rPr>
                <a:t>10:00 am -</a:t>
              </a:r>
              <a:endParaRPr sz="1049">
                <a:latin typeface="Alexandria Medium"/>
                <a:ea typeface="Alexandria Medium"/>
                <a:cs typeface="Alexandria Medium"/>
                <a:sym typeface="Alexandria Medium"/>
              </a:endParaRPr>
            </a:p>
            <a:p>
              <a:pPr marL="0" lvl="0" indent="0" algn="r" rtl="0">
                <a:spcBef>
                  <a:spcPts val="0"/>
                </a:spcBef>
                <a:spcAft>
                  <a:spcPts val="0"/>
                </a:spcAft>
                <a:buNone/>
              </a:pPr>
              <a:r>
                <a:rPr lang="en" sz="1049">
                  <a:latin typeface="Alexandria Medium"/>
                  <a:ea typeface="Alexandria Medium"/>
                  <a:cs typeface="Alexandria Medium"/>
                  <a:sym typeface="Alexandria Medium"/>
                </a:rPr>
                <a:t>01:00 pm</a:t>
              </a:r>
              <a:endParaRPr sz="1049">
                <a:latin typeface="Alexandria Medium"/>
                <a:ea typeface="Alexandria Medium"/>
                <a:cs typeface="Alexandria Medium"/>
                <a:sym typeface="Alexandria Medium"/>
              </a:endParaRPr>
            </a:p>
          </p:txBody>
        </p:sp>
        <p:sp>
          <p:nvSpPr>
            <p:cNvPr id="1185" name="Google Shape;1185;p47"/>
            <p:cNvSpPr/>
            <p:nvPr/>
          </p:nvSpPr>
          <p:spPr>
            <a:xfrm>
              <a:off x="1838258" y="1114350"/>
              <a:ext cx="675300" cy="667800"/>
            </a:xfrm>
            <a:prstGeom prst="roundRect">
              <a:avLst>
                <a:gd name="adj" fmla="val 16667"/>
              </a:avLst>
            </a:prstGeom>
            <a:solidFill>
              <a:srgbClr val="232323"/>
            </a:solidFill>
            <a:ln>
              <a:noFill/>
            </a:ln>
          </p:spPr>
          <p:txBody>
            <a:bodyPr spcFirstLastPara="1" wrap="square" lIns="119825" tIns="119825" rIns="119825" bIns="119825" anchor="ctr" anchorCtr="0">
              <a:noAutofit/>
            </a:bodyPr>
            <a:lstStyle/>
            <a:p>
              <a:pPr marL="0" marR="0" lvl="0" indent="0" algn="ctr" rtl="0">
                <a:lnSpc>
                  <a:spcPct val="100000"/>
                </a:lnSpc>
                <a:spcBef>
                  <a:spcPts val="0"/>
                </a:spcBef>
                <a:spcAft>
                  <a:spcPts val="0"/>
                </a:spcAft>
                <a:buNone/>
              </a:pPr>
              <a:endParaRPr sz="1835">
                <a:latin typeface="Alexandria"/>
                <a:ea typeface="Alexandria"/>
                <a:cs typeface="Alexandria"/>
                <a:sym typeface="Alexandria"/>
              </a:endParaRPr>
            </a:p>
          </p:txBody>
        </p:sp>
        <p:sp>
          <p:nvSpPr>
            <p:cNvPr id="1186" name="Google Shape;1186;p47"/>
            <p:cNvSpPr/>
            <p:nvPr/>
          </p:nvSpPr>
          <p:spPr>
            <a:xfrm>
              <a:off x="2598127" y="2612350"/>
              <a:ext cx="4707600" cy="667800"/>
            </a:xfrm>
            <a:prstGeom prst="roundRect">
              <a:avLst>
                <a:gd name="adj" fmla="val 16667"/>
              </a:avLst>
            </a:prstGeom>
            <a:solidFill>
              <a:srgbClr val="EDF3F4"/>
            </a:solidFill>
            <a:ln>
              <a:noFill/>
            </a:ln>
          </p:spPr>
          <p:txBody>
            <a:bodyPr spcFirstLastPara="1" wrap="square" lIns="119825" tIns="119825" rIns="119825" bIns="119825" anchor="ctr" anchorCtr="0">
              <a:noAutofit/>
            </a:bodyPr>
            <a:lstStyle/>
            <a:p>
              <a:pPr marL="0" lvl="0" indent="0" algn="ctr" rtl="0">
                <a:spcBef>
                  <a:spcPts val="0"/>
                </a:spcBef>
                <a:spcAft>
                  <a:spcPts val="0"/>
                </a:spcAft>
                <a:buNone/>
              </a:pPr>
              <a:endParaRPr sz="1835">
                <a:latin typeface="Alexandria"/>
                <a:ea typeface="Alexandria"/>
                <a:cs typeface="Alexandria"/>
                <a:sym typeface="Alexandria"/>
              </a:endParaRPr>
            </a:p>
          </p:txBody>
        </p:sp>
        <p:sp>
          <p:nvSpPr>
            <p:cNvPr id="1187" name="Google Shape;1187;p47"/>
            <p:cNvSpPr/>
            <p:nvPr/>
          </p:nvSpPr>
          <p:spPr>
            <a:xfrm>
              <a:off x="2742906" y="2725094"/>
              <a:ext cx="675300" cy="442200"/>
            </a:xfrm>
            <a:prstGeom prst="ellipse">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835" b="1">
                  <a:latin typeface="Be Vietnam Pro"/>
                  <a:ea typeface="Be Vietnam Pro"/>
                  <a:cs typeface="Be Vietnam Pro"/>
                  <a:sym typeface="Be Vietnam Pro"/>
                </a:rPr>
                <a:t>28th June</a:t>
              </a:r>
              <a:endParaRPr sz="1835">
                <a:latin typeface="Be Vietnam Pro"/>
                <a:ea typeface="Be Vietnam Pro"/>
                <a:cs typeface="Be Vietnam Pro"/>
                <a:sym typeface="Be Vietnam Pro"/>
              </a:endParaRPr>
            </a:p>
          </p:txBody>
        </p:sp>
        <p:sp>
          <p:nvSpPr>
            <p:cNvPr id="1188" name="Google Shape;1188;p47"/>
            <p:cNvSpPr txBox="1"/>
            <p:nvPr/>
          </p:nvSpPr>
          <p:spPr>
            <a:xfrm>
              <a:off x="6112471" y="2766400"/>
              <a:ext cx="998700" cy="3597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49">
                  <a:latin typeface="Alexandria Medium"/>
                  <a:ea typeface="Alexandria Medium"/>
                  <a:cs typeface="Alexandria Medium"/>
                  <a:sym typeface="Alexandria Medium"/>
                </a:rPr>
                <a:t>11:00 am -</a:t>
              </a:r>
              <a:endParaRPr sz="1049">
                <a:latin typeface="Alexandria Medium"/>
                <a:ea typeface="Alexandria Medium"/>
                <a:cs typeface="Alexandria Medium"/>
                <a:sym typeface="Alexandria Medium"/>
              </a:endParaRPr>
            </a:p>
            <a:p>
              <a:pPr marL="0" lvl="0" indent="0" algn="r" rtl="0">
                <a:spcBef>
                  <a:spcPts val="0"/>
                </a:spcBef>
                <a:spcAft>
                  <a:spcPts val="0"/>
                </a:spcAft>
                <a:buNone/>
              </a:pPr>
              <a:r>
                <a:rPr lang="en" sz="1049">
                  <a:latin typeface="Alexandria Medium"/>
                  <a:ea typeface="Alexandria Medium"/>
                  <a:cs typeface="Alexandria Medium"/>
                  <a:sym typeface="Alexandria Medium"/>
                </a:rPr>
                <a:t>03:00 pm</a:t>
              </a:r>
              <a:endParaRPr sz="1049">
                <a:latin typeface="Alexandria Medium"/>
                <a:ea typeface="Alexandria Medium"/>
                <a:cs typeface="Alexandria Medium"/>
                <a:sym typeface="Alexandria Medium"/>
              </a:endParaRPr>
            </a:p>
          </p:txBody>
        </p:sp>
        <p:sp>
          <p:nvSpPr>
            <p:cNvPr id="1189" name="Google Shape;1189;p47"/>
            <p:cNvSpPr/>
            <p:nvPr/>
          </p:nvSpPr>
          <p:spPr>
            <a:xfrm>
              <a:off x="1838258" y="1863350"/>
              <a:ext cx="675300" cy="667800"/>
            </a:xfrm>
            <a:prstGeom prst="roundRect">
              <a:avLst>
                <a:gd name="adj" fmla="val 16667"/>
              </a:avLst>
            </a:prstGeom>
            <a:solidFill>
              <a:srgbClr val="EDF3F4"/>
            </a:solidFill>
            <a:ln>
              <a:noFill/>
            </a:ln>
          </p:spPr>
          <p:txBody>
            <a:bodyPr spcFirstLastPara="1" wrap="square" lIns="119825" tIns="119825" rIns="119825" bIns="119825" anchor="ctr" anchorCtr="0">
              <a:noAutofit/>
            </a:bodyPr>
            <a:lstStyle/>
            <a:p>
              <a:pPr marL="0" lvl="0" indent="0" algn="ctr" rtl="0">
                <a:spcBef>
                  <a:spcPts val="0"/>
                </a:spcBef>
                <a:spcAft>
                  <a:spcPts val="0"/>
                </a:spcAft>
                <a:buNone/>
              </a:pPr>
              <a:endParaRPr sz="1835">
                <a:latin typeface="Alexandria"/>
                <a:ea typeface="Alexandria"/>
                <a:cs typeface="Alexandria"/>
                <a:sym typeface="Alexandria"/>
              </a:endParaRPr>
            </a:p>
          </p:txBody>
        </p:sp>
        <p:sp>
          <p:nvSpPr>
            <p:cNvPr id="1190" name="Google Shape;1190;p47"/>
            <p:cNvSpPr/>
            <p:nvPr/>
          </p:nvSpPr>
          <p:spPr>
            <a:xfrm>
              <a:off x="1978250" y="2001425"/>
              <a:ext cx="391769" cy="391760"/>
            </a:xfrm>
            <a:custGeom>
              <a:avLst/>
              <a:gdLst/>
              <a:ahLst/>
              <a:cxnLst/>
              <a:rect l="l" t="t" r="r" b="b"/>
              <a:pathLst>
                <a:path w="90010" h="90008" extrusionOk="0">
                  <a:moveTo>
                    <a:pt x="44145" y="0"/>
                  </a:moveTo>
                  <a:lnTo>
                    <a:pt x="43255" y="59"/>
                  </a:lnTo>
                  <a:lnTo>
                    <a:pt x="42365" y="178"/>
                  </a:lnTo>
                  <a:lnTo>
                    <a:pt x="41534" y="356"/>
                  </a:lnTo>
                  <a:lnTo>
                    <a:pt x="40644" y="534"/>
                  </a:lnTo>
                  <a:lnTo>
                    <a:pt x="39814" y="771"/>
                  </a:lnTo>
                  <a:lnTo>
                    <a:pt x="38983" y="1009"/>
                  </a:lnTo>
                  <a:lnTo>
                    <a:pt x="38152" y="1365"/>
                  </a:lnTo>
                  <a:lnTo>
                    <a:pt x="37322" y="1721"/>
                  </a:lnTo>
                  <a:lnTo>
                    <a:pt x="36491" y="2077"/>
                  </a:lnTo>
                  <a:lnTo>
                    <a:pt x="35720" y="2551"/>
                  </a:lnTo>
                  <a:lnTo>
                    <a:pt x="34948" y="3026"/>
                  </a:lnTo>
                  <a:lnTo>
                    <a:pt x="34177" y="3560"/>
                  </a:lnTo>
                  <a:lnTo>
                    <a:pt x="33465" y="4094"/>
                  </a:lnTo>
                  <a:lnTo>
                    <a:pt x="32753" y="4687"/>
                  </a:lnTo>
                  <a:lnTo>
                    <a:pt x="32041" y="5340"/>
                  </a:lnTo>
                  <a:lnTo>
                    <a:pt x="5400" y="32040"/>
                  </a:lnTo>
                  <a:lnTo>
                    <a:pt x="4748" y="32752"/>
                  </a:lnTo>
                  <a:lnTo>
                    <a:pt x="4095" y="33464"/>
                  </a:lnTo>
                  <a:lnTo>
                    <a:pt x="3561" y="34176"/>
                  </a:lnTo>
                  <a:lnTo>
                    <a:pt x="3027" y="34947"/>
                  </a:lnTo>
                  <a:lnTo>
                    <a:pt x="2552" y="35718"/>
                  </a:lnTo>
                  <a:lnTo>
                    <a:pt x="2137" y="36490"/>
                  </a:lnTo>
                  <a:lnTo>
                    <a:pt x="1722" y="37261"/>
                  </a:lnTo>
                  <a:lnTo>
                    <a:pt x="1366" y="38092"/>
                  </a:lnTo>
                  <a:lnTo>
                    <a:pt x="1069" y="38922"/>
                  </a:lnTo>
                  <a:lnTo>
                    <a:pt x="772" y="39812"/>
                  </a:lnTo>
                  <a:lnTo>
                    <a:pt x="535" y="40643"/>
                  </a:lnTo>
                  <a:lnTo>
                    <a:pt x="357" y="41533"/>
                  </a:lnTo>
                  <a:lnTo>
                    <a:pt x="179" y="42364"/>
                  </a:lnTo>
                  <a:lnTo>
                    <a:pt x="120" y="43254"/>
                  </a:lnTo>
                  <a:lnTo>
                    <a:pt x="60" y="44144"/>
                  </a:lnTo>
                  <a:lnTo>
                    <a:pt x="1" y="45034"/>
                  </a:lnTo>
                  <a:lnTo>
                    <a:pt x="60" y="45864"/>
                  </a:lnTo>
                  <a:lnTo>
                    <a:pt x="120" y="46754"/>
                  </a:lnTo>
                  <a:lnTo>
                    <a:pt x="179" y="47644"/>
                  </a:lnTo>
                  <a:lnTo>
                    <a:pt x="357" y="48534"/>
                  </a:lnTo>
                  <a:lnTo>
                    <a:pt x="535" y="49365"/>
                  </a:lnTo>
                  <a:lnTo>
                    <a:pt x="772" y="50196"/>
                  </a:lnTo>
                  <a:lnTo>
                    <a:pt x="1069" y="51086"/>
                  </a:lnTo>
                  <a:lnTo>
                    <a:pt x="1366" y="51916"/>
                  </a:lnTo>
                  <a:lnTo>
                    <a:pt x="1722" y="52747"/>
                  </a:lnTo>
                  <a:lnTo>
                    <a:pt x="2137" y="53518"/>
                  </a:lnTo>
                  <a:lnTo>
                    <a:pt x="2552" y="54290"/>
                  </a:lnTo>
                  <a:lnTo>
                    <a:pt x="3027" y="55061"/>
                  </a:lnTo>
                  <a:lnTo>
                    <a:pt x="3561" y="55832"/>
                  </a:lnTo>
                  <a:lnTo>
                    <a:pt x="4095" y="56544"/>
                  </a:lnTo>
                  <a:lnTo>
                    <a:pt x="4748" y="57256"/>
                  </a:lnTo>
                  <a:lnTo>
                    <a:pt x="5400" y="57968"/>
                  </a:lnTo>
                  <a:lnTo>
                    <a:pt x="32041" y="84668"/>
                  </a:lnTo>
                  <a:lnTo>
                    <a:pt x="32753" y="85321"/>
                  </a:lnTo>
                  <a:lnTo>
                    <a:pt x="33465" y="85914"/>
                  </a:lnTo>
                  <a:lnTo>
                    <a:pt x="34177" y="86448"/>
                  </a:lnTo>
                  <a:lnTo>
                    <a:pt x="34948" y="86982"/>
                  </a:lnTo>
                  <a:lnTo>
                    <a:pt x="35720" y="87457"/>
                  </a:lnTo>
                  <a:lnTo>
                    <a:pt x="36491" y="87931"/>
                  </a:lnTo>
                  <a:lnTo>
                    <a:pt x="37322" y="88287"/>
                  </a:lnTo>
                  <a:lnTo>
                    <a:pt x="38152" y="88643"/>
                  </a:lnTo>
                  <a:lnTo>
                    <a:pt x="38983" y="88999"/>
                  </a:lnTo>
                  <a:lnTo>
                    <a:pt x="39814" y="89237"/>
                  </a:lnTo>
                  <a:lnTo>
                    <a:pt x="40644" y="89474"/>
                  </a:lnTo>
                  <a:lnTo>
                    <a:pt x="41534" y="89652"/>
                  </a:lnTo>
                  <a:lnTo>
                    <a:pt x="42365" y="89830"/>
                  </a:lnTo>
                  <a:lnTo>
                    <a:pt x="43255" y="89949"/>
                  </a:lnTo>
                  <a:lnTo>
                    <a:pt x="44145" y="90008"/>
                  </a:lnTo>
                  <a:lnTo>
                    <a:pt x="45925" y="90008"/>
                  </a:lnTo>
                  <a:lnTo>
                    <a:pt x="46756" y="89949"/>
                  </a:lnTo>
                  <a:lnTo>
                    <a:pt x="47646" y="89830"/>
                  </a:lnTo>
                  <a:lnTo>
                    <a:pt x="48536" y="89652"/>
                  </a:lnTo>
                  <a:lnTo>
                    <a:pt x="49366" y="89474"/>
                  </a:lnTo>
                  <a:lnTo>
                    <a:pt x="50256" y="89237"/>
                  </a:lnTo>
                  <a:lnTo>
                    <a:pt x="51087" y="88999"/>
                  </a:lnTo>
                  <a:lnTo>
                    <a:pt x="51918" y="88643"/>
                  </a:lnTo>
                  <a:lnTo>
                    <a:pt x="52748" y="88287"/>
                  </a:lnTo>
                  <a:lnTo>
                    <a:pt x="53520" y="87931"/>
                  </a:lnTo>
                  <a:lnTo>
                    <a:pt x="54350" y="87457"/>
                  </a:lnTo>
                  <a:lnTo>
                    <a:pt x="55122" y="86982"/>
                  </a:lnTo>
                  <a:lnTo>
                    <a:pt x="55834" y="86448"/>
                  </a:lnTo>
                  <a:lnTo>
                    <a:pt x="56605" y="85914"/>
                  </a:lnTo>
                  <a:lnTo>
                    <a:pt x="57317" y="85321"/>
                  </a:lnTo>
                  <a:lnTo>
                    <a:pt x="57970" y="84668"/>
                  </a:lnTo>
                  <a:lnTo>
                    <a:pt x="84670" y="57968"/>
                  </a:lnTo>
                  <a:lnTo>
                    <a:pt x="85322" y="57256"/>
                  </a:lnTo>
                  <a:lnTo>
                    <a:pt x="85916" y="56544"/>
                  </a:lnTo>
                  <a:lnTo>
                    <a:pt x="86509" y="55832"/>
                  </a:lnTo>
                  <a:lnTo>
                    <a:pt x="87043" y="55061"/>
                  </a:lnTo>
                  <a:lnTo>
                    <a:pt x="87518" y="54290"/>
                  </a:lnTo>
                  <a:lnTo>
                    <a:pt x="87933" y="53518"/>
                  </a:lnTo>
                  <a:lnTo>
                    <a:pt x="88348" y="52747"/>
                  </a:lnTo>
                  <a:lnTo>
                    <a:pt x="88704" y="51916"/>
                  </a:lnTo>
                  <a:lnTo>
                    <a:pt x="89001" y="51086"/>
                  </a:lnTo>
                  <a:lnTo>
                    <a:pt x="89298" y="50196"/>
                  </a:lnTo>
                  <a:lnTo>
                    <a:pt x="89535" y="49365"/>
                  </a:lnTo>
                  <a:lnTo>
                    <a:pt x="89713" y="48534"/>
                  </a:lnTo>
                  <a:lnTo>
                    <a:pt x="89832" y="47644"/>
                  </a:lnTo>
                  <a:lnTo>
                    <a:pt x="89950" y="46754"/>
                  </a:lnTo>
                  <a:lnTo>
                    <a:pt x="90010" y="45864"/>
                  </a:lnTo>
                  <a:lnTo>
                    <a:pt x="90010" y="45034"/>
                  </a:lnTo>
                  <a:lnTo>
                    <a:pt x="90010" y="44144"/>
                  </a:lnTo>
                  <a:lnTo>
                    <a:pt x="89950" y="43254"/>
                  </a:lnTo>
                  <a:lnTo>
                    <a:pt x="89832" y="42364"/>
                  </a:lnTo>
                  <a:lnTo>
                    <a:pt x="89713" y="41533"/>
                  </a:lnTo>
                  <a:lnTo>
                    <a:pt x="89535" y="40643"/>
                  </a:lnTo>
                  <a:lnTo>
                    <a:pt x="89298" y="39812"/>
                  </a:lnTo>
                  <a:lnTo>
                    <a:pt x="89001" y="38922"/>
                  </a:lnTo>
                  <a:lnTo>
                    <a:pt x="88704" y="38092"/>
                  </a:lnTo>
                  <a:lnTo>
                    <a:pt x="88348" y="37261"/>
                  </a:lnTo>
                  <a:lnTo>
                    <a:pt x="87933" y="36490"/>
                  </a:lnTo>
                  <a:lnTo>
                    <a:pt x="87518" y="35718"/>
                  </a:lnTo>
                  <a:lnTo>
                    <a:pt x="87043" y="34947"/>
                  </a:lnTo>
                  <a:lnTo>
                    <a:pt x="86509" y="34176"/>
                  </a:lnTo>
                  <a:lnTo>
                    <a:pt x="85916" y="33464"/>
                  </a:lnTo>
                  <a:lnTo>
                    <a:pt x="85322" y="32752"/>
                  </a:lnTo>
                  <a:lnTo>
                    <a:pt x="84670" y="32040"/>
                  </a:lnTo>
                  <a:lnTo>
                    <a:pt x="57970" y="5340"/>
                  </a:lnTo>
                  <a:lnTo>
                    <a:pt x="57317" y="4687"/>
                  </a:lnTo>
                  <a:lnTo>
                    <a:pt x="56605" y="4094"/>
                  </a:lnTo>
                  <a:lnTo>
                    <a:pt x="55834" y="3560"/>
                  </a:lnTo>
                  <a:lnTo>
                    <a:pt x="55122" y="3026"/>
                  </a:lnTo>
                  <a:lnTo>
                    <a:pt x="54350" y="2551"/>
                  </a:lnTo>
                  <a:lnTo>
                    <a:pt x="53520" y="2077"/>
                  </a:lnTo>
                  <a:lnTo>
                    <a:pt x="52748" y="1721"/>
                  </a:lnTo>
                  <a:lnTo>
                    <a:pt x="51918" y="1365"/>
                  </a:lnTo>
                  <a:lnTo>
                    <a:pt x="51087" y="1009"/>
                  </a:lnTo>
                  <a:lnTo>
                    <a:pt x="50256" y="771"/>
                  </a:lnTo>
                  <a:lnTo>
                    <a:pt x="49366" y="534"/>
                  </a:lnTo>
                  <a:lnTo>
                    <a:pt x="48536" y="356"/>
                  </a:lnTo>
                  <a:lnTo>
                    <a:pt x="47646" y="178"/>
                  </a:lnTo>
                  <a:lnTo>
                    <a:pt x="46756" y="59"/>
                  </a:lnTo>
                  <a:lnTo>
                    <a:pt x="45925" y="0"/>
                  </a:lnTo>
                  <a:close/>
                </a:path>
              </a:pathLst>
            </a:custGeom>
            <a:solidFill>
              <a:srgbClr val="232323"/>
            </a:solidFill>
            <a:ln>
              <a:noFill/>
            </a:ln>
          </p:spPr>
          <p:txBody>
            <a:bodyPr spcFirstLastPara="1" wrap="square" lIns="119825" tIns="119825" rIns="119825" bIns="119825" anchor="ctr" anchorCtr="0">
              <a:noAutofit/>
            </a:bodyPr>
            <a:lstStyle/>
            <a:p>
              <a:pPr marL="0" marR="0" lvl="0" indent="0" algn="ctr" rtl="0">
                <a:lnSpc>
                  <a:spcPct val="100000"/>
                </a:lnSpc>
                <a:spcBef>
                  <a:spcPts val="0"/>
                </a:spcBef>
                <a:spcAft>
                  <a:spcPts val="0"/>
                </a:spcAft>
                <a:buNone/>
              </a:pPr>
              <a:endParaRPr sz="1835">
                <a:latin typeface="Alexandria"/>
                <a:ea typeface="Alexandria"/>
                <a:cs typeface="Alexandria"/>
                <a:sym typeface="Alexandria"/>
              </a:endParaRPr>
            </a:p>
          </p:txBody>
        </p:sp>
        <p:sp>
          <p:nvSpPr>
            <p:cNvPr id="1191" name="Google Shape;1191;p47"/>
            <p:cNvSpPr/>
            <p:nvPr/>
          </p:nvSpPr>
          <p:spPr>
            <a:xfrm>
              <a:off x="1980200" y="2750362"/>
              <a:ext cx="391825" cy="391830"/>
            </a:xfrm>
            <a:custGeom>
              <a:avLst/>
              <a:gdLst/>
              <a:ahLst/>
              <a:cxnLst/>
              <a:rect l="l" t="t" r="r" b="b"/>
              <a:pathLst>
                <a:path w="82533" h="82534" extrusionOk="0">
                  <a:moveTo>
                    <a:pt x="41237" y="1"/>
                  </a:moveTo>
                  <a:lnTo>
                    <a:pt x="40525" y="60"/>
                  </a:lnTo>
                  <a:lnTo>
                    <a:pt x="39872" y="179"/>
                  </a:lnTo>
                  <a:lnTo>
                    <a:pt x="39160" y="357"/>
                  </a:lnTo>
                  <a:lnTo>
                    <a:pt x="38508" y="594"/>
                  </a:lnTo>
                  <a:lnTo>
                    <a:pt x="32337" y="3502"/>
                  </a:lnTo>
                  <a:lnTo>
                    <a:pt x="31803" y="3739"/>
                  </a:lnTo>
                  <a:lnTo>
                    <a:pt x="31269" y="3917"/>
                  </a:lnTo>
                  <a:lnTo>
                    <a:pt x="30676" y="4036"/>
                  </a:lnTo>
                  <a:lnTo>
                    <a:pt x="30142" y="4095"/>
                  </a:lnTo>
                  <a:lnTo>
                    <a:pt x="23318" y="4688"/>
                  </a:lnTo>
                  <a:lnTo>
                    <a:pt x="22606" y="4807"/>
                  </a:lnTo>
                  <a:lnTo>
                    <a:pt x="21894" y="4985"/>
                  </a:lnTo>
                  <a:lnTo>
                    <a:pt x="21242" y="5222"/>
                  </a:lnTo>
                  <a:lnTo>
                    <a:pt x="20648" y="5519"/>
                  </a:lnTo>
                  <a:lnTo>
                    <a:pt x="20055" y="5934"/>
                  </a:lnTo>
                  <a:lnTo>
                    <a:pt x="19521" y="6350"/>
                  </a:lnTo>
                  <a:lnTo>
                    <a:pt x="18987" y="6884"/>
                  </a:lnTo>
                  <a:lnTo>
                    <a:pt x="18572" y="7418"/>
                  </a:lnTo>
                  <a:lnTo>
                    <a:pt x="14656" y="13054"/>
                  </a:lnTo>
                  <a:lnTo>
                    <a:pt x="14300" y="13529"/>
                  </a:lnTo>
                  <a:lnTo>
                    <a:pt x="13884" y="13944"/>
                  </a:lnTo>
                  <a:lnTo>
                    <a:pt x="13469" y="14300"/>
                  </a:lnTo>
                  <a:lnTo>
                    <a:pt x="13054" y="14656"/>
                  </a:lnTo>
                  <a:lnTo>
                    <a:pt x="7417" y="18572"/>
                  </a:lnTo>
                  <a:lnTo>
                    <a:pt x="6883" y="18988"/>
                  </a:lnTo>
                  <a:lnTo>
                    <a:pt x="6349" y="19521"/>
                  </a:lnTo>
                  <a:lnTo>
                    <a:pt x="5933" y="20055"/>
                  </a:lnTo>
                  <a:lnTo>
                    <a:pt x="5518" y="20649"/>
                  </a:lnTo>
                  <a:lnTo>
                    <a:pt x="5221" y="21242"/>
                  </a:lnTo>
                  <a:lnTo>
                    <a:pt x="4984" y="21954"/>
                  </a:lnTo>
                  <a:lnTo>
                    <a:pt x="4806" y="22607"/>
                  </a:lnTo>
                  <a:lnTo>
                    <a:pt x="4687" y="23319"/>
                  </a:lnTo>
                  <a:lnTo>
                    <a:pt x="4094" y="30142"/>
                  </a:lnTo>
                  <a:lnTo>
                    <a:pt x="4035" y="30735"/>
                  </a:lnTo>
                  <a:lnTo>
                    <a:pt x="3916" y="31269"/>
                  </a:lnTo>
                  <a:lnTo>
                    <a:pt x="3738" y="31803"/>
                  </a:lnTo>
                  <a:lnTo>
                    <a:pt x="3501" y="32337"/>
                  </a:lnTo>
                  <a:lnTo>
                    <a:pt x="593" y="38508"/>
                  </a:lnTo>
                  <a:lnTo>
                    <a:pt x="356" y="39220"/>
                  </a:lnTo>
                  <a:lnTo>
                    <a:pt x="178" y="39873"/>
                  </a:lnTo>
                  <a:lnTo>
                    <a:pt x="59" y="40585"/>
                  </a:lnTo>
                  <a:lnTo>
                    <a:pt x="0" y="41297"/>
                  </a:lnTo>
                  <a:lnTo>
                    <a:pt x="59" y="41949"/>
                  </a:lnTo>
                  <a:lnTo>
                    <a:pt x="178" y="42661"/>
                  </a:lnTo>
                  <a:lnTo>
                    <a:pt x="356" y="43373"/>
                  </a:lnTo>
                  <a:lnTo>
                    <a:pt x="593" y="44026"/>
                  </a:lnTo>
                  <a:lnTo>
                    <a:pt x="3501" y="50197"/>
                  </a:lnTo>
                  <a:lnTo>
                    <a:pt x="3738" y="50731"/>
                  </a:lnTo>
                  <a:lnTo>
                    <a:pt x="3916" y="51265"/>
                  </a:lnTo>
                  <a:lnTo>
                    <a:pt x="4035" y="51858"/>
                  </a:lnTo>
                  <a:lnTo>
                    <a:pt x="4094" y="52392"/>
                  </a:lnTo>
                  <a:lnTo>
                    <a:pt x="4687" y="59215"/>
                  </a:lnTo>
                  <a:lnTo>
                    <a:pt x="4806" y="59927"/>
                  </a:lnTo>
                  <a:lnTo>
                    <a:pt x="4984" y="60639"/>
                  </a:lnTo>
                  <a:lnTo>
                    <a:pt x="5221" y="61292"/>
                  </a:lnTo>
                  <a:lnTo>
                    <a:pt x="5518" y="61885"/>
                  </a:lnTo>
                  <a:lnTo>
                    <a:pt x="5933" y="62479"/>
                  </a:lnTo>
                  <a:lnTo>
                    <a:pt x="6349" y="63013"/>
                  </a:lnTo>
                  <a:lnTo>
                    <a:pt x="6883" y="63547"/>
                  </a:lnTo>
                  <a:lnTo>
                    <a:pt x="7417" y="63962"/>
                  </a:lnTo>
                  <a:lnTo>
                    <a:pt x="13054" y="67878"/>
                  </a:lnTo>
                  <a:lnTo>
                    <a:pt x="13469" y="68234"/>
                  </a:lnTo>
                  <a:lnTo>
                    <a:pt x="13884" y="68590"/>
                  </a:lnTo>
                  <a:lnTo>
                    <a:pt x="14300" y="69005"/>
                  </a:lnTo>
                  <a:lnTo>
                    <a:pt x="14656" y="69480"/>
                  </a:lnTo>
                  <a:lnTo>
                    <a:pt x="18572" y="75116"/>
                  </a:lnTo>
                  <a:lnTo>
                    <a:pt x="18987" y="75650"/>
                  </a:lnTo>
                  <a:lnTo>
                    <a:pt x="19521" y="76184"/>
                  </a:lnTo>
                  <a:lnTo>
                    <a:pt x="20055" y="76600"/>
                  </a:lnTo>
                  <a:lnTo>
                    <a:pt x="20648" y="77015"/>
                  </a:lnTo>
                  <a:lnTo>
                    <a:pt x="21242" y="77312"/>
                  </a:lnTo>
                  <a:lnTo>
                    <a:pt x="21894" y="77549"/>
                  </a:lnTo>
                  <a:lnTo>
                    <a:pt x="22606" y="77727"/>
                  </a:lnTo>
                  <a:lnTo>
                    <a:pt x="23318" y="77846"/>
                  </a:lnTo>
                  <a:lnTo>
                    <a:pt x="30142" y="78439"/>
                  </a:lnTo>
                  <a:lnTo>
                    <a:pt x="30676" y="78498"/>
                  </a:lnTo>
                  <a:lnTo>
                    <a:pt x="31269" y="78617"/>
                  </a:lnTo>
                  <a:lnTo>
                    <a:pt x="31803" y="78795"/>
                  </a:lnTo>
                  <a:lnTo>
                    <a:pt x="32337" y="79032"/>
                  </a:lnTo>
                  <a:lnTo>
                    <a:pt x="38508" y="81940"/>
                  </a:lnTo>
                  <a:lnTo>
                    <a:pt x="39160" y="82177"/>
                  </a:lnTo>
                  <a:lnTo>
                    <a:pt x="39872" y="82355"/>
                  </a:lnTo>
                  <a:lnTo>
                    <a:pt x="40525" y="82474"/>
                  </a:lnTo>
                  <a:lnTo>
                    <a:pt x="41237" y="82533"/>
                  </a:lnTo>
                  <a:lnTo>
                    <a:pt x="41949" y="82474"/>
                  </a:lnTo>
                  <a:lnTo>
                    <a:pt x="42661" y="82355"/>
                  </a:lnTo>
                  <a:lnTo>
                    <a:pt x="43314" y="82177"/>
                  </a:lnTo>
                  <a:lnTo>
                    <a:pt x="43966" y="81940"/>
                  </a:lnTo>
                  <a:lnTo>
                    <a:pt x="50196" y="79032"/>
                  </a:lnTo>
                  <a:lnTo>
                    <a:pt x="50730" y="78795"/>
                  </a:lnTo>
                  <a:lnTo>
                    <a:pt x="51264" y="78617"/>
                  </a:lnTo>
                  <a:lnTo>
                    <a:pt x="51798" y="78498"/>
                  </a:lnTo>
                  <a:lnTo>
                    <a:pt x="52392" y="78439"/>
                  </a:lnTo>
                  <a:lnTo>
                    <a:pt x="59215" y="77846"/>
                  </a:lnTo>
                  <a:lnTo>
                    <a:pt x="59927" y="77727"/>
                  </a:lnTo>
                  <a:lnTo>
                    <a:pt x="60580" y="77549"/>
                  </a:lnTo>
                  <a:lnTo>
                    <a:pt x="61232" y="77312"/>
                  </a:lnTo>
                  <a:lnTo>
                    <a:pt x="61885" y="77015"/>
                  </a:lnTo>
                  <a:lnTo>
                    <a:pt x="62478" y="76600"/>
                  </a:lnTo>
                  <a:lnTo>
                    <a:pt x="63012" y="76184"/>
                  </a:lnTo>
                  <a:lnTo>
                    <a:pt x="63487" y="75650"/>
                  </a:lnTo>
                  <a:lnTo>
                    <a:pt x="63962" y="75116"/>
                  </a:lnTo>
                  <a:lnTo>
                    <a:pt x="67878" y="69480"/>
                  </a:lnTo>
                  <a:lnTo>
                    <a:pt x="68234" y="69005"/>
                  </a:lnTo>
                  <a:lnTo>
                    <a:pt x="68590" y="68590"/>
                  </a:lnTo>
                  <a:lnTo>
                    <a:pt x="69005" y="68234"/>
                  </a:lnTo>
                  <a:lnTo>
                    <a:pt x="69480" y="67878"/>
                  </a:lnTo>
                  <a:lnTo>
                    <a:pt x="75057" y="63962"/>
                  </a:lnTo>
                  <a:lnTo>
                    <a:pt x="75650" y="63547"/>
                  </a:lnTo>
                  <a:lnTo>
                    <a:pt x="76125" y="63013"/>
                  </a:lnTo>
                  <a:lnTo>
                    <a:pt x="76600" y="62479"/>
                  </a:lnTo>
                  <a:lnTo>
                    <a:pt x="76956" y="61885"/>
                  </a:lnTo>
                  <a:lnTo>
                    <a:pt x="77312" y="61292"/>
                  </a:lnTo>
                  <a:lnTo>
                    <a:pt x="77549" y="60639"/>
                  </a:lnTo>
                  <a:lnTo>
                    <a:pt x="77727" y="59927"/>
                  </a:lnTo>
                  <a:lnTo>
                    <a:pt x="77846" y="59215"/>
                  </a:lnTo>
                  <a:lnTo>
                    <a:pt x="78439" y="52392"/>
                  </a:lnTo>
                  <a:lnTo>
                    <a:pt x="78498" y="51858"/>
                  </a:lnTo>
                  <a:lnTo>
                    <a:pt x="78617" y="51265"/>
                  </a:lnTo>
                  <a:lnTo>
                    <a:pt x="78795" y="50731"/>
                  </a:lnTo>
                  <a:lnTo>
                    <a:pt x="78973" y="50197"/>
                  </a:lnTo>
                  <a:lnTo>
                    <a:pt x="81880" y="44026"/>
                  </a:lnTo>
                  <a:lnTo>
                    <a:pt x="82177" y="43373"/>
                  </a:lnTo>
                  <a:lnTo>
                    <a:pt x="82355" y="42661"/>
                  </a:lnTo>
                  <a:lnTo>
                    <a:pt x="82474" y="41949"/>
                  </a:lnTo>
                  <a:lnTo>
                    <a:pt x="82533" y="41297"/>
                  </a:lnTo>
                  <a:lnTo>
                    <a:pt x="82474" y="40585"/>
                  </a:lnTo>
                  <a:lnTo>
                    <a:pt x="82355" y="39873"/>
                  </a:lnTo>
                  <a:lnTo>
                    <a:pt x="82177" y="39220"/>
                  </a:lnTo>
                  <a:lnTo>
                    <a:pt x="81880" y="38508"/>
                  </a:lnTo>
                  <a:lnTo>
                    <a:pt x="78973" y="32337"/>
                  </a:lnTo>
                  <a:lnTo>
                    <a:pt x="78795" y="31803"/>
                  </a:lnTo>
                  <a:lnTo>
                    <a:pt x="78617" y="31269"/>
                  </a:lnTo>
                  <a:lnTo>
                    <a:pt x="78498" y="30735"/>
                  </a:lnTo>
                  <a:lnTo>
                    <a:pt x="78439" y="30142"/>
                  </a:lnTo>
                  <a:lnTo>
                    <a:pt x="77846" y="23319"/>
                  </a:lnTo>
                  <a:lnTo>
                    <a:pt x="77727" y="22607"/>
                  </a:lnTo>
                  <a:lnTo>
                    <a:pt x="77549" y="21954"/>
                  </a:lnTo>
                  <a:lnTo>
                    <a:pt x="77312" y="21242"/>
                  </a:lnTo>
                  <a:lnTo>
                    <a:pt x="76956" y="20649"/>
                  </a:lnTo>
                  <a:lnTo>
                    <a:pt x="76600" y="20055"/>
                  </a:lnTo>
                  <a:lnTo>
                    <a:pt x="76125" y="19521"/>
                  </a:lnTo>
                  <a:lnTo>
                    <a:pt x="75650" y="18988"/>
                  </a:lnTo>
                  <a:lnTo>
                    <a:pt x="75057" y="18572"/>
                  </a:lnTo>
                  <a:lnTo>
                    <a:pt x="69480" y="14656"/>
                  </a:lnTo>
                  <a:lnTo>
                    <a:pt x="69005" y="14300"/>
                  </a:lnTo>
                  <a:lnTo>
                    <a:pt x="68590" y="13944"/>
                  </a:lnTo>
                  <a:lnTo>
                    <a:pt x="68234" y="13529"/>
                  </a:lnTo>
                  <a:lnTo>
                    <a:pt x="67878" y="13054"/>
                  </a:lnTo>
                  <a:lnTo>
                    <a:pt x="63962" y="7418"/>
                  </a:lnTo>
                  <a:lnTo>
                    <a:pt x="63487" y="6884"/>
                  </a:lnTo>
                  <a:lnTo>
                    <a:pt x="63012" y="6350"/>
                  </a:lnTo>
                  <a:lnTo>
                    <a:pt x="62478" y="5934"/>
                  </a:lnTo>
                  <a:lnTo>
                    <a:pt x="61885" y="5519"/>
                  </a:lnTo>
                  <a:lnTo>
                    <a:pt x="61232" y="5222"/>
                  </a:lnTo>
                  <a:lnTo>
                    <a:pt x="60580" y="4985"/>
                  </a:lnTo>
                  <a:lnTo>
                    <a:pt x="59927" y="4807"/>
                  </a:lnTo>
                  <a:lnTo>
                    <a:pt x="59215" y="4688"/>
                  </a:lnTo>
                  <a:lnTo>
                    <a:pt x="52392" y="4095"/>
                  </a:lnTo>
                  <a:lnTo>
                    <a:pt x="51798" y="4036"/>
                  </a:lnTo>
                  <a:lnTo>
                    <a:pt x="51264" y="3917"/>
                  </a:lnTo>
                  <a:lnTo>
                    <a:pt x="50730" y="3739"/>
                  </a:lnTo>
                  <a:lnTo>
                    <a:pt x="50196" y="3502"/>
                  </a:lnTo>
                  <a:lnTo>
                    <a:pt x="43966" y="594"/>
                  </a:lnTo>
                  <a:lnTo>
                    <a:pt x="43314" y="357"/>
                  </a:lnTo>
                  <a:lnTo>
                    <a:pt x="42661" y="179"/>
                  </a:lnTo>
                  <a:lnTo>
                    <a:pt x="41949" y="60"/>
                  </a:lnTo>
                  <a:lnTo>
                    <a:pt x="41237" y="1"/>
                  </a:lnTo>
                  <a:close/>
                </a:path>
              </a:pathLst>
            </a:custGeom>
            <a:solidFill>
              <a:srgbClr val="232323"/>
            </a:solidFill>
            <a:ln>
              <a:noFill/>
            </a:ln>
          </p:spPr>
          <p:txBody>
            <a:bodyPr spcFirstLastPara="1" wrap="square" lIns="119825" tIns="119825" rIns="119825" bIns="119825" anchor="ctr" anchorCtr="0">
              <a:noAutofit/>
            </a:bodyPr>
            <a:lstStyle/>
            <a:p>
              <a:pPr marL="0" marR="0" lvl="0" indent="0" algn="ctr" rtl="0">
                <a:lnSpc>
                  <a:spcPct val="100000"/>
                </a:lnSpc>
                <a:spcBef>
                  <a:spcPts val="0"/>
                </a:spcBef>
                <a:spcAft>
                  <a:spcPts val="0"/>
                </a:spcAft>
                <a:buNone/>
              </a:pPr>
              <a:endParaRPr sz="1835">
                <a:latin typeface="Alexandria"/>
                <a:ea typeface="Alexandria"/>
                <a:cs typeface="Alexandria"/>
                <a:sym typeface="Alexandria"/>
              </a:endParaRPr>
            </a:p>
          </p:txBody>
        </p:sp>
        <p:sp>
          <p:nvSpPr>
            <p:cNvPr id="1192" name="Google Shape;1192;p47"/>
            <p:cNvSpPr/>
            <p:nvPr/>
          </p:nvSpPr>
          <p:spPr>
            <a:xfrm>
              <a:off x="1976200" y="1250349"/>
              <a:ext cx="395929" cy="395702"/>
            </a:xfrm>
            <a:custGeom>
              <a:avLst/>
              <a:gdLst/>
              <a:ahLst/>
              <a:cxnLst/>
              <a:rect l="l" t="t" r="r" b="b"/>
              <a:pathLst>
                <a:path w="88823" h="88822" extrusionOk="0">
                  <a:moveTo>
                    <a:pt x="52510" y="0"/>
                  </a:moveTo>
                  <a:lnTo>
                    <a:pt x="51145" y="60"/>
                  </a:lnTo>
                  <a:lnTo>
                    <a:pt x="49781" y="238"/>
                  </a:lnTo>
                  <a:lnTo>
                    <a:pt x="48357" y="534"/>
                  </a:lnTo>
                  <a:lnTo>
                    <a:pt x="47051" y="950"/>
                  </a:lnTo>
                  <a:lnTo>
                    <a:pt x="45687" y="1424"/>
                  </a:lnTo>
                  <a:lnTo>
                    <a:pt x="44381" y="2018"/>
                  </a:lnTo>
                  <a:lnTo>
                    <a:pt x="43076" y="2730"/>
                  </a:lnTo>
                  <a:lnTo>
                    <a:pt x="41830" y="3560"/>
                  </a:lnTo>
                  <a:lnTo>
                    <a:pt x="40643" y="4510"/>
                  </a:lnTo>
                  <a:lnTo>
                    <a:pt x="39516" y="5578"/>
                  </a:lnTo>
                  <a:lnTo>
                    <a:pt x="38389" y="6764"/>
                  </a:lnTo>
                  <a:lnTo>
                    <a:pt x="35956" y="9612"/>
                  </a:lnTo>
                  <a:lnTo>
                    <a:pt x="35303" y="10384"/>
                  </a:lnTo>
                  <a:lnTo>
                    <a:pt x="34591" y="11036"/>
                  </a:lnTo>
                  <a:lnTo>
                    <a:pt x="33879" y="11748"/>
                  </a:lnTo>
                  <a:lnTo>
                    <a:pt x="33108" y="12342"/>
                  </a:lnTo>
                  <a:lnTo>
                    <a:pt x="32337" y="12935"/>
                  </a:lnTo>
                  <a:lnTo>
                    <a:pt x="31506" y="13469"/>
                  </a:lnTo>
                  <a:lnTo>
                    <a:pt x="30675" y="13944"/>
                  </a:lnTo>
                  <a:lnTo>
                    <a:pt x="29785" y="14418"/>
                  </a:lnTo>
                  <a:lnTo>
                    <a:pt x="28895" y="14834"/>
                  </a:lnTo>
                  <a:lnTo>
                    <a:pt x="28005" y="15190"/>
                  </a:lnTo>
                  <a:lnTo>
                    <a:pt x="27056" y="15486"/>
                  </a:lnTo>
                  <a:lnTo>
                    <a:pt x="26107" y="15783"/>
                  </a:lnTo>
                  <a:lnTo>
                    <a:pt x="25157" y="16020"/>
                  </a:lnTo>
                  <a:lnTo>
                    <a:pt x="24149" y="16139"/>
                  </a:lnTo>
                  <a:lnTo>
                    <a:pt x="23199" y="16258"/>
                  </a:lnTo>
                  <a:lnTo>
                    <a:pt x="22191" y="16376"/>
                  </a:lnTo>
                  <a:lnTo>
                    <a:pt x="18453" y="16495"/>
                  </a:lnTo>
                  <a:lnTo>
                    <a:pt x="16851" y="16673"/>
                  </a:lnTo>
                  <a:lnTo>
                    <a:pt x="15308" y="16910"/>
                  </a:lnTo>
                  <a:lnTo>
                    <a:pt x="13825" y="17266"/>
                  </a:lnTo>
                  <a:lnTo>
                    <a:pt x="12401" y="17741"/>
                  </a:lnTo>
                  <a:lnTo>
                    <a:pt x="11036" y="18275"/>
                  </a:lnTo>
                  <a:lnTo>
                    <a:pt x="9731" y="18987"/>
                  </a:lnTo>
                  <a:lnTo>
                    <a:pt x="8544" y="19699"/>
                  </a:lnTo>
                  <a:lnTo>
                    <a:pt x="7417" y="20530"/>
                  </a:lnTo>
                  <a:lnTo>
                    <a:pt x="6349" y="21479"/>
                  </a:lnTo>
                  <a:lnTo>
                    <a:pt x="5340" y="22428"/>
                  </a:lnTo>
                  <a:lnTo>
                    <a:pt x="4450" y="23496"/>
                  </a:lnTo>
                  <a:lnTo>
                    <a:pt x="3560" y="24623"/>
                  </a:lnTo>
                  <a:lnTo>
                    <a:pt x="2848" y="25751"/>
                  </a:lnTo>
                  <a:lnTo>
                    <a:pt x="2195" y="26937"/>
                  </a:lnTo>
                  <a:lnTo>
                    <a:pt x="1602" y="28243"/>
                  </a:lnTo>
                  <a:lnTo>
                    <a:pt x="1068" y="29489"/>
                  </a:lnTo>
                  <a:lnTo>
                    <a:pt x="712" y="30853"/>
                  </a:lnTo>
                  <a:lnTo>
                    <a:pt x="356" y="32159"/>
                  </a:lnTo>
                  <a:lnTo>
                    <a:pt x="178" y="33523"/>
                  </a:lnTo>
                  <a:lnTo>
                    <a:pt x="59" y="34888"/>
                  </a:lnTo>
                  <a:lnTo>
                    <a:pt x="0" y="36312"/>
                  </a:lnTo>
                  <a:lnTo>
                    <a:pt x="119" y="37677"/>
                  </a:lnTo>
                  <a:lnTo>
                    <a:pt x="297" y="39101"/>
                  </a:lnTo>
                  <a:lnTo>
                    <a:pt x="534" y="40465"/>
                  </a:lnTo>
                  <a:lnTo>
                    <a:pt x="949" y="41830"/>
                  </a:lnTo>
                  <a:lnTo>
                    <a:pt x="1424" y="43135"/>
                  </a:lnTo>
                  <a:lnTo>
                    <a:pt x="2017" y="44441"/>
                  </a:lnTo>
                  <a:lnTo>
                    <a:pt x="2789" y="45746"/>
                  </a:lnTo>
                  <a:lnTo>
                    <a:pt x="3619" y="46992"/>
                  </a:lnTo>
                  <a:lnTo>
                    <a:pt x="4569" y="48179"/>
                  </a:lnTo>
                  <a:lnTo>
                    <a:pt x="5637" y="49365"/>
                  </a:lnTo>
                  <a:lnTo>
                    <a:pt x="6823" y="50433"/>
                  </a:lnTo>
                  <a:lnTo>
                    <a:pt x="9612" y="52866"/>
                  </a:lnTo>
                  <a:lnTo>
                    <a:pt x="10383" y="53519"/>
                  </a:lnTo>
                  <a:lnTo>
                    <a:pt x="11095" y="54231"/>
                  </a:lnTo>
                  <a:lnTo>
                    <a:pt x="11748" y="54943"/>
                  </a:lnTo>
                  <a:lnTo>
                    <a:pt x="12341" y="55714"/>
                  </a:lnTo>
                  <a:lnTo>
                    <a:pt x="12935" y="56485"/>
                  </a:lnTo>
                  <a:lnTo>
                    <a:pt x="13469" y="57316"/>
                  </a:lnTo>
                  <a:lnTo>
                    <a:pt x="14003" y="58206"/>
                  </a:lnTo>
                  <a:lnTo>
                    <a:pt x="14418" y="59037"/>
                  </a:lnTo>
                  <a:lnTo>
                    <a:pt x="14833" y="59927"/>
                  </a:lnTo>
                  <a:lnTo>
                    <a:pt x="15189" y="60876"/>
                  </a:lnTo>
                  <a:lnTo>
                    <a:pt x="15486" y="61766"/>
                  </a:lnTo>
                  <a:lnTo>
                    <a:pt x="15783" y="62715"/>
                  </a:lnTo>
                  <a:lnTo>
                    <a:pt x="16020" y="63724"/>
                  </a:lnTo>
                  <a:lnTo>
                    <a:pt x="16198" y="64673"/>
                  </a:lnTo>
                  <a:lnTo>
                    <a:pt x="16317" y="65682"/>
                  </a:lnTo>
                  <a:lnTo>
                    <a:pt x="16376" y="66631"/>
                  </a:lnTo>
                  <a:lnTo>
                    <a:pt x="16554" y="70369"/>
                  </a:lnTo>
                  <a:lnTo>
                    <a:pt x="16673" y="71971"/>
                  </a:lnTo>
                  <a:lnTo>
                    <a:pt x="16910" y="73514"/>
                  </a:lnTo>
                  <a:lnTo>
                    <a:pt x="17266" y="74997"/>
                  </a:lnTo>
                  <a:lnTo>
                    <a:pt x="17741" y="76421"/>
                  </a:lnTo>
                  <a:lnTo>
                    <a:pt x="18334" y="77786"/>
                  </a:lnTo>
                  <a:lnTo>
                    <a:pt x="18987" y="79091"/>
                  </a:lnTo>
                  <a:lnTo>
                    <a:pt x="19699" y="80278"/>
                  </a:lnTo>
                  <a:lnTo>
                    <a:pt x="20529" y="81464"/>
                  </a:lnTo>
                  <a:lnTo>
                    <a:pt x="21479" y="82532"/>
                  </a:lnTo>
                  <a:lnTo>
                    <a:pt x="22428" y="83482"/>
                  </a:lnTo>
                  <a:lnTo>
                    <a:pt x="23496" y="84431"/>
                  </a:lnTo>
                  <a:lnTo>
                    <a:pt x="24623" y="85262"/>
                  </a:lnTo>
                  <a:lnTo>
                    <a:pt x="25751" y="85974"/>
                  </a:lnTo>
                  <a:lnTo>
                    <a:pt x="26997" y="86686"/>
                  </a:lnTo>
                  <a:lnTo>
                    <a:pt x="28243" y="87279"/>
                  </a:lnTo>
                  <a:lnTo>
                    <a:pt x="29489" y="87754"/>
                  </a:lnTo>
                  <a:lnTo>
                    <a:pt x="30853" y="88169"/>
                  </a:lnTo>
                  <a:lnTo>
                    <a:pt x="32159" y="88466"/>
                  </a:lnTo>
                  <a:lnTo>
                    <a:pt x="33523" y="88703"/>
                  </a:lnTo>
                  <a:lnTo>
                    <a:pt x="34947" y="88822"/>
                  </a:lnTo>
                  <a:lnTo>
                    <a:pt x="36312" y="88822"/>
                  </a:lnTo>
                  <a:lnTo>
                    <a:pt x="37677" y="88762"/>
                  </a:lnTo>
                  <a:lnTo>
                    <a:pt x="39101" y="88584"/>
                  </a:lnTo>
                  <a:lnTo>
                    <a:pt x="40465" y="88288"/>
                  </a:lnTo>
                  <a:lnTo>
                    <a:pt x="41830" y="87872"/>
                  </a:lnTo>
                  <a:lnTo>
                    <a:pt x="43135" y="87398"/>
                  </a:lnTo>
                  <a:lnTo>
                    <a:pt x="44500" y="86804"/>
                  </a:lnTo>
                  <a:lnTo>
                    <a:pt x="45746" y="86092"/>
                  </a:lnTo>
                  <a:lnTo>
                    <a:pt x="46992" y="85262"/>
                  </a:lnTo>
                  <a:lnTo>
                    <a:pt x="48179" y="84312"/>
                  </a:lnTo>
                  <a:lnTo>
                    <a:pt x="49365" y="83244"/>
                  </a:lnTo>
                  <a:lnTo>
                    <a:pt x="50433" y="82058"/>
                  </a:lnTo>
                  <a:lnTo>
                    <a:pt x="52866" y="79210"/>
                  </a:lnTo>
                  <a:lnTo>
                    <a:pt x="53519" y="78438"/>
                  </a:lnTo>
                  <a:lnTo>
                    <a:pt x="54231" y="77786"/>
                  </a:lnTo>
                  <a:lnTo>
                    <a:pt x="54943" y="77074"/>
                  </a:lnTo>
                  <a:lnTo>
                    <a:pt x="55714" y="76480"/>
                  </a:lnTo>
                  <a:lnTo>
                    <a:pt x="56545" y="75887"/>
                  </a:lnTo>
                  <a:lnTo>
                    <a:pt x="57316" y="75353"/>
                  </a:lnTo>
                  <a:lnTo>
                    <a:pt x="58206" y="74878"/>
                  </a:lnTo>
                  <a:lnTo>
                    <a:pt x="59037" y="74404"/>
                  </a:lnTo>
                  <a:lnTo>
                    <a:pt x="59927" y="73988"/>
                  </a:lnTo>
                  <a:lnTo>
                    <a:pt x="60876" y="73632"/>
                  </a:lnTo>
                  <a:lnTo>
                    <a:pt x="61766" y="73336"/>
                  </a:lnTo>
                  <a:lnTo>
                    <a:pt x="62715" y="73039"/>
                  </a:lnTo>
                  <a:lnTo>
                    <a:pt x="63724" y="72861"/>
                  </a:lnTo>
                  <a:lnTo>
                    <a:pt x="64673" y="72683"/>
                  </a:lnTo>
                  <a:lnTo>
                    <a:pt x="65682" y="72564"/>
                  </a:lnTo>
                  <a:lnTo>
                    <a:pt x="66691" y="72446"/>
                  </a:lnTo>
                  <a:lnTo>
                    <a:pt x="70370" y="72327"/>
                  </a:lnTo>
                  <a:lnTo>
                    <a:pt x="71972" y="72149"/>
                  </a:lnTo>
                  <a:lnTo>
                    <a:pt x="73514" y="71912"/>
                  </a:lnTo>
                  <a:lnTo>
                    <a:pt x="74998" y="71556"/>
                  </a:lnTo>
                  <a:lnTo>
                    <a:pt x="76422" y="71081"/>
                  </a:lnTo>
                  <a:lnTo>
                    <a:pt x="77786" y="70547"/>
                  </a:lnTo>
                  <a:lnTo>
                    <a:pt x="79092" y="69835"/>
                  </a:lnTo>
                  <a:lnTo>
                    <a:pt x="80278" y="69123"/>
                  </a:lnTo>
                  <a:lnTo>
                    <a:pt x="81465" y="68292"/>
                  </a:lnTo>
                  <a:lnTo>
                    <a:pt x="82533" y="67343"/>
                  </a:lnTo>
                  <a:lnTo>
                    <a:pt x="83482" y="66394"/>
                  </a:lnTo>
                  <a:lnTo>
                    <a:pt x="84432" y="65326"/>
                  </a:lnTo>
                  <a:lnTo>
                    <a:pt x="85262" y="64258"/>
                  </a:lnTo>
                  <a:lnTo>
                    <a:pt x="86034" y="63071"/>
                  </a:lnTo>
                  <a:lnTo>
                    <a:pt x="86686" y="61885"/>
                  </a:lnTo>
                  <a:lnTo>
                    <a:pt x="87280" y="60579"/>
                  </a:lnTo>
                  <a:lnTo>
                    <a:pt x="87754" y="59333"/>
                  </a:lnTo>
                  <a:lnTo>
                    <a:pt x="88170" y="58028"/>
                  </a:lnTo>
                  <a:lnTo>
                    <a:pt x="88466" y="56663"/>
                  </a:lnTo>
                  <a:lnTo>
                    <a:pt x="88704" y="55299"/>
                  </a:lnTo>
                  <a:lnTo>
                    <a:pt x="88822" y="53934"/>
                  </a:lnTo>
                  <a:lnTo>
                    <a:pt x="88822" y="52510"/>
                  </a:lnTo>
                  <a:lnTo>
                    <a:pt x="88763" y="51145"/>
                  </a:lnTo>
                  <a:lnTo>
                    <a:pt x="88585" y="49781"/>
                  </a:lnTo>
                  <a:lnTo>
                    <a:pt x="88288" y="48357"/>
                  </a:lnTo>
                  <a:lnTo>
                    <a:pt x="87873" y="46992"/>
                  </a:lnTo>
                  <a:lnTo>
                    <a:pt x="87398" y="45687"/>
                  </a:lnTo>
                  <a:lnTo>
                    <a:pt x="86805" y="44381"/>
                  </a:lnTo>
                  <a:lnTo>
                    <a:pt x="86093" y="43076"/>
                  </a:lnTo>
                  <a:lnTo>
                    <a:pt x="85262" y="41830"/>
                  </a:lnTo>
                  <a:lnTo>
                    <a:pt x="84313" y="40643"/>
                  </a:lnTo>
                  <a:lnTo>
                    <a:pt x="83245" y="39516"/>
                  </a:lnTo>
                  <a:lnTo>
                    <a:pt x="82058" y="38389"/>
                  </a:lnTo>
                  <a:lnTo>
                    <a:pt x="79210" y="35956"/>
                  </a:lnTo>
                  <a:lnTo>
                    <a:pt x="78498" y="35303"/>
                  </a:lnTo>
                  <a:lnTo>
                    <a:pt x="77786" y="34591"/>
                  </a:lnTo>
                  <a:lnTo>
                    <a:pt x="77134" y="33879"/>
                  </a:lnTo>
                  <a:lnTo>
                    <a:pt x="76481" y="33108"/>
                  </a:lnTo>
                  <a:lnTo>
                    <a:pt x="75888" y="32337"/>
                  </a:lnTo>
                  <a:lnTo>
                    <a:pt x="75354" y="31506"/>
                  </a:lnTo>
                  <a:lnTo>
                    <a:pt x="74879" y="30616"/>
                  </a:lnTo>
                  <a:lnTo>
                    <a:pt x="74404" y="29785"/>
                  </a:lnTo>
                  <a:lnTo>
                    <a:pt x="73989" y="28895"/>
                  </a:lnTo>
                  <a:lnTo>
                    <a:pt x="73633" y="27946"/>
                  </a:lnTo>
                  <a:lnTo>
                    <a:pt x="73336" y="27056"/>
                  </a:lnTo>
                  <a:lnTo>
                    <a:pt x="73040" y="26107"/>
                  </a:lnTo>
                  <a:lnTo>
                    <a:pt x="72862" y="25157"/>
                  </a:lnTo>
                  <a:lnTo>
                    <a:pt x="72684" y="24149"/>
                  </a:lnTo>
                  <a:lnTo>
                    <a:pt x="72565" y="23140"/>
                  </a:lnTo>
                  <a:lnTo>
                    <a:pt x="72506" y="22191"/>
                  </a:lnTo>
                  <a:lnTo>
                    <a:pt x="72328" y="18453"/>
                  </a:lnTo>
                  <a:lnTo>
                    <a:pt x="72209" y="16851"/>
                  </a:lnTo>
                  <a:lnTo>
                    <a:pt x="71912" y="15308"/>
                  </a:lnTo>
                  <a:lnTo>
                    <a:pt x="71556" y="13825"/>
                  </a:lnTo>
                  <a:lnTo>
                    <a:pt x="71082" y="12401"/>
                  </a:lnTo>
                  <a:lnTo>
                    <a:pt x="70548" y="11036"/>
                  </a:lnTo>
                  <a:lnTo>
                    <a:pt x="69895" y="9731"/>
                  </a:lnTo>
                  <a:lnTo>
                    <a:pt x="69123" y="8544"/>
                  </a:lnTo>
                  <a:lnTo>
                    <a:pt x="68293" y="7417"/>
                  </a:lnTo>
                  <a:lnTo>
                    <a:pt x="67403" y="6349"/>
                  </a:lnTo>
                  <a:lnTo>
                    <a:pt x="66394" y="5340"/>
                  </a:lnTo>
                  <a:lnTo>
                    <a:pt x="65326" y="4391"/>
                  </a:lnTo>
                  <a:lnTo>
                    <a:pt x="64258" y="3560"/>
                  </a:lnTo>
                  <a:lnTo>
                    <a:pt x="63071" y="2848"/>
                  </a:lnTo>
                  <a:lnTo>
                    <a:pt x="61885" y="2136"/>
                  </a:lnTo>
                  <a:lnTo>
                    <a:pt x="60639" y="1602"/>
                  </a:lnTo>
                  <a:lnTo>
                    <a:pt x="59333" y="1068"/>
                  </a:lnTo>
                  <a:lnTo>
                    <a:pt x="58028" y="653"/>
                  </a:lnTo>
                  <a:lnTo>
                    <a:pt x="56663" y="356"/>
                  </a:lnTo>
                  <a:lnTo>
                    <a:pt x="55299" y="178"/>
                  </a:lnTo>
                  <a:lnTo>
                    <a:pt x="53934" y="0"/>
                  </a:lnTo>
                  <a:close/>
                </a:path>
              </a:pathLst>
            </a:custGeom>
            <a:solidFill>
              <a:srgbClr val="EEF3F4"/>
            </a:solidFill>
            <a:ln>
              <a:noFill/>
            </a:ln>
          </p:spPr>
          <p:txBody>
            <a:bodyPr spcFirstLastPara="1" wrap="square" lIns="119825" tIns="119825" rIns="119825" bIns="119825" anchor="ctr" anchorCtr="0">
              <a:noAutofit/>
            </a:bodyPr>
            <a:lstStyle/>
            <a:p>
              <a:pPr marL="0" lvl="0" indent="0" algn="l" rtl="0">
                <a:spcBef>
                  <a:spcPts val="0"/>
                </a:spcBef>
                <a:spcAft>
                  <a:spcPts val="0"/>
                </a:spcAft>
                <a:buNone/>
              </a:pPr>
              <a:endParaRPr sz="1835">
                <a:latin typeface="Alexandria"/>
                <a:ea typeface="Alexandria"/>
                <a:cs typeface="Alexandria"/>
                <a:sym typeface="Alexandria"/>
              </a:endParaRPr>
            </a:p>
          </p:txBody>
        </p:sp>
        <p:sp>
          <p:nvSpPr>
            <p:cNvPr id="1193" name="Google Shape;1193;p47"/>
            <p:cNvSpPr txBox="1"/>
            <p:nvPr/>
          </p:nvSpPr>
          <p:spPr>
            <a:xfrm>
              <a:off x="3456424" y="2104824"/>
              <a:ext cx="2957700" cy="18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573">
                  <a:solidFill>
                    <a:srgbClr val="060606"/>
                  </a:solidFill>
                  <a:latin typeface="Alexandria SemiBold"/>
                  <a:ea typeface="Alexandria SemiBold"/>
                  <a:cs typeface="Alexandria SemiBold"/>
                  <a:sym typeface="Alexandria SemiBold"/>
                </a:rPr>
                <a:t>Workshop on Incorporating Touch-Transfer in Mobile Websites</a:t>
              </a:r>
              <a:endParaRPr sz="1573">
                <a:solidFill>
                  <a:srgbClr val="060606"/>
                </a:solidFill>
                <a:latin typeface="Alexandria SemiBold"/>
                <a:ea typeface="Alexandria SemiBold"/>
                <a:cs typeface="Alexandria SemiBold"/>
                <a:sym typeface="Alexandria SemiBold"/>
              </a:endParaRPr>
            </a:p>
          </p:txBody>
        </p:sp>
        <p:sp>
          <p:nvSpPr>
            <p:cNvPr id="1194" name="Google Shape;1194;p47"/>
            <p:cNvSpPr txBox="1"/>
            <p:nvPr/>
          </p:nvSpPr>
          <p:spPr>
            <a:xfrm>
              <a:off x="3456424" y="2853794"/>
              <a:ext cx="3042900" cy="18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573">
                  <a:solidFill>
                    <a:srgbClr val="060606"/>
                  </a:solidFill>
                  <a:latin typeface="Alexandria SemiBold"/>
                  <a:ea typeface="Alexandria SemiBold"/>
                  <a:cs typeface="Alexandria SemiBold"/>
                  <a:sym typeface="Alexandria SemiBold"/>
                </a:rPr>
                <a:t>Web Dev Dept. Annual Idea of the Year Brainstorm Meet</a:t>
              </a:r>
              <a:endParaRPr sz="1573">
                <a:solidFill>
                  <a:srgbClr val="060606"/>
                </a:solidFill>
                <a:latin typeface="Alexandria SemiBold"/>
                <a:ea typeface="Alexandria SemiBold"/>
                <a:cs typeface="Alexandria SemiBold"/>
                <a:sym typeface="Alexandria SemiBold"/>
              </a:endParaRPr>
            </a:p>
          </p:txBody>
        </p:sp>
      </p:grpSp>
      <p:sp>
        <p:nvSpPr>
          <p:cNvPr id="1195" name="Google Shape;1195;p47"/>
          <p:cNvSpPr/>
          <p:nvPr/>
        </p:nvSpPr>
        <p:spPr>
          <a:xfrm rot="3599210">
            <a:off x="7529093" y="26872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EC8F0"/>
        </a:solidFill>
        <a:effectLst/>
      </p:bgPr>
    </p:bg>
    <p:spTree>
      <p:nvGrpSpPr>
        <p:cNvPr id="1" name="">
          <a:extLst>
            <a:ext uri="{FF2B5EF4-FFF2-40B4-BE49-F238E27FC236}">
              <a16:creationId xmlns:a16="http://schemas.microsoft.com/office/drawing/2014/main" id="{29887547-4772-7742-683F-FFC9E3BD3A29}"/>
            </a:ext>
          </a:extLst>
        </p:cNvPr>
        <p:cNvGrpSpPr/>
        <p:nvPr/>
      </p:nvGrpSpPr>
      <p:grpSpPr>
        <a:xfrm>
          <a:off x="0" y="0"/>
          <a:ext cx="0" cy="0"/>
          <a:chOff x="0" y="0"/>
          <a:chExt cx="0" cy="0"/>
        </a:xfrm>
      </p:grpSpPr>
    </p:spTree>
    <p:extLst>
      <p:ext uri="{BB962C8B-B14F-4D97-AF65-F5344CB8AC3E}">
        <p14:creationId xmlns:p14="http://schemas.microsoft.com/office/powerpoint/2010/main" val="338233904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168">
          <a:extLst>
            <a:ext uri="{FF2B5EF4-FFF2-40B4-BE49-F238E27FC236}">
              <a16:creationId xmlns:a16="http://schemas.microsoft.com/office/drawing/2014/main" id="{34430E3E-B3D9-9A29-2B8B-5EF2252AB473}"/>
            </a:ext>
          </a:extLst>
        </p:cNvPr>
        <p:cNvGrpSpPr/>
        <p:nvPr/>
      </p:nvGrpSpPr>
      <p:grpSpPr>
        <a:xfrm>
          <a:off x="0" y="0"/>
          <a:ext cx="0" cy="0"/>
          <a:chOff x="0" y="0"/>
          <a:chExt cx="0" cy="0"/>
        </a:xfrm>
      </p:grpSpPr>
      <p:sp>
        <p:nvSpPr>
          <p:cNvPr id="2" name="Google Shape;1416;p53">
            <a:extLst>
              <a:ext uri="{FF2B5EF4-FFF2-40B4-BE49-F238E27FC236}">
                <a16:creationId xmlns:a16="http://schemas.microsoft.com/office/drawing/2014/main" id="{90E3EC56-2546-41A0-E4DA-CA555889B6D5}"/>
              </a:ext>
            </a:extLst>
          </p:cNvPr>
          <p:cNvSpPr txBox="1"/>
          <p:nvPr/>
        </p:nvSpPr>
        <p:spPr>
          <a:xfrm>
            <a:off x="8113111" y="456336"/>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rgbClr val="A47FA7"/>
                </a:solidFill>
                <a:latin typeface="Martian Mono"/>
                <a:ea typeface="Martian Mono"/>
                <a:cs typeface="Martian Mono"/>
                <a:sym typeface="Martian Mono"/>
              </a:rPr>
              <a:t>+</a:t>
            </a:r>
            <a:endParaRPr sz="1300" dirty="0">
              <a:solidFill>
                <a:srgbClr val="A47FA7"/>
              </a:solidFill>
              <a:latin typeface="Martian Mono"/>
              <a:ea typeface="Martian Mono"/>
              <a:cs typeface="Martian Mono"/>
              <a:sym typeface="Martian Mono"/>
            </a:endParaRPr>
          </a:p>
        </p:txBody>
      </p:sp>
      <p:sp>
        <p:nvSpPr>
          <p:cNvPr id="1170" name="Google Shape;1170;p47">
            <a:extLst>
              <a:ext uri="{FF2B5EF4-FFF2-40B4-BE49-F238E27FC236}">
                <a16:creationId xmlns:a16="http://schemas.microsoft.com/office/drawing/2014/main" id="{62970B56-B178-84E9-64CE-C0529D443A3C}"/>
              </a:ext>
            </a:extLst>
          </p:cNvPr>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Calendar</a:t>
            </a:r>
            <a:endParaRPr sz="2700">
              <a:solidFill>
                <a:srgbClr val="EFBC3F"/>
              </a:solidFill>
              <a:latin typeface="Dela Gothic One"/>
              <a:ea typeface="Dela Gothic One"/>
              <a:cs typeface="Dela Gothic One"/>
              <a:sym typeface="Dela Gothic One"/>
            </a:endParaRPr>
          </a:p>
        </p:txBody>
      </p:sp>
      <p:sp>
        <p:nvSpPr>
          <p:cNvPr id="1171" name="Google Shape;1171;p47">
            <a:extLst>
              <a:ext uri="{FF2B5EF4-FFF2-40B4-BE49-F238E27FC236}">
                <a16:creationId xmlns:a16="http://schemas.microsoft.com/office/drawing/2014/main" id="{E82392A3-5887-43E7-EAB8-D3E9414E9829}"/>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72" name="Google Shape;1172;p47">
            <a:extLst>
              <a:ext uri="{FF2B5EF4-FFF2-40B4-BE49-F238E27FC236}">
                <a16:creationId xmlns:a16="http://schemas.microsoft.com/office/drawing/2014/main" id="{C749B721-A6FE-4720-D82C-B1D1CAC3678F}"/>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173" name="Google Shape;1173;p47">
            <a:extLst>
              <a:ext uri="{FF2B5EF4-FFF2-40B4-BE49-F238E27FC236}">
                <a16:creationId xmlns:a16="http://schemas.microsoft.com/office/drawing/2014/main" id="{10E564FD-AF18-52D5-6A79-E0E950ACA202}"/>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Calendar Screen</a:t>
            </a:r>
            <a:endParaRPr sz="1400" dirty="0">
              <a:solidFill>
                <a:srgbClr val="FFFFFF"/>
              </a:solidFill>
              <a:latin typeface="Work Sans"/>
              <a:ea typeface="Work Sans"/>
              <a:cs typeface="Work Sans"/>
              <a:sym typeface="Work Sans"/>
            </a:endParaRPr>
          </a:p>
        </p:txBody>
      </p:sp>
      <p:sp>
        <p:nvSpPr>
          <p:cNvPr id="1174" name="Google Shape;1174;p47">
            <a:extLst>
              <a:ext uri="{FF2B5EF4-FFF2-40B4-BE49-F238E27FC236}">
                <a16:creationId xmlns:a16="http://schemas.microsoft.com/office/drawing/2014/main" id="{8C1C485D-D50F-8364-E65B-402984D557FD}"/>
              </a:ext>
            </a:extLst>
          </p:cNvPr>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175" name="Google Shape;1175;p47">
            <a:extLst>
              <a:ext uri="{FF2B5EF4-FFF2-40B4-BE49-F238E27FC236}">
                <a16:creationId xmlns:a16="http://schemas.microsoft.com/office/drawing/2014/main" id="{252F1294-ED35-C8DD-6BC4-94C706101F17}"/>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176" name="Google Shape;1176;p47">
            <a:extLst>
              <a:ext uri="{FF2B5EF4-FFF2-40B4-BE49-F238E27FC236}">
                <a16:creationId xmlns:a16="http://schemas.microsoft.com/office/drawing/2014/main" id="{63D7EE42-759B-2DE4-121E-75FED80C4A3D}"/>
              </a:ext>
            </a:extLst>
          </p:cNvPr>
          <p:cNvGrpSpPr/>
          <p:nvPr/>
        </p:nvGrpSpPr>
        <p:grpSpPr>
          <a:xfrm>
            <a:off x="988621" y="1286136"/>
            <a:ext cx="7166758" cy="2838931"/>
            <a:chOff x="1838258" y="1114350"/>
            <a:chExt cx="5467469" cy="2165800"/>
          </a:xfrm>
        </p:grpSpPr>
        <p:sp>
          <p:nvSpPr>
            <p:cNvPr id="1177" name="Google Shape;1177;p47">
              <a:extLst>
                <a:ext uri="{FF2B5EF4-FFF2-40B4-BE49-F238E27FC236}">
                  <a16:creationId xmlns:a16="http://schemas.microsoft.com/office/drawing/2014/main" id="{7C8803F6-904E-3228-03D6-A5172FE387F7}"/>
                </a:ext>
              </a:extLst>
            </p:cNvPr>
            <p:cNvSpPr/>
            <p:nvPr/>
          </p:nvSpPr>
          <p:spPr>
            <a:xfrm>
              <a:off x="1838258" y="2612350"/>
              <a:ext cx="675300" cy="667800"/>
            </a:xfrm>
            <a:prstGeom prst="roundRect">
              <a:avLst>
                <a:gd name="adj" fmla="val 16667"/>
              </a:avLst>
            </a:prstGeom>
            <a:solidFill>
              <a:srgbClr val="EDF3F4"/>
            </a:solidFill>
            <a:ln>
              <a:noFill/>
            </a:ln>
          </p:spPr>
          <p:txBody>
            <a:bodyPr spcFirstLastPara="1" wrap="square" lIns="119825" tIns="119825" rIns="119825" bIns="119825" anchor="ctr" anchorCtr="0">
              <a:noAutofit/>
            </a:bodyPr>
            <a:lstStyle/>
            <a:p>
              <a:pPr marL="0" lvl="0" indent="0" algn="ctr" rtl="0">
                <a:spcBef>
                  <a:spcPts val="0"/>
                </a:spcBef>
                <a:spcAft>
                  <a:spcPts val="0"/>
                </a:spcAft>
                <a:buNone/>
              </a:pPr>
              <a:endParaRPr sz="1835">
                <a:latin typeface="Alexandria"/>
                <a:ea typeface="Alexandria"/>
                <a:cs typeface="Alexandria"/>
                <a:sym typeface="Alexandria"/>
              </a:endParaRPr>
            </a:p>
          </p:txBody>
        </p:sp>
        <p:sp>
          <p:nvSpPr>
            <p:cNvPr id="1178" name="Google Shape;1178;p47">
              <a:extLst>
                <a:ext uri="{FF2B5EF4-FFF2-40B4-BE49-F238E27FC236}">
                  <a16:creationId xmlns:a16="http://schemas.microsoft.com/office/drawing/2014/main" id="{9EEDD473-7F00-D86B-87A1-4B866637532C}"/>
                </a:ext>
              </a:extLst>
            </p:cNvPr>
            <p:cNvSpPr/>
            <p:nvPr/>
          </p:nvSpPr>
          <p:spPr>
            <a:xfrm>
              <a:off x="2598127" y="1114350"/>
              <a:ext cx="4707600" cy="667800"/>
            </a:xfrm>
            <a:prstGeom prst="roundRect">
              <a:avLst>
                <a:gd name="adj" fmla="val 16667"/>
              </a:avLst>
            </a:prstGeom>
            <a:solidFill>
              <a:schemeClr val="lt2"/>
            </a:solidFill>
            <a:ln>
              <a:noFill/>
            </a:ln>
          </p:spPr>
          <p:txBody>
            <a:bodyPr spcFirstLastPara="1" wrap="square" lIns="119825" tIns="119825" rIns="119825" bIns="119825" anchor="ctr" anchorCtr="0">
              <a:noAutofit/>
            </a:bodyPr>
            <a:lstStyle/>
            <a:p>
              <a:pPr marL="0" marR="0" lvl="0" indent="0" algn="ctr" rtl="0">
                <a:lnSpc>
                  <a:spcPct val="100000"/>
                </a:lnSpc>
                <a:spcBef>
                  <a:spcPts val="0"/>
                </a:spcBef>
                <a:spcAft>
                  <a:spcPts val="0"/>
                </a:spcAft>
                <a:buNone/>
              </a:pPr>
              <a:endParaRPr sz="1835">
                <a:latin typeface="Alexandria"/>
                <a:ea typeface="Alexandria"/>
                <a:cs typeface="Alexandria"/>
                <a:sym typeface="Alexandria"/>
              </a:endParaRPr>
            </a:p>
          </p:txBody>
        </p:sp>
        <p:sp>
          <p:nvSpPr>
            <p:cNvPr id="1179" name="Google Shape;1179;p47">
              <a:extLst>
                <a:ext uri="{FF2B5EF4-FFF2-40B4-BE49-F238E27FC236}">
                  <a16:creationId xmlns:a16="http://schemas.microsoft.com/office/drawing/2014/main" id="{93D3A8CA-7EC7-6254-A708-A624CD514A21}"/>
                </a:ext>
              </a:extLst>
            </p:cNvPr>
            <p:cNvSpPr/>
            <p:nvPr/>
          </p:nvSpPr>
          <p:spPr>
            <a:xfrm>
              <a:off x="2742909" y="1227116"/>
              <a:ext cx="697200" cy="442200"/>
            </a:xfrm>
            <a:prstGeom prst="ellipse">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835" b="1">
                  <a:solidFill>
                    <a:srgbClr val="060606"/>
                  </a:solidFill>
                  <a:latin typeface="Be Vietnam Pro"/>
                  <a:ea typeface="Be Vietnam Pro"/>
                  <a:cs typeface="Be Vietnam Pro"/>
                  <a:sym typeface="Be Vietnam Pro"/>
                </a:rPr>
                <a:t>5th June</a:t>
              </a:r>
              <a:endParaRPr sz="1835">
                <a:solidFill>
                  <a:srgbClr val="060606"/>
                </a:solidFill>
                <a:latin typeface="Be Vietnam Pro"/>
                <a:ea typeface="Be Vietnam Pro"/>
                <a:cs typeface="Be Vietnam Pro"/>
                <a:sym typeface="Be Vietnam Pro"/>
              </a:endParaRPr>
            </a:p>
          </p:txBody>
        </p:sp>
        <p:sp>
          <p:nvSpPr>
            <p:cNvPr id="1180" name="Google Shape;1180;p47">
              <a:extLst>
                <a:ext uri="{FF2B5EF4-FFF2-40B4-BE49-F238E27FC236}">
                  <a16:creationId xmlns:a16="http://schemas.microsoft.com/office/drawing/2014/main" id="{C4640F51-8103-06A5-C793-F25002958CEE}"/>
                </a:ext>
              </a:extLst>
            </p:cNvPr>
            <p:cNvSpPr txBox="1"/>
            <p:nvPr/>
          </p:nvSpPr>
          <p:spPr>
            <a:xfrm>
              <a:off x="3456386" y="1364742"/>
              <a:ext cx="3042900" cy="18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573">
                  <a:solidFill>
                    <a:srgbClr val="060606"/>
                  </a:solidFill>
                  <a:latin typeface="Alexandria SemiBold"/>
                  <a:ea typeface="Alexandria SemiBold"/>
                  <a:cs typeface="Alexandria SemiBold"/>
                  <a:sym typeface="Alexandria SemiBold"/>
                </a:rPr>
                <a:t>Company-Wise Sports Tournament</a:t>
              </a:r>
              <a:endParaRPr sz="1573">
                <a:solidFill>
                  <a:srgbClr val="060606"/>
                </a:solidFill>
                <a:latin typeface="Alexandria SemiBold"/>
                <a:ea typeface="Alexandria SemiBold"/>
                <a:cs typeface="Alexandria SemiBold"/>
                <a:sym typeface="Alexandria SemiBold"/>
              </a:endParaRPr>
            </a:p>
          </p:txBody>
        </p:sp>
        <p:sp>
          <p:nvSpPr>
            <p:cNvPr id="1181" name="Google Shape;1181;p47">
              <a:extLst>
                <a:ext uri="{FF2B5EF4-FFF2-40B4-BE49-F238E27FC236}">
                  <a16:creationId xmlns:a16="http://schemas.microsoft.com/office/drawing/2014/main" id="{75E971C2-D142-383E-E54E-47CA0026F33C}"/>
                </a:ext>
              </a:extLst>
            </p:cNvPr>
            <p:cNvSpPr txBox="1"/>
            <p:nvPr/>
          </p:nvSpPr>
          <p:spPr>
            <a:xfrm>
              <a:off x="6413984" y="1268400"/>
              <a:ext cx="697200" cy="3597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49">
                  <a:solidFill>
                    <a:srgbClr val="060606"/>
                  </a:solidFill>
                  <a:latin typeface="Alexandria Medium"/>
                  <a:ea typeface="Alexandria Medium"/>
                  <a:cs typeface="Alexandria Medium"/>
                  <a:sym typeface="Alexandria Medium"/>
                </a:rPr>
                <a:t>9:00 am - 8:00 pm</a:t>
              </a:r>
              <a:endParaRPr sz="1049">
                <a:solidFill>
                  <a:srgbClr val="060606"/>
                </a:solidFill>
                <a:latin typeface="Alexandria Medium"/>
                <a:ea typeface="Alexandria Medium"/>
                <a:cs typeface="Alexandria Medium"/>
                <a:sym typeface="Alexandria Medium"/>
              </a:endParaRPr>
            </a:p>
          </p:txBody>
        </p:sp>
        <p:sp>
          <p:nvSpPr>
            <p:cNvPr id="1182" name="Google Shape;1182;p47">
              <a:extLst>
                <a:ext uri="{FF2B5EF4-FFF2-40B4-BE49-F238E27FC236}">
                  <a16:creationId xmlns:a16="http://schemas.microsoft.com/office/drawing/2014/main" id="{A706EEF9-FB26-EABA-1F22-2EC2BB2869A8}"/>
                </a:ext>
              </a:extLst>
            </p:cNvPr>
            <p:cNvSpPr/>
            <p:nvPr/>
          </p:nvSpPr>
          <p:spPr>
            <a:xfrm>
              <a:off x="2598127" y="1863350"/>
              <a:ext cx="4707600" cy="667800"/>
            </a:xfrm>
            <a:prstGeom prst="roundRect">
              <a:avLst>
                <a:gd name="adj" fmla="val 16667"/>
              </a:avLst>
            </a:prstGeom>
            <a:solidFill>
              <a:srgbClr val="EDF3F4"/>
            </a:solidFill>
            <a:ln>
              <a:noFill/>
            </a:ln>
          </p:spPr>
          <p:txBody>
            <a:bodyPr spcFirstLastPara="1" wrap="square" lIns="119825" tIns="119825" rIns="119825" bIns="119825" anchor="ctr" anchorCtr="0">
              <a:noAutofit/>
            </a:bodyPr>
            <a:lstStyle/>
            <a:p>
              <a:pPr marL="0" lvl="0" indent="0" algn="ctr" rtl="0">
                <a:spcBef>
                  <a:spcPts val="0"/>
                </a:spcBef>
                <a:spcAft>
                  <a:spcPts val="0"/>
                </a:spcAft>
                <a:buNone/>
              </a:pPr>
              <a:endParaRPr sz="1835">
                <a:latin typeface="Alexandria"/>
                <a:ea typeface="Alexandria"/>
                <a:cs typeface="Alexandria"/>
                <a:sym typeface="Alexandria"/>
              </a:endParaRPr>
            </a:p>
          </p:txBody>
        </p:sp>
        <p:sp>
          <p:nvSpPr>
            <p:cNvPr id="1183" name="Google Shape;1183;p47">
              <a:extLst>
                <a:ext uri="{FF2B5EF4-FFF2-40B4-BE49-F238E27FC236}">
                  <a16:creationId xmlns:a16="http://schemas.microsoft.com/office/drawing/2014/main" id="{60830BA1-7114-1D2C-A475-ED3CD0A31504}"/>
                </a:ext>
              </a:extLst>
            </p:cNvPr>
            <p:cNvSpPr/>
            <p:nvPr/>
          </p:nvSpPr>
          <p:spPr>
            <a:xfrm>
              <a:off x="2742905" y="1976124"/>
              <a:ext cx="697200" cy="442200"/>
            </a:xfrm>
            <a:prstGeom prst="ellipse">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835" b="1">
                  <a:latin typeface="Be Vietnam Pro"/>
                  <a:ea typeface="Be Vietnam Pro"/>
                  <a:cs typeface="Be Vietnam Pro"/>
                  <a:sym typeface="Be Vietnam Pro"/>
                </a:rPr>
                <a:t>15th June</a:t>
              </a:r>
              <a:endParaRPr sz="1835">
                <a:latin typeface="Be Vietnam Pro"/>
                <a:ea typeface="Be Vietnam Pro"/>
                <a:cs typeface="Be Vietnam Pro"/>
                <a:sym typeface="Be Vietnam Pro"/>
              </a:endParaRPr>
            </a:p>
          </p:txBody>
        </p:sp>
        <p:sp>
          <p:nvSpPr>
            <p:cNvPr id="1184" name="Google Shape;1184;p47">
              <a:extLst>
                <a:ext uri="{FF2B5EF4-FFF2-40B4-BE49-F238E27FC236}">
                  <a16:creationId xmlns:a16="http://schemas.microsoft.com/office/drawing/2014/main" id="{4C95A063-D875-8B91-41EB-3F790784A168}"/>
                </a:ext>
              </a:extLst>
            </p:cNvPr>
            <p:cNvSpPr txBox="1"/>
            <p:nvPr/>
          </p:nvSpPr>
          <p:spPr>
            <a:xfrm>
              <a:off x="6112471" y="2017400"/>
              <a:ext cx="998700" cy="3597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49">
                  <a:latin typeface="Alexandria Medium"/>
                  <a:ea typeface="Alexandria Medium"/>
                  <a:cs typeface="Alexandria Medium"/>
                  <a:sym typeface="Alexandria Medium"/>
                </a:rPr>
                <a:t>10:00 am -</a:t>
              </a:r>
              <a:endParaRPr sz="1049">
                <a:latin typeface="Alexandria Medium"/>
                <a:ea typeface="Alexandria Medium"/>
                <a:cs typeface="Alexandria Medium"/>
                <a:sym typeface="Alexandria Medium"/>
              </a:endParaRPr>
            </a:p>
            <a:p>
              <a:pPr marL="0" lvl="0" indent="0" algn="r" rtl="0">
                <a:spcBef>
                  <a:spcPts val="0"/>
                </a:spcBef>
                <a:spcAft>
                  <a:spcPts val="0"/>
                </a:spcAft>
                <a:buNone/>
              </a:pPr>
              <a:r>
                <a:rPr lang="en" sz="1049">
                  <a:latin typeface="Alexandria Medium"/>
                  <a:ea typeface="Alexandria Medium"/>
                  <a:cs typeface="Alexandria Medium"/>
                  <a:sym typeface="Alexandria Medium"/>
                </a:rPr>
                <a:t>01:00 pm</a:t>
              </a:r>
              <a:endParaRPr sz="1049">
                <a:latin typeface="Alexandria Medium"/>
                <a:ea typeface="Alexandria Medium"/>
                <a:cs typeface="Alexandria Medium"/>
                <a:sym typeface="Alexandria Medium"/>
              </a:endParaRPr>
            </a:p>
          </p:txBody>
        </p:sp>
        <p:sp>
          <p:nvSpPr>
            <p:cNvPr id="1185" name="Google Shape;1185;p47">
              <a:extLst>
                <a:ext uri="{FF2B5EF4-FFF2-40B4-BE49-F238E27FC236}">
                  <a16:creationId xmlns:a16="http://schemas.microsoft.com/office/drawing/2014/main" id="{5BA23A78-1E8A-901A-DD1C-6C69E293222B}"/>
                </a:ext>
              </a:extLst>
            </p:cNvPr>
            <p:cNvSpPr/>
            <p:nvPr/>
          </p:nvSpPr>
          <p:spPr>
            <a:xfrm>
              <a:off x="1838258" y="1114350"/>
              <a:ext cx="675300" cy="667800"/>
            </a:xfrm>
            <a:prstGeom prst="roundRect">
              <a:avLst>
                <a:gd name="adj" fmla="val 16667"/>
              </a:avLst>
            </a:prstGeom>
            <a:solidFill>
              <a:srgbClr val="232323"/>
            </a:solidFill>
            <a:ln>
              <a:noFill/>
            </a:ln>
          </p:spPr>
          <p:txBody>
            <a:bodyPr spcFirstLastPara="1" wrap="square" lIns="119825" tIns="119825" rIns="119825" bIns="119825" anchor="ctr" anchorCtr="0">
              <a:noAutofit/>
            </a:bodyPr>
            <a:lstStyle/>
            <a:p>
              <a:pPr marL="0" marR="0" lvl="0" indent="0" algn="ctr" rtl="0">
                <a:lnSpc>
                  <a:spcPct val="100000"/>
                </a:lnSpc>
                <a:spcBef>
                  <a:spcPts val="0"/>
                </a:spcBef>
                <a:spcAft>
                  <a:spcPts val="0"/>
                </a:spcAft>
                <a:buNone/>
              </a:pPr>
              <a:endParaRPr sz="1835">
                <a:latin typeface="Alexandria"/>
                <a:ea typeface="Alexandria"/>
                <a:cs typeface="Alexandria"/>
                <a:sym typeface="Alexandria"/>
              </a:endParaRPr>
            </a:p>
          </p:txBody>
        </p:sp>
        <p:sp>
          <p:nvSpPr>
            <p:cNvPr id="1186" name="Google Shape;1186;p47">
              <a:extLst>
                <a:ext uri="{FF2B5EF4-FFF2-40B4-BE49-F238E27FC236}">
                  <a16:creationId xmlns:a16="http://schemas.microsoft.com/office/drawing/2014/main" id="{08F2647B-75B0-5BE2-6CC6-A8A3D96D6C24}"/>
                </a:ext>
              </a:extLst>
            </p:cNvPr>
            <p:cNvSpPr/>
            <p:nvPr/>
          </p:nvSpPr>
          <p:spPr>
            <a:xfrm>
              <a:off x="2598127" y="2612350"/>
              <a:ext cx="4707600" cy="667800"/>
            </a:xfrm>
            <a:prstGeom prst="roundRect">
              <a:avLst>
                <a:gd name="adj" fmla="val 16667"/>
              </a:avLst>
            </a:prstGeom>
            <a:solidFill>
              <a:srgbClr val="EDF3F4"/>
            </a:solidFill>
            <a:ln>
              <a:noFill/>
            </a:ln>
          </p:spPr>
          <p:txBody>
            <a:bodyPr spcFirstLastPara="1" wrap="square" lIns="119825" tIns="119825" rIns="119825" bIns="119825" anchor="ctr" anchorCtr="0">
              <a:noAutofit/>
            </a:bodyPr>
            <a:lstStyle/>
            <a:p>
              <a:pPr marL="0" lvl="0" indent="0" algn="ctr" rtl="0">
                <a:spcBef>
                  <a:spcPts val="0"/>
                </a:spcBef>
                <a:spcAft>
                  <a:spcPts val="0"/>
                </a:spcAft>
                <a:buNone/>
              </a:pPr>
              <a:endParaRPr sz="1835">
                <a:latin typeface="Alexandria"/>
                <a:ea typeface="Alexandria"/>
                <a:cs typeface="Alexandria"/>
                <a:sym typeface="Alexandria"/>
              </a:endParaRPr>
            </a:p>
          </p:txBody>
        </p:sp>
        <p:sp>
          <p:nvSpPr>
            <p:cNvPr id="1187" name="Google Shape;1187;p47">
              <a:extLst>
                <a:ext uri="{FF2B5EF4-FFF2-40B4-BE49-F238E27FC236}">
                  <a16:creationId xmlns:a16="http://schemas.microsoft.com/office/drawing/2014/main" id="{4C286E95-2B1D-B218-531D-F9A9CE26D0E6}"/>
                </a:ext>
              </a:extLst>
            </p:cNvPr>
            <p:cNvSpPr/>
            <p:nvPr/>
          </p:nvSpPr>
          <p:spPr>
            <a:xfrm>
              <a:off x="2742906" y="2725094"/>
              <a:ext cx="675300" cy="442200"/>
            </a:xfrm>
            <a:prstGeom prst="ellipse">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835" b="1">
                  <a:latin typeface="Be Vietnam Pro"/>
                  <a:ea typeface="Be Vietnam Pro"/>
                  <a:cs typeface="Be Vietnam Pro"/>
                  <a:sym typeface="Be Vietnam Pro"/>
                </a:rPr>
                <a:t>28th June</a:t>
              </a:r>
              <a:endParaRPr sz="1835">
                <a:latin typeface="Be Vietnam Pro"/>
                <a:ea typeface="Be Vietnam Pro"/>
                <a:cs typeface="Be Vietnam Pro"/>
                <a:sym typeface="Be Vietnam Pro"/>
              </a:endParaRPr>
            </a:p>
          </p:txBody>
        </p:sp>
        <p:sp>
          <p:nvSpPr>
            <p:cNvPr id="1188" name="Google Shape;1188;p47">
              <a:extLst>
                <a:ext uri="{FF2B5EF4-FFF2-40B4-BE49-F238E27FC236}">
                  <a16:creationId xmlns:a16="http://schemas.microsoft.com/office/drawing/2014/main" id="{AC02C94D-EEE0-6B2A-AB8A-76BB557F787B}"/>
                </a:ext>
              </a:extLst>
            </p:cNvPr>
            <p:cNvSpPr txBox="1"/>
            <p:nvPr/>
          </p:nvSpPr>
          <p:spPr>
            <a:xfrm>
              <a:off x="6112471" y="2766400"/>
              <a:ext cx="998700" cy="3597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49">
                  <a:latin typeface="Alexandria Medium"/>
                  <a:ea typeface="Alexandria Medium"/>
                  <a:cs typeface="Alexandria Medium"/>
                  <a:sym typeface="Alexandria Medium"/>
                </a:rPr>
                <a:t>11:00 am -</a:t>
              </a:r>
              <a:endParaRPr sz="1049">
                <a:latin typeface="Alexandria Medium"/>
                <a:ea typeface="Alexandria Medium"/>
                <a:cs typeface="Alexandria Medium"/>
                <a:sym typeface="Alexandria Medium"/>
              </a:endParaRPr>
            </a:p>
            <a:p>
              <a:pPr marL="0" lvl="0" indent="0" algn="r" rtl="0">
                <a:spcBef>
                  <a:spcPts val="0"/>
                </a:spcBef>
                <a:spcAft>
                  <a:spcPts val="0"/>
                </a:spcAft>
                <a:buNone/>
              </a:pPr>
              <a:r>
                <a:rPr lang="en" sz="1049">
                  <a:latin typeface="Alexandria Medium"/>
                  <a:ea typeface="Alexandria Medium"/>
                  <a:cs typeface="Alexandria Medium"/>
                  <a:sym typeface="Alexandria Medium"/>
                </a:rPr>
                <a:t>03:00 pm</a:t>
              </a:r>
              <a:endParaRPr sz="1049">
                <a:latin typeface="Alexandria Medium"/>
                <a:ea typeface="Alexandria Medium"/>
                <a:cs typeface="Alexandria Medium"/>
                <a:sym typeface="Alexandria Medium"/>
              </a:endParaRPr>
            </a:p>
          </p:txBody>
        </p:sp>
        <p:sp>
          <p:nvSpPr>
            <p:cNvPr id="1189" name="Google Shape;1189;p47">
              <a:extLst>
                <a:ext uri="{FF2B5EF4-FFF2-40B4-BE49-F238E27FC236}">
                  <a16:creationId xmlns:a16="http://schemas.microsoft.com/office/drawing/2014/main" id="{38F6848F-7F29-E62E-097C-2D21395BEDDA}"/>
                </a:ext>
              </a:extLst>
            </p:cNvPr>
            <p:cNvSpPr/>
            <p:nvPr/>
          </p:nvSpPr>
          <p:spPr>
            <a:xfrm>
              <a:off x="1838258" y="1863350"/>
              <a:ext cx="675300" cy="667800"/>
            </a:xfrm>
            <a:prstGeom prst="roundRect">
              <a:avLst>
                <a:gd name="adj" fmla="val 16667"/>
              </a:avLst>
            </a:prstGeom>
            <a:solidFill>
              <a:srgbClr val="EDF3F4"/>
            </a:solidFill>
            <a:ln>
              <a:noFill/>
            </a:ln>
          </p:spPr>
          <p:txBody>
            <a:bodyPr spcFirstLastPara="1" wrap="square" lIns="119825" tIns="119825" rIns="119825" bIns="119825" anchor="ctr" anchorCtr="0">
              <a:noAutofit/>
            </a:bodyPr>
            <a:lstStyle/>
            <a:p>
              <a:pPr marL="0" lvl="0" indent="0" algn="ctr" rtl="0">
                <a:spcBef>
                  <a:spcPts val="0"/>
                </a:spcBef>
                <a:spcAft>
                  <a:spcPts val="0"/>
                </a:spcAft>
                <a:buNone/>
              </a:pPr>
              <a:endParaRPr sz="1835">
                <a:latin typeface="Alexandria"/>
                <a:ea typeface="Alexandria"/>
                <a:cs typeface="Alexandria"/>
                <a:sym typeface="Alexandria"/>
              </a:endParaRPr>
            </a:p>
          </p:txBody>
        </p:sp>
        <p:sp>
          <p:nvSpPr>
            <p:cNvPr id="1190" name="Google Shape;1190;p47">
              <a:extLst>
                <a:ext uri="{FF2B5EF4-FFF2-40B4-BE49-F238E27FC236}">
                  <a16:creationId xmlns:a16="http://schemas.microsoft.com/office/drawing/2014/main" id="{36C88AAD-43F8-FE08-5958-718A5D0F5412}"/>
                </a:ext>
              </a:extLst>
            </p:cNvPr>
            <p:cNvSpPr/>
            <p:nvPr/>
          </p:nvSpPr>
          <p:spPr>
            <a:xfrm>
              <a:off x="1978250" y="2001425"/>
              <a:ext cx="391769" cy="391760"/>
            </a:xfrm>
            <a:custGeom>
              <a:avLst/>
              <a:gdLst/>
              <a:ahLst/>
              <a:cxnLst/>
              <a:rect l="l" t="t" r="r" b="b"/>
              <a:pathLst>
                <a:path w="90010" h="90008" extrusionOk="0">
                  <a:moveTo>
                    <a:pt x="44145" y="0"/>
                  </a:moveTo>
                  <a:lnTo>
                    <a:pt x="43255" y="59"/>
                  </a:lnTo>
                  <a:lnTo>
                    <a:pt x="42365" y="178"/>
                  </a:lnTo>
                  <a:lnTo>
                    <a:pt x="41534" y="356"/>
                  </a:lnTo>
                  <a:lnTo>
                    <a:pt x="40644" y="534"/>
                  </a:lnTo>
                  <a:lnTo>
                    <a:pt x="39814" y="771"/>
                  </a:lnTo>
                  <a:lnTo>
                    <a:pt x="38983" y="1009"/>
                  </a:lnTo>
                  <a:lnTo>
                    <a:pt x="38152" y="1365"/>
                  </a:lnTo>
                  <a:lnTo>
                    <a:pt x="37322" y="1721"/>
                  </a:lnTo>
                  <a:lnTo>
                    <a:pt x="36491" y="2077"/>
                  </a:lnTo>
                  <a:lnTo>
                    <a:pt x="35720" y="2551"/>
                  </a:lnTo>
                  <a:lnTo>
                    <a:pt x="34948" y="3026"/>
                  </a:lnTo>
                  <a:lnTo>
                    <a:pt x="34177" y="3560"/>
                  </a:lnTo>
                  <a:lnTo>
                    <a:pt x="33465" y="4094"/>
                  </a:lnTo>
                  <a:lnTo>
                    <a:pt x="32753" y="4687"/>
                  </a:lnTo>
                  <a:lnTo>
                    <a:pt x="32041" y="5340"/>
                  </a:lnTo>
                  <a:lnTo>
                    <a:pt x="5400" y="32040"/>
                  </a:lnTo>
                  <a:lnTo>
                    <a:pt x="4748" y="32752"/>
                  </a:lnTo>
                  <a:lnTo>
                    <a:pt x="4095" y="33464"/>
                  </a:lnTo>
                  <a:lnTo>
                    <a:pt x="3561" y="34176"/>
                  </a:lnTo>
                  <a:lnTo>
                    <a:pt x="3027" y="34947"/>
                  </a:lnTo>
                  <a:lnTo>
                    <a:pt x="2552" y="35718"/>
                  </a:lnTo>
                  <a:lnTo>
                    <a:pt x="2137" y="36490"/>
                  </a:lnTo>
                  <a:lnTo>
                    <a:pt x="1722" y="37261"/>
                  </a:lnTo>
                  <a:lnTo>
                    <a:pt x="1366" y="38092"/>
                  </a:lnTo>
                  <a:lnTo>
                    <a:pt x="1069" y="38922"/>
                  </a:lnTo>
                  <a:lnTo>
                    <a:pt x="772" y="39812"/>
                  </a:lnTo>
                  <a:lnTo>
                    <a:pt x="535" y="40643"/>
                  </a:lnTo>
                  <a:lnTo>
                    <a:pt x="357" y="41533"/>
                  </a:lnTo>
                  <a:lnTo>
                    <a:pt x="179" y="42364"/>
                  </a:lnTo>
                  <a:lnTo>
                    <a:pt x="120" y="43254"/>
                  </a:lnTo>
                  <a:lnTo>
                    <a:pt x="60" y="44144"/>
                  </a:lnTo>
                  <a:lnTo>
                    <a:pt x="1" y="45034"/>
                  </a:lnTo>
                  <a:lnTo>
                    <a:pt x="60" y="45864"/>
                  </a:lnTo>
                  <a:lnTo>
                    <a:pt x="120" y="46754"/>
                  </a:lnTo>
                  <a:lnTo>
                    <a:pt x="179" y="47644"/>
                  </a:lnTo>
                  <a:lnTo>
                    <a:pt x="357" y="48534"/>
                  </a:lnTo>
                  <a:lnTo>
                    <a:pt x="535" y="49365"/>
                  </a:lnTo>
                  <a:lnTo>
                    <a:pt x="772" y="50196"/>
                  </a:lnTo>
                  <a:lnTo>
                    <a:pt x="1069" y="51086"/>
                  </a:lnTo>
                  <a:lnTo>
                    <a:pt x="1366" y="51916"/>
                  </a:lnTo>
                  <a:lnTo>
                    <a:pt x="1722" y="52747"/>
                  </a:lnTo>
                  <a:lnTo>
                    <a:pt x="2137" y="53518"/>
                  </a:lnTo>
                  <a:lnTo>
                    <a:pt x="2552" y="54290"/>
                  </a:lnTo>
                  <a:lnTo>
                    <a:pt x="3027" y="55061"/>
                  </a:lnTo>
                  <a:lnTo>
                    <a:pt x="3561" y="55832"/>
                  </a:lnTo>
                  <a:lnTo>
                    <a:pt x="4095" y="56544"/>
                  </a:lnTo>
                  <a:lnTo>
                    <a:pt x="4748" y="57256"/>
                  </a:lnTo>
                  <a:lnTo>
                    <a:pt x="5400" y="57968"/>
                  </a:lnTo>
                  <a:lnTo>
                    <a:pt x="32041" y="84668"/>
                  </a:lnTo>
                  <a:lnTo>
                    <a:pt x="32753" y="85321"/>
                  </a:lnTo>
                  <a:lnTo>
                    <a:pt x="33465" y="85914"/>
                  </a:lnTo>
                  <a:lnTo>
                    <a:pt x="34177" y="86448"/>
                  </a:lnTo>
                  <a:lnTo>
                    <a:pt x="34948" y="86982"/>
                  </a:lnTo>
                  <a:lnTo>
                    <a:pt x="35720" y="87457"/>
                  </a:lnTo>
                  <a:lnTo>
                    <a:pt x="36491" y="87931"/>
                  </a:lnTo>
                  <a:lnTo>
                    <a:pt x="37322" y="88287"/>
                  </a:lnTo>
                  <a:lnTo>
                    <a:pt x="38152" y="88643"/>
                  </a:lnTo>
                  <a:lnTo>
                    <a:pt x="38983" y="88999"/>
                  </a:lnTo>
                  <a:lnTo>
                    <a:pt x="39814" y="89237"/>
                  </a:lnTo>
                  <a:lnTo>
                    <a:pt x="40644" y="89474"/>
                  </a:lnTo>
                  <a:lnTo>
                    <a:pt x="41534" y="89652"/>
                  </a:lnTo>
                  <a:lnTo>
                    <a:pt x="42365" y="89830"/>
                  </a:lnTo>
                  <a:lnTo>
                    <a:pt x="43255" y="89949"/>
                  </a:lnTo>
                  <a:lnTo>
                    <a:pt x="44145" y="90008"/>
                  </a:lnTo>
                  <a:lnTo>
                    <a:pt x="45925" y="90008"/>
                  </a:lnTo>
                  <a:lnTo>
                    <a:pt x="46756" y="89949"/>
                  </a:lnTo>
                  <a:lnTo>
                    <a:pt x="47646" y="89830"/>
                  </a:lnTo>
                  <a:lnTo>
                    <a:pt x="48536" y="89652"/>
                  </a:lnTo>
                  <a:lnTo>
                    <a:pt x="49366" y="89474"/>
                  </a:lnTo>
                  <a:lnTo>
                    <a:pt x="50256" y="89237"/>
                  </a:lnTo>
                  <a:lnTo>
                    <a:pt x="51087" y="88999"/>
                  </a:lnTo>
                  <a:lnTo>
                    <a:pt x="51918" y="88643"/>
                  </a:lnTo>
                  <a:lnTo>
                    <a:pt x="52748" y="88287"/>
                  </a:lnTo>
                  <a:lnTo>
                    <a:pt x="53520" y="87931"/>
                  </a:lnTo>
                  <a:lnTo>
                    <a:pt x="54350" y="87457"/>
                  </a:lnTo>
                  <a:lnTo>
                    <a:pt x="55122" y="86982"/>
                  </a:lnTo>
                  <a:lnTo>
                    <a:pt x="55834" y="86448"/>
                  </a:lnTo>
                  <a:lnTo>
                    <a:pt x="56605" y="85914"/>
                  </a:lnTo>
                  <a:lnTo>
                    <a:pt x="57317" y="85321"/>
                  </a:lnTo>
                  <a:lnTo>
                    <a:pt x="57970" y="84668"/>
                  </a:lnTo>
                  <a:lnTo>
                    <a:pt x="84670" y="57968"/>
                  </a:lnTo>
                  <a:lnTo>
                    <a:pt x="85322" y="57256"/>
                  </a:lnTo>
                  <a:lnTo>
                    <a:pt x="85916" y="56544"/>
                  </a:lnTo>
                  <a:lnTo>
                    <a:pt x="86509" y="55832"/>
                  </a:lnTo>
                  <a:lnTo>
                    <a:pt x="87043" y="55061"/>
                  </a:lnTo>
                  <a:lnTo>
                    <a:pt x="87518" y="54290"/>
                  </a:lnTo>
                  <a:lnTo>
                    <a:pt x="87933" y="53518"/>
                  </a:lnTo>
                  <a:lnTo>
                    <a:pt x="88348" y="52747"/>
                  </a:lnTo>
                  <a:lnTo>
                    <a:pt x="88704" y="51916"/>
                  </a:lnTo>
                  <a:lnTo>
                    <a:pt x="89001" y="51086"/>
                  </a:lnTo>
                  <a:lnTo>
                    <a:pt x="89298" y="50196"/>
                  </a:lnTo>
                  <a:lnTo>
                    <a:pt x="89535" y="49365"/>
                  </a:lnTo>
                  <a:lnTo>
                    <a:pt x="89713" y="48534"/>
                  </a:lnTo>
                  <a:lnTo>
                    <a:pt x="89832" y="47644"/>
                  </a:lnTo>
                  <a:lnTo>
                    <a:pt x="89950" y="46754"/>
                  </a:lnTo>
                  <a:lnTo>
                    <a:pt x="90010" y="45864"/>
                  </a:lnTo>
                  <a:lnTo>
                    <a:pt x="90010" y="45034"/>
                  </a:lnTo>
                  <a:lnTo>
                    <a:pt x="90010" y="44144"/>
                  </a:lnTo>
                  <a:lnTo>
                    <a:pt x="89950" y="43254"/>
                  </a:lnTo>
                  <a:lnTo>
                    <a:pt x="89832" y="42364"/>
                  </a:lnTo>
                  <a:lnTo>
                    <a:pt x="89713" y="41533"/>
                  </a:lnTo>
                  <a:lnTo>
                    <a:pt x="89535" y="40643"/>
                  </a:lnTo>
                  <a:lnTo>
                    <a:pt x="89298" y="39812"/>
                  </a:lnTo>
                  <a:lnTo>
                    <a:pt x="89001" y="38922"/>
                  </a:lnTo>
                  <a:lnTo>
                    <a:pt x="88704" y="38092"/>
                  </a:lnTo>
                  <a:lnTo>
                    <a:pt x="88348" y="37261"/>
                  </a:lnTo>
                  <a:lnTo>
                    <a:pt x="87933" y="36490"/>
                  </a:lnTo>
                  <a:lnTo>
                    <a:pt x="87518" y="35718"/>
                  </a:lnTo>
                  <a:lnTo>
                    <a:pt x="87043" y="34947"/>
                  </a:lnTo>
                  <a:lnTo>
                    <a:pt x="86509" y="34176"/>
                  </a:lnTo>
                  <a:lnTo>
                    <a:pt x="85916" y="33464"/>
                  </a:lnTo>
                  <a:lnTo>
                    <a:pt x="85322" y="32752"/>
                  </a:lnTo>
                  <a:lnTo>
                    <a:pt x="84670" y="32040"/>
                  </a:lnTo>
                  <a:lnTo>
                    <a:pt x="57970" y="5340"/>
                  </a:lnTo>
                  <a:lnTo>
                    <a:pt x="57317" y="4687"/>
                  </a:lnTo>
                  <a:lnTo>
                    <a:pt x="56605" y="4094"/>
                  </a:lnTo>
                  <a:lnTo>
                    <a:pt x="55834" y="3560"/>
                  </a:lnTo>
                  <a:lnTo>
                    <a:pt x="55122" y="3026"/>
                  </a:lnTo>
                  <a:lnTo>
                    <a:pt x="54350" y="2551"/>
                  </a:lnTo>
                  <a:lnTo>
                    <a:pt x="53520" y="2077"/>
                  </a:lnTo>
                  <a:lnTo>
                    <a:pt x="52748" y="1721"/>
                  </a:lnTo>
                  <a:lnTo>
                    <a:pt x="51918" y="1365"/>
                  </a:lnTo>
                  <a:lnTo>
                    <a:pt x="51087" y="1009"/>
                  </a:lnTo>
                  <a:lnTo>
                    <a:pt x="50256" y="771"/>
                  </a:lnTo>
                  <a:lnTo>
                    <a:pt x="49366" y="534"/>
                  </a:lnTo>
                  <a:lnTo>
                    <a:pt x="48536" y="356"/>
                  </a:lnTo>
                  <a:lnTo>
                    <a:pt x="47646" y="178"/>
                  </a:lnTo>
                  <a:lnTo>
                    <a:pt x="46756" y="59"/>
                  </a:lnTo>
                  <a:lnTo>
                    <a:pt x="45925" y="0"/>
                  </a:lnTo>
                  <a:close/>
                </a:path>
              </a:pathLst>
            </a:custGeom>
            <a:solidFill>
              <a:srgbClr val="232323"/>
            </a:solidFill>
            <a:ln>
              <a:noFill/>
            </a:ln>
          </p:spPr>
          <p:txBody>
            <a:bodyPr spcFirstLastPara="1" wrap="square" lIns="119825" tIns="119825" rIns="119825" bIns="119825" anchor="ctr" anchorCtr="0">
              <a:noAutofit/>
            </a:bodyPr>
            <a:lstStyle/>
            <a:p>
              <a:pPr marL="0" marR="0" lvl="0" indent="0" algn="ctr" rtl="0">
                <a:lnSpc>
                  <a:spcPct val="100000"/>
                </a:lnSpc>
                <a:spcBef>
                  <a:spcPts val="0"/>
                </a:spcBef>
                <a:spcAft>
                  <a:spcPts val="0"/>
                </a:spcAft>
                <a:buNone/>
              </a:pPr>
              <a:endParaRPr sz="1835">
                <a:latin typeface="Alexandria"/>
                <a:ea typeface="Alexandria"/>
                <a:cs typeface="Alexandria"/>
                <a:sym typeface="Alexandria"/>
              </a:endParaRPr>
            </a:p>
          </p:txBody>
        </p:sp>
        <p:sp>
          <p:nvSpPr>
            <p:cNvPr id="1191" name="Google Shape;1191;p47">
              <a:extLst>
                <a:ext uri="{FF2B5EF4-FFF2-40B4-BE49-F238E27FC236}">
                  <a16:creationId xmlns:a16="http://schemas.microsoft.com/office/drawing/2014/main" id="{D3787ABC-6E6D-E226-BB10-CBC1346A78CF}"/>
                </a:ext>
              </a:extLst>
            </p:cNvPr>
            <p:cNvSpPr/>
            <p:nvPr/>
          </p:nvSpPr>
          <p:spPr>
            <a:xfrm>
              <a:off x="1980200" y="2750362"/>
              <a:ext cx="391825" cy="391830"/>
            </a:xfrm>
            <a:custGeom>
              <a:avLst/>
              <a:gdLst/>
              <a:ahLst/>
              <a:cxnLst/>
              <a:rect l="l" t="t" r="r" b="b"/>
              <a:pathLst>
                <a:path w="82533" h="82534" extrusionOk="0">
                  <a:moveTo>
                    <a:pt x="41237" y="1"/>
                  </a:moveTo>
                  <a:lnTo>
                    <a:pt x="40525" y="60"/>
                  </a:lnTo>
                  <a:lnTo>
                    <a:pt x="39872" y="179"/>
                  </a:lnTo>
                  <a:lnTo>
                    <a:pt x="39160" y="357"/>
                  </a:lnTo>
                  <a:lnTo>
                    <a:pt x="38508" y="594"/>
                  </a:lnTo>
                  <a:lnTo>
                    <a:pt x="32337" y="3502"/>
                  </a:lnTo>
                  <a:lnTo>
                    <a:pt x="31803" y="3739"/>
                  </a:lnTo>
                  <a:lnTo>
                    <a:pt x="31269" y="3917"/>
                  </a:lnTo>
                  <a:lnTo>
                    <a:pt x="30676" y="4036"/>
                  </a:lnTo>
                  <a:lnTo>
                    <a:pt x="30142" y="4095"/>
                  </a:lnTo>
                  <a:lnTo>
                    <a:pt x="23318" y="4688"/>
                  </a:lnTo>
                  <a:lnTo>
                    <a:pt x="22606" y="4807"/>
                  </a:lnTo>
                  <a:lnTo>
                    <a:pt x="21894" y="4985"/>
                  </a:lnTo>
                  <a:lnTo>
                    <a:pt x="21242" y="5222"/>
                  </a:lnTo>
                  <a:lnTo>
                    <a:pt x="20648" y="5519"/>
                  </a:lnTo>
                  <a:lnTo>
                    <a:pt x="20055" y="5934"/>
                  </a:lnTo>
                  <a:lnTo>
                    <a:pt x="19521" y="6350"/>
                  </a:lnTo>
                  <a:lnTo>
                    <a:pt x="18987" y="6884"/>
                  </a:lnTo>
                  <a:lnTo>
                    <a:pt x="18572" y="7418"/>
                  </a:lnTo>
                  <a:lnTo>
                    <a:pt x="14656" y="13054"/>
                  </a:lnTo>
                  <a:lnTo>
                    <a:pt x="14300" y="13529"/>
                  </a:lnTo>
                  <a:lnTo>
                    <a:pt x="13884" y="13944"/>
                  </a:lnTo>
                  <a:lnTo>
                    <a:pt x="13469" y="14300"/>
                  </a:lnTo>
                  <a:lnTo>
                    <a:pt x="13054" y="14656"/>
                  </a:lnTo>
                  <a:lnTo>
                    <a:pt x="7417" y="18572"/>
                  </a:lnTo>
                  <a:lnTo>
                    <a:pt x="6883" y="18988"/>
                  </a:lnTo>
                  <a:lnTo>
                    <a:pt x="6349" y="19521"/>
                  </a:lnTo>
                  <a:lnTo>
                    <a:pt x="5933" y="20055"/>
                  </a:lnTo>
                  <a:lnTo>
                    <a:pt x="5518" y="20649"/>
                  </a:lnTo>
                  <a:lnTo>
                    <a:pt x="5221" y="21242"/>
                  </a:lnTo>
                  <a:lnTo>
                    <a:pt x="4984" y="21954"/>
                  </a:lnTo>
                  <a:lnTo>
                    <a:pt x="4806" y="22607"/>
                  </a:lnTo>
                  <a:lnTo>
                    <a:pt x="4687" y="23319"/>
                  </a:lnTo>
                  <a:lnTo>
                    <a:pt x="4094" y="30142"/>
                  </a:lnTo>
                  <a:lnTo>
                    <a:pt x="4035" y="30735"/>
                  </a:lnTo>
                  <a:lnTo>
                    <a:pt x="3916" y="31269"/>
                  </a:lnTo>
                  <a:lnTo>
                    <a:pt x="3738" y="31803"/>
                  </a:lnTo>
                  <a:lnTo>
                    <a:pt x="3501" y="32337"/>
                  </a:lnTo>
                  <a:lnTo>
                    <a:pt x="593" y="38508"/>
                  </a:lnTo>
                  <a:lnTo>
                    <a:pt x="356" y="39220"/>
                  </a:lnTo>
                  <a:lnTo>
                    <a:pt x="178" y="39873"/>
                  </a:lnTo>
                  <a:lnTo>
                    <a:pt x="59" y="40585"/>
                  </a:lnTo>
                  <a:lnTo>
                    <a:pt x="0" y="41297"/>
                  </a:lnTo>
                  <a:lnTo>
                    <a:pt x="59" y="41949"/>
                  </a:lnTo>
                  <a:lnTo>
                    <a:pt x="178" y="42661"/>
                  </a:lnTo>
                  <a:lnTo>
                    <a:pt x="356" y="43373"/>
                  </a:lnTo>
                  <a:lnTo>
                    <a:pt x="593" y="44026"/>
                  </a:lnTo>
                  <a:lnTo>
                    <a:pt x="3501" y="50197"/>
                  </a:lnTo>
                  <a:lnTo>
                    <a:pt x="3738" y="50731"/>
                  </a:lnTo>
                  <a:lnTo>
                    <a:pt x="3916" y="51265"/>
                  </a:lnTo>
                  <a:lnTo>
                    <a:pt x="4035" y="51858"/>
                  </a:lnTo>
                  <a:lnTo>
                    <a:pt x="4094" y="52392"/>
                  </a:lnTo>
                  <a:lnTo>
                    <a:pt x="4687" y="59215"/>
                  </a:lnTo>
                  <a:lnTo>
                    <a:pt x="4806" y="59927"/>
                  </a:lnTo>
                  <a:lnTo>
                    <a:pt x="4984" y="60639"/>
                  </a:lnTo>
                  <a:lnTo>
                    <a:pt x="5221" y="61292"/>
                  </a:lnTo>
                  <a:lnTo>
                    <a:pt x="5518" y="61885"/>
                  </a:lnTo>
                  <a:lnTo>
                    <a:pt x="5933" y="62479"/>
                  </a:lnTo>
                  <a:lnTo>
                    <a:pt x="6349" y="63013"/>
                  </a:lnTo>
                  <a:lnTo>
                    <a:pt x="6883" y="63547"/>
                  </a:lnTo>
                  <a:lnTo>
                    <a:pt x="7417" y="63962"/>
                  </a:lnTo>
                  <a:lnTo>
                    <a:pt x="13054" y="67878"/>
                  </a:lnTo>
                  <a:lnTo>
                    <a:pt x="13469" y="68234"/>
                  </a:lnTo>
                  <a:lnTo>
                    <a:pt x="13884" y="68590"/>
                  </a:lnTo>
                  <a:lnTo>
                    <a:pt x="14300" y="69005"/>
                  </a:lnTo>
                  <a:lnTo>
                    <a:pt x="14656" y="69480"/>
                  </a:lnTo>
                  <a:lnTo>
                    <a:pt x="18572" y="75116"/>
                  </a:lnTo>
                  <a:lnTo>
                    <a:pt x="18987" y="75650"/>
                  </a:lnTo>
                  <a:lnTo>
                    <a:pt x="19521" y="76184"/>
                  </a:lnTo>
                  <a:lnTo>
                    <a:pt x="20055" y="76600"/>
                  </a:lnTo>
                  <a:lnTo>
                    <a:pt x="20648" y="77015"/>
                  </a:lnTo>
                  <a:lnTo>
                    <a:pt x="21242" y="77312"/>
                  </a:lnTo>
                  <a:lnTo>
                    <a:pt x="21894" y="77549"/>
                  </a:lnTo>
                  <a:lnTo>
                    <a:pt x="22606" y="77727"/>
                  </a:lnTo>
                  <a:lnTo>
                    <a:pt x="23318" y="77846"/>
                  </a:lnTo>
                  <a:lnTo>
                    <a:pt x="30142" y="78439"/>
                  </a:lnTo>
                  <a:lnTo>
                    <a:pt x="30676" y="78498"/>
                  </a:lnTo>
                  <a:lnTo>
                    <a:pt x="31269" y="78617"/>
                  </a:lnTo>
                  <a:lnTo>
                    <a:pt x="31803" y="78795"/>
                  </a:lnTo>
                  <a:lnTo>
                    <a:pt x="32337" y="79032"/>
                  </a:lnTo>
                  <a:lnTo>
                    <a:pt x="38508" y="81940"/>
                  </a:lnTo>
                  <a:lnTo>
                    <a:pt x="39160" y="82177"/>
                  </a:lnTo>
                  <a:lnTo>
                    <a:pt x="39872" y="82355"/>
                  </a:lnTo>
                  <a:lnTo>
                    <a:pt x="40525" y="82474"/>
                  </a:lnTo>
                  <a:lnTo>
                    <a:pt x="41237" y="82533"/>
                  </a:lnTo>
                  <a:lnTo>
                    <a:pt x="41949" y="82474"/>
                  </a:lnTo>
                  <a:lnTo>
                    <a:pt x="42661" y="82355"/>
                  </a:lnTo>
                  <a:lnTo>
                    <a:pt x="43314" y="82177"/>
                  </a:lnTo>
                  <a:lnTo>
                    <a:pt x="43966" y="81940"/>
                  </a:lnTo>
                  <a:lnTo>
                    <a:pt x="50196" y="79032"/>
                  </a:lnTo>
                  <a:lnTo>
                    <a:pt x="50730" y="78795"/>
                  </a:lnTo>
                  <a:lnTo>
                    <a:pt x="51264" y="78617"/>
                  </a:lnTo>
                  <a:lnTo>
                    <a:pt x="51798" y="78498"/>
                  </a:lnTo>
                  <a:lnTo>
                    <a:pt x="52392" y="78439"/>
                  </a:lnTo>
                  <a:lnTo>
                    <a:pt x="59215" y="77846"/>
                  </a:lnTo>
                  <a:lnTo>
                    <a:pt x="59927" y="77727"/>
                  </a:lnTo>
                  <a:lnTo>
                    <a:pt x="60580" y="77549"/>
                  </a:lnTo>
                  <a:lnTo>
                    <a:pt x="61232" y="77312"/>
                  </a:lnTo>
                  <a:lnTo>
                    <a:pt x="61885" y="77015"/>
                  </a:lnTo>
                  <a:lnTo>
                    <a:pt x="62478" y="76600"/>
                  </a:lnTo>
                  <a:lnTo>
                    <a:pt x="63012" y="76184"/>
                  </a:lnTo>
                  <a:lnTo>
                    <a:pt x="63487" y="75650"/>
                  </a:lnTo>
                  <a:lnTo>
                    <a:pt x="63962" y="75116"/>
                  </a:lnTo>
                  <a:lnTo>
                    <a:pt x="67878" y="69480"/>
                  </a:lnTo>
                  <a:lnTo>
                    <a:pt x="68234" y="69005"/>
                  </a:lnTo>
                  <a:lnTo>
                    <a:pt x="68590" y="68590"/>
                  </a:lnTo>
                  <a:lnTo>
                    <a:pt x="69005" y="68234"/>
                  </a:lnTo>
                  <a:lnTo>
                    <a:pt x="69480" y="67878"/>
                  </a:lnTo>
                  <a:lnTo>
                    <a:pt x="75057" y="63962"/>
                  </a:lnTo>
                  <a:lnTo>
                    <a:pt x="75650" y="63547"/>
                  </a:lnTo>
                  <a:lnTo>
                    <a:pt x="76125" y="63013"/>
                  </a:lnTo>
                  <a:lnTo>
                    <a:pt x="76600" y="62479"/>
                  </a:lnTo>
                  <a:lnTo>
                    <a:pt x="76956" y="61885"/>
                  </a:lnTo>
                  <a:lnTo>
                    <a:pt x="77312" y="61292"/>
                  </a:lnTo>
                  <a:lnTo>
                    <a:pt x="77549" y="60639"/>
                  </a:lnTo>
                  <a:lnTo>
                    <a:pt x="77727" y="59927"/>
                  </a:lnTo>
                  <a:lnTo>
                    <a:pt x="77846" y="59215"/>
                  </a:lnTo>
                  <a:lnTo>
                    <a:pt x="78439" y="52392"/>
                  </a:lnTo>
                  <a:lnTo>
                    <a:pt x="78498" y="51858"/>
                  </a:lnTo>
                  <a:lnTo>
                    <a:pt x="78617" y="51265"/>
                  </a:lnTo>
                  <a:lnTo>
                    <a:pt x="78795" y="50731"/>
                  </a:lnTo>
                  <a:lnTo>
                    <a:pt x="78973" y="50197"/>
                  </a:lnTo>
                  <a:lnTo>
                    <a:pt x="81880" y="44026"/>
                  </a:lnTo>
                  <a:lnTo>
                    <a:pt x="82177" y="43373"/>
                  </a:lnTo>
                  <a:lnTo>
                    <a:pt x="82355" y="42661"/>
                  </a:lnTo>
                  <a:lnTo>
                    <a:pt x="82474" y="41949"/>
                  </a:lnTo>
                  <a:lnTo>
                    <a:pt x="82533" y="41297"/>
                  </a:lnTo>
                  <a:lnTo>
                    <a:pt x="82474" y="40585"/>
                  </a:lnTo>
                  <a:lnTo>
                    <a:pt x="82355" y="39873"/>
                  </a:lnTo>
                  <a:lnTo>
                    <a:pt x="82177" y="39220"/>
                  </a:lnTo>
                  <a:lnTo>
                    <a:pt x="81880" y="38508"/>
                  </a:lnTo>
                  <a:lnTo>
                    <a:pt x="78973" y="32337"/>
                  </a:lnTo>
                  <a:lnTo>
                    <a:pt x="78795" y="31803"/>
                  </a:lnTo>
                  <a:lnTo>
                    <a:pt x="78617" y="31269"/>
                  </a:lnTo>
                  <a:lnTo>
                    <a:pt x="78498" y="30735"/>
                  </a:lnTo>
                  <a:lnTo>
                    <a:pt x="78439" y="30142"/>
                  </a:lnTo>
                  <a:lnTo>
                    <a:pt x="77846" y="23319"/>
                  </a:lnTo>
                  <a:lnTo>
                    <a:pt x="77727" y="22607"/>
                  </a:lnTo>
                  <a:lnTo>
                    <a:pt x="77549" y="21954"/>
                  </a:lnTo>
                  <a:lnTo>
                    <a:pt x="77312" y="21242"/>
                  </a:lnTo>
                  <a:lnTo>
                    <a:pt x="76956" y="20649"/>
                  </a:lnTo>
                  <a:lnTo>
                    <a:pt x="76600" y="20055"/>
                  </a:lnTo>
                  <a:lnTo>
                    <a:pt x="76125" y="19521"/>
                  </a:lnTo>
                  <a:lnTo>
                    <a:pt x="75650" y="18988"/>
                  </a:lnTo>
                  <a:lnTo>
                    <a:pt x="75057" y="18572"/>
                  </a:lnTo>
                  <a:lnTo>
                    <a:pt x="69480" y="14656"/>
                  </a:lnTo>
                  <a:lnTo>
                    <a:pt x="69005" y="14300"/>
                  </a:lnTo>
                  <a:lnTo>
                    <a:pt x="68590" y="13944"/>
                  </a:lnTo>
                  <a:lnTo>
                    <a:pt x="68234" y="13529"/>
                  </a:lnTo>
                  <a:lnTo>
                    <a:pt x="67878" y="13054"/>
                  </a:lnTo>
                  <a:lnTo>
                    <a:pt x="63962" y="7418"/>
                  </a:lnTo>
                  <a:lnTo>
                    <a:pt x="63487" y="6884"/>
                  </a:lnTo>
                  <a:lnTo>
                    <a:pt x="63012" y="6350"/>
                  </a:lnTo>
                  <a:lnTo>
                    <a:pt x="62478" y="5934"/>
                  </a:lnTo>
                  <a:lnTo>
                    <a:pt x="61885" y="5519"/>
                  </a:lnTo>
                  <a:lnTo>
                    <a:pt x="61232" y="5222"/>
                  </a:lnTo>
                  <a:lnTo>
                    <a:pt x="60580" y="4985"/>
                  </a:lnTo>
                  <a:lnTo>
                    <a:pt x="59927" y="4807"/>
                  </a:lnTo>
                  <a:lnTo>
                    <a:pt x="59215" y="4688"/>
                  </a:lnTo>
                  <a:lnTo>
                    <a:pt x="52392" y="4095"/>
                  </a:lnTo>
                  <a:lnTo>
                    <a:pt x="51798" y="4036"/>
                  </a:lnTo>
                  <a:lnTo>
                    <a:pt x="51264" y="3917"/>
                  </a:lnTo>
                  <a:lnTo>
                    <a:pt x="50730" y="3739"/>
                  </a:lnTo>
                  <a:lnTo>
                    <a:pt x="50196" y="3502"/>
                  </a:lnTo>
                  <a:lnTo>
                    <a:pt x="43966" y="594"/>
                  </a:lnTo>
                  <a:lnTo>
                    <a:pt x="43314" y="357"/>
                  </a:lnTo>
                  <a:lnTo>
                    <a:pt x="42661" y="179"/>
                  </a:lnTo>
                  <a:lnTo>
                    <a:pt x="41949" y="60"/>
                  </a:lnTo>
                  <a:lnTo>
                    <a:pt x="41237" y="1"/>
                  </a:lnTo>
                  <a:close/>
                </a:path>
              </a:pathLst>
            </a:custGeom>
            <a:solidFill>
              <a:srgbClr val="232323"/>
            </a:solidFill>
            <a:ln>
              <a:noFill/>
            </a:ln>
          </p:spPr>
          <p:txBody>
            <a:bodyPr spcFirstLastPara="1" wrap="square" lIns="119825" tIns="119825" rIns="119825" bIns="119825" anchor="ctr" anchorCtr="0">
              <a:noAutofit/>
            </a:bodyPr>
            <a:lstStyle/>
            <a:p>
              <a:pPr marL="0" marR="0" lvl="0" indent="0" algn="ctr" rtl="0">
                <a:lnSpc>
                  <a:spcPct val="100000"/>
                </a:lnSpc>
                <a:spcBef>
                  <a:spcPts val="0"/>
                </a:spcBef>
                <a:spcAft>
                  <a:spcPts val="0"/>
                </a:spcAft>
                <a:buNone/>
              </a:pPr>
              <a:endParaRPr sz="1835">
                <a:latin typeface="Alexandria"/>
                <a:ea typeface="Alexandria"/>
                <a:cs typeface="Alexandria"/>
                <a:sym typeface="Alexandria"/>
              </a:endParaRPr>
            </a:p>
          </p:txBody>
        </p:sp>
        <p:sp>
          <p:nvSpPr>
            <p:cNvPr id="1192" name="Google Shape;1192;p47">
              <a:extLst>
                <a:ext uri="{FF2B5EF4-FFF2-40B4-BE49-F238E27FC236}">
                  <a16:creationId xmlns:a16="http://schemas.microsoft.com/office/drawing/2014/main" id="{D149F7B6-C066-B1DF-9344-1A59AFA325D0}"/>
                </a:ext>
              </a:extLst>
            </p:cNvPr>
            <p:cNvSpPr/>
            <p:nvPr/>
          </p:nvSpPr>
          <p:spPr>
            <a:xfrm>
              <a:off x="1976200" y="1250349"/>
              <a:ext cx="395929" cy="395702"/>
            </a:xfrm>
            <a:custGeom>
              <a:avLst/>
              <a:gdLst/>
              <a:ahLst/>
              <a:cxnLst/>
              <a:rect l="l" t="t" r="r" b="b"/>
              <a:pathLst>
                <a:path w="88823" h="88822" extrusionOk="0">
                  <a:moveTo>
                    <a:pt x="52510" y="0"/>
                  </a:moveTo>
                  <a:lnTo>
                    <a:pt x="51145" y="60"/>
                  </a:lnTo>
                  <a:lnTo>
                    <a:pt x="49781" y="238"/>
                  </a:lnTo>
                  <a:lnTo>
                    <a:pt x="48357" y="534"/>
                  </a:lnTo>
                  <a:lnTo>
                    <a:pt x="47051" y="950"/>
                  </a:lnTo>
                  <a:lnTo>
                    <a:pt x="45687" y="1424"/>
                  </a:lnTo>
                  <a:lnTo>
                    <a:pt x="44381" y="2018"/>
                  </a:lnTo>
                  <a:lnTo>
                    <a:pt x="43076" y="2730"/>
                  </a:lnTo>
                  <a:lnTo>
                    <a:pt x="41830" y="3560"/>
                  </a:lnTo>
                  <a:lnTo>
                    <a:pt x="40643" y="4510"/>
                  </a:lnTo>
                  <a:lnTo>
                    <a:pt x="39516" y="5578"/>
                  </a:lnTo>
                  <a:lnTo>
                    <a:pt x="38389" y="6764"/>
                  </a:lnTo>
                  <a:lnTo>
                    <a:pt x="35956" y="9612"/>
                  </a:lnTo>
                  <a:lnTo>
                    <a:pt x="35303" y="10384"/>
                  </a:lnTo>
                  <a:lnTo>
                    <a:pt x="34591" y="11036"/>
                  </a:lnTo>
                  <a:lnTo>
                    <a:pt x="33879" y="11748"/>
                  </a:lnTo>
                  <a:lnTo>
                    <a:pt x="33108" y="12342"/>
                  </a:lnTo>
                  <a:lnTo>
                    <a:pt x="32337" y="12935"/>
                  </a:lnTo>
                  <a:lnTo>
                    <a:pt x="31506" y="13469"/>
                  </a:lnTo>
                  <a:lnTo>
                    <a:pt x="30675" y="13944"/>
                  </a:lnTo>
                  <a:lnTo>
                    <a:pt x="29785" y="14418"/>
                  </a:lnTo>
                  <a:lnTo>
                    <a:pt x="28895" y="14834"/>
                  </a:lnTo>
                  <a:lnTo>
                    <a:pt x="28005" y="15190"/>
                  </a:lnTo>
                  <a:lnTo>
                    <a:pt x="27056" y="15486"/>
                  </a:lnTo>
                  <a:lnTo>
                    <a:pt x="26107" y="15783"/>
                  </a:lnTo>
                  <a:lnTo>
                    <a:pt x="25157" y="16020"/>
                  </a:lnTo>
                  <a:lnTo>
                    <a:pt x="24149" y="16139"/>
                  </a:lnTo>
                  <a:lnTo>
                    <a:pt x="23199" y="16258"/>
                  </a:lnTo>
                  <a:lnTo>
                    <a:pt x="22191" y="16376"/>
                  </a:lnTo>
                  <a:lnTo>
                    <a:pt x="18453" y="16495"/>
                  </a:lnTo>
                  <a:lnTo>
                    <a:pt x="16851" y="16673"/>
                  </a:lnTo>
                  <a:lnTo>
                    <a:pt x="15308" y="16910"/>
                  </a:lnTo>
                  <a:lnTo>
                    <a:pt x="13825" y="17266"/>
                  </a:lnTo>
                  <a:lnTo>
                    <a:pt x="12401" y="17741"/>
                  </a:lnTo>
                  <a:lnTo>
                    <a:pt x="11036" y="18275"/>
                  </a:lnTo>
                  <a:lnTo>
                    <a:pt x="9731" y="18987"/>
                  </a:lnTo>
                  <a:lnTo>
                    <a:pt x="8544" y="19699"/>
                  </a:lnTo>
                  <a:lnTo>
                    <a:pt x="7417" y="20530"/>
                  </a:lnTo>
                  <a:lnTo>
                    <a:pt x="6349" y="21479"/>
                  </a:lnTo>
                  <a:lnTo>
                    <a:pt x="5340" y="22428"/>
                  </a:lnTo>
                  <a:lnTo>
                    <a:pt x="4450" y="23496"/>
                  </a:lnTo>
                  <a:lnTo>
                    <a:pt x="3560" y="24623"/>
                  </a:lnTo>
                  <a:lnTo>
                    <a:pt x="2848" y="25751"/>
                  </a:lnTo>
                  <a:lnTo>
                    <a:pt x="2195" y="26937"/>
                  </a:lnTo>
                  <a:lnTo>
                    <a:pt x="1602" y="28243"/>
                  </a:lnTo>
                  <a:lnTo>
                    <a:pt x="1068" y="29489"/>
                  </a:lnTo>
                  <a:lnTo>
                    <a:pt x="712" y="30853"/>
                  </a:lnTo>
                  <a:lnTo>
                    <a:pt x="356" y="32159"/>
                  </a:lnTo>
                  <a:lnTo>
                    <a:pt x="178" y="33523"/>
                  </a:lnTo>
                  <a:lnTo>
                    <a:pt x="59" y="34888"/>
                  </a:lnTo>
                  <a:lnTo>
                    <a:pt x="0" y="36312"/>
                  </a:lnTo>
                  <a:lnTo>
                    <a:pt x="119" y="37677"/>
                  </a:lnTo>
                  <a:lnTo>
                    <a:pt x="297" y="39101"/>
                  </a:lnTo>
                  <a:lnTo>
                    <a:pt x="534" y="40465"/>
                  </a:lnTo>
                  <a:lnTo>
                    <a:pt x="949" y="41830"/>
                  </a:lnTo>
                  <a:lnTo>
                    <a:pt x="1424" y="43135"/>
                  </a:lnTo>
                  <a:lnTo>
                    <a:pt x="2017" y="44441"/>
                  </a:lnTo>
                  <a:lnTo>
                    <a:pt x="2789" y="45746"/>
                  </a:lnTo>
                  <a:lnTo>
                    <a:pt x="3619" y="46992"/>
                  </a:lnTo>
                  <a:lnTo>
                    <a:pt x="4569" y="48179"/>
                  </a:lnTo>
                  <a:lnTo>
                    <a:pt x="5637" y="49365"/>
                  </a:lnTo>
                  <a:lnTo>
                    <a:pt x="6823" y="50433"/>
                  </a:lnTo>
                  <a:lnTo>
                    <a:pt x="9612" y="52866"/>
                  </a:lnTo>
                  <a:lnTo>
                    <a:pt x="10383" y="53519"/>
                  </a:lnTo>
                  <a:lnTo>
                    <a:pt x="11095" y="54231"/>
                  </a:lnTo>
                  <a:lnTo>
                    <a:pt x="11748" y="54943"/>
                  </a:lnTo>
                  <a:lnTo>
                    <a:pt x="12341" y="55714"/>
                  </a:lnTo>
                  <a:lnTo>
                    <a:pt x="12935" y="56485"/>
                  </a:lnTo>
                  <a:lnTo>
                    <a:pt x="13469" y="57316"/>
                  </a:lnTo>
                  <a:lnTo>
                    <a:pt x="14003" y="58206"/>
                  </a:lnTo>
                  <a:lnTo>
                    <a:pt x="14418" y="59037"/>
                  </a:lnTo>
                  <a:lnTo>
                    <a:pt x="14833" y="59927"/>
                  </a:lnTo>
                  <a:lnTo>
                    <a:pt x="15189" y="60876"/>
                  </a:lnTo>
                  <a:lnTo>
                    <a:pt x="15486" y="61766"/>
                  </a:lnTo>
                  <a:lnTo>
                    <a:pt x="15783" y="62715"/>
                  </a:lnTo>
                  <a:lnTo>
                    <a:pt x="16020" y="63724"/>
                  </a:lnTo>
                  <a:lnTo>
                    <a:pt x="16198" y="64673"/>
                  </a:lnTo>
                  <a:lnTo>
                    <a:pt x="16317" y="65682"/>
                  </a:lnTo>
                  <a:lnTo>
                    <a:pt x="16376" y="66631"/>
                  </a:lnTo>
                  <a:lnTo>
                    <a:pt x="16554" y="70369"/>
                  </a:lnTo>
                  <a:lnTo>
                    <a:pt x="16673" y="71971"/>
                  </a:lnTo>
                  <a:lnTo>
                    <a:pt x="16910" y="73514"/>
                  </a:lnTo>
                  <a:lnTo>
                    <a:pt x="17266" y="74997"/>
                  </a:lnTo>
                  <a:lnTo>
                    <a:pt x="17741" y="76421"/>
                  </a:lnTo>
                  <a:lnTo>
                    <a:pt x="18334" y="77786"/>
                  </a:lnTo>
                  <a:lnTo>
                    <a:pt x="18987" y="79091"/>
                  </a:lnTo>
                  <a:lnTo>
                    <a:pt x="19699" y="80278"/>
                  </a:lnTo>
                  <a:lnTo>
                    <a:pt x="20529" y="81464"/>
                  </a:lnTo>
                  <a:lnTo>
                    <a:pt x="21479" y="82532"/>
                  </a:lnTo>
                  <a:lnTo>
                    <a:pt x="22428" y="83482"/>
                  </a:lnTo>
                  <a:lnTo>
                    <a:pt x="23496" y="84431"/>
                  </a:lnTo>
                  <a:lnTo>
                    <a:pt x="24623" y="85262"/>
                  </a:lnTo>
                  <a:lnTo>
                    <a:pt x="25751" y="85974"/>
                  </a:lnTo>
                  <a:lnTo>
                    <a:pt x="26997" y="86686"/>
                  </a:lnTo>
                  <a:lnTo>
                    <a:pt x="28243" y="87279"/>
                  </a:lnTo>
                  <a:lnTo>
                    <a:pt x="29489" y="87754"/>
                  </a:lnTo>
                  <a:lnTo>
                    <a:pt x="30853" y="88169"/>
                  </a:lnTo>
                  <a:lnTo>
                    <a:pt x="32159" y="88466"/>
                  </a:lnTo>
                  <a:lnTo>
                    <a:pt x="33523" y="88703"/>
                  </a:lnTo>
                  <a:lnTo>
                    <a:pt x="34947" y="88822"/>
                  </a:lnTo>
                  <a:lnTo>
                    <a:pt x="36312" y="88822"/>
                  </a:lnTo>
                  <a:lnTo>
                    <a:pt x="37677" y="88762"/>
                  </a:lnTo>
                  <a:lnTo>
                    <a:pt x="39101" y="88584"/>
                  </a:lnTo>
                  <a:lnTo>
                    <a:pt x="40465" y="88288"/>
                  </a:lnTo>
                  <a:lnTo>
                    <a:pt x="41830" y="87872"/>
                  </a:lnTo>
                  <a:lnTo>
                    <a:pt x="43135" y="87398"/>
                  </a:lnTo>
                  <a:lnTo>
                    <a:pt x="44500" y="86804"/>
                  </a:lnTo>
                  <a:lnTo>
                    <a:pt x="45746" y="86092"/>
                  </a:lnTo>
                  <a:lnTo>
                    <a:pt x="46992" y="85262"/>
                  </a:lnTo>
                  <a:lnTo>
                    <a:pt x="48179" y="84312"/>
                  </a:lnTo>
                  <a:lnTo>
                    <a:pt x="49365" y="83244"/>
                  </a:lnTo>
                  <a:lnTo>
                    <a:pt x="50433" y="82058"/>
                  </a:lnTo>
                  <a:lnTo>
                    <a:pt x="52866" y="79210"/>
                  </a:lnTo>
                  <a:lnTo>
                    <a:pt x="53519" y="78438"/>
                  </a:lnTo>
                  <a:lnTo>
                    <a:pt x="54231" y="77786"/>
                  </a:lnTo>
                  <a:lnTo>
                    <a:pt x="54943" y="77074"/>
                  </a:lnTo>
                  <a:lnTo>
                    <a:pt x="55714" y="76480"/>
                  </a:lnTo>
                  <a:lnTo>
                    <a:pt x="56545" y="75887"/>
                  </a:lnTo>
                  <a:lnTo>
                    <a:pt x="57316" y="75353"/>
                  </a:lnTo>
                  <a:lnTo>
                    <a:pt x="58206" y="74878"/>
                  </a:lnTo>
                  <a:lnTo>
                    <a:pt x="59037" y="74404"/>
                  </a:lnTo>
                  <a:lnTo>
                    <a:pt x="59927" y="73988"/>
                  </a:lnTo>
                  <a:lnTo>
                    <a:pt x="60876" y="73632"/>
                  </a:lnTo>
                  <a:lnTo>
                    <a:pt x="61766" y="73336"/>
                  </a:lnTo>
                  <a:lnTo>
                    <a:pt x="62715" y="73039"/>
                  </a:lnTo>
                  <a:lnTo>
                    <a:pt x="63724" y="72861"/>
                  </a:lnTo>
                  <a:lnTo>
                    <a:pt x="64673" y="72683"/>
                  </a:lnTo>
                  <a:lnTo>
                    <a:pt x="65682" y="72564"/>
                  </a:lnTo>
                  <a:lnTo>
                    <a:pt x="66691" y="72446"/>
                  </a:lnTo>
                  <a:lnTo>
                    <a:pt x="70370" y="72327"/>
                  </a:lnTo>
                  <a:lnTo>
                    <a:pt x="71972" y="72149"/>
                  </a:lnTo>
                  <a:lnTo>
                    <a:pt x="73514" y="71912"/>
                  </a:lnTo>
                  <a:lnTo>
                    <a:pt x="74998" y="71556"/>
                  </a:lnTo>
                  <a:lnTo>
                    <a:pt x="76422" y="71081"/>
                  </a:lnTo>
                  <a:lnTo>
                    <a:pt x="77786" y="70547"/>
                  </a:lnTo>
                  <a:lnTo>
                    <a:pt x="79092" y="69835"/>
                  </a:lnTo>
                  <a:lnTo>
                    <a:pt x="80278" y="69123"/>
                  </a:lnTo>
                  <a:lnTo>
                    <a:pt x="81465" y="68292"/>
                  </a:lnTo>
                  <a:lnTo>
                    <a:pt x="82533" y="67343"/>
                  </a:lnTo>
                  <a:lnTo>
                    <a:pt x="83482" y="66394"/>
                  </a:lnTo>
                  <a:lnTo>
                    <a:pt x="84432" y="65326"/>
                  </a:lnTo>
                  <a:lnTo>
                    <a:pt x="85262" y="64258"/>
                  </a:lnTo>
                  <a:lnTo>
                    <a:pt x="86034" y="63071"/>
                  </a:lnTo>
                  <a:lnTo>
                    <a:pt x="86686" y="61885"/>
                  </a:lnTo>
                  <a:lnTo>
                    <a:pt x="87280" y="60579"/>
                  </a:lnTo>
                  <a:lnTo>
                    <a:pt x="87754" y="59333"/>
                  </a:lnTo>
                  <a:lnTo>
                    <a:pt x="88170" y="58028"/>
                  </a:lnTo>
                  <a:lnTo>
                    <a:pt x="88466" y="56663"/>
                  </a:lnTo>
                  <a:lnTo>
                    <a:pt x="88704" y="55299"/>
                  </a:lnTo>
                  <a:lnTo>
                    <a:pt x="88822" y="53934"/>
                  </a:lnTo>
                  <a:lnTo>
                    <a:pt x="88822" y="52510"/>
                  </a:lnTo>
                  <a:lnTo>
                    <a:pt x="88763" y="51145"/>
                  </a:lnTo>
                  <a:lnTo>
                    <a:pt x="88585" y="49781"/>
                  </a:lnTo>
                  <a:lnTo>
                    <a:pt x="88288" y="48357"/>
                  </a:lnTo>
                  <a:lnTo>
                    <a:pt x="87873" y="46992"/>
                  </a:lnTo>
                  <a:lnTo>
                    <a:pt x="87398" y="45687"/>
                  </a:lnTo>
                  <a:lnTo>
                    <a:pt x="86805" y="44381"/>
                  </a:lnTo>
                  <a:lnTo>
                    <a:pt x="86093" y="43076"/>
                  </a:lnTo>
                  <a:lnTo>
                    <a:pt x="85262" y="41830"/>
                  </a:lnTo>
                  <a:lnTo>
                    <a:pt x="84313" y="40643"/>
                  </a:lnTo>
                  <a:lnTo>
                    <a:pt x="83245" y="39516"/>
                  </a:lnTo>
                  <a:lnTo>
                    <a:pt x="82058" y="38389"/>
                  </a:lnTo>
                  <a:lnTo>
                    <a:pt x="79210" y="35956"/>
                  </a:lnTo>
                  <a:lnTo>
                    <a:pt x="78498" y="35303"/>
                  </a:lnTo>
                  <a:lnTo>
                    <a:pt x="77786" y="34591"/>
                  </a:lnTo>
                  <a:lnTo>
                    <a:pt x="77134" y="33879"/>
                  </a:lnTo>
                  <a:lnTo>
                    <a:pt x="76481" y="33108"/>
                  </a:lnTo>
                  <a:lnTo>
                    <a:pt x="75888" y="32337"/>
                  </a:lnTo>
                  <a:lnTo>
                    <a:pt x="75354" y="31506"/>
                  </a:lnTo>
                  <a:lnTo>
                    <a:pt x="74879" y="30616"/>
                  </a:lnTo>
                  <a:lnTo>
                    <a:pt x="74404" y="29785"/>
                  </a:lnTo>
                  <a:lnTo>
                    <a:pt x="73989" y="28895"/>
                  </a:lnTo>
                  <a:lnTo>
                    <a:pt x="73633" y="27946"/>
                  </a:lnTo>
                  <a:lnTo>
                    <a:pt x="73336" y="27056"/>
                  </a:lnTo>
                  <a:lnTo>
                    <a:pt x="73040" y="26107"/>
                  </a:lnTo>
                  <a:lnTo>
                    <a:pt x="72862" y="25157"/>
                  </a:lnTo>
                  <a:lnTo>
                    <a:pt x="72684" y="24149"/>
                  </a:lnTo>
                  <a:lnTo>
                    <a:pt x="72565" y="23140"/>
                  </a:lnTo>
                  <a:lnTo>
                    <a:pt x="72506" y="22191"/>
                  </a:lnTo>
                  <a:lnTo>
                    <a:pt x="72328" y="18453"/>
                  </a:lnTo>
                  <a:lnTo>
                    <a:pt x="72209" y="16851"/>
                  </a:lnTo>
                  <a:lnTo>
                    <a:pt x="71912" y="15308"/>
                  </a:lnTo>
                  <a:lnTo>
                    <a:pt x="71556" y="13825"/>
                  </a:lnTo>
                  <a:lnTo>
                    <a:pt x="71082" y="12401"/>
                  </a:lnTo>
                  <a:lnTo>
                    <a:pt x="70548" y="11036"/>
                  </a:lnTo>
                  <a:lnTo>
                    <a:pt x="69895" y="9731"/>
                  </a:lnTo>
                  <a:lnTo>
                    <a:pt x="69123" y="8544"/>
                  </a:lnTo>
                  <a:lnTo>
                    <a:pt x="68293" y="7417"/>
                  </a:lnTo>
                  <a:lnTo>
                    <a:pt x="67403" y="6349"/>
                  </a:lnTo>
                  <a:lnTo>
                    <a:pt x="66394" y="5340"/>
                  </a:lnTo>
                  <a:lnTo>
                    <a:pt x="65326" y="4391"/>
                  </a:lnTo>
                  <a:lnTo>
                    <a:pt x="64258" y="3560"/>
                  </a:lnTo>
                  <a:lnTo>
                    <a:pt x="63071" y="2848"/>
                  </a:lnTo>
                  <a:lnTo>
                    <a:pt x="61885" y="2136"/>
                  </a:lnTo>
                  <a:lnTo>
                    <a:pt x="60639" y="1602"/>
                  </a:lnTo>
                  <a:lnTo>
                    <a:pt x="59333" y="1068"/>
                  </a:lnTo>
                  <a:lnTo>
                    <a:pt x="58028" y="653"/>
                  </a:lnTo>
                  <a:lnTo>
                    <a:pt x="56663" y="356"/>
                  </a:lnTo>
                  <a:lnTo>
                    <a:pt x="55299" y="178"/>
                  </a:lnTo>
                  <a:lnTo>
                    <a:pt x="53934" y="0"/>
                  </a:lnTo>
                  <a:close/>
                </a:path>
              </a:pathLst>
            </a:custGeom>
            <a:solidFill>
              <a:srgbClr val="EEF3F4"/>
            </a:solidFill>
            <a:ln>
              <a:noFill/>
            </a:ln>
          </p:spPr>
          <p:txBody>
            <a:bodyPr spcFirstLastPara="1" wrap="square" lIns="119825" tIns="119825" rIns="119825" bIns="119825" anchor="ctr" anchorCtr="0">
              <a:noAutofit/>
            </a:bodyPr>
            <a:lstStyle/>
            <a:p>
              <a:pPr marL="0" lvl="0" indent="0" algn="l" rtl="0">
                <a:spcBef>
                  <a:spcPts val="0"/>
                </a:spcBef>
                <a:spcAft>
                  <a:spcPts val="0"/>
                </a:spcAft>
                <a:buNone/>
              </a:pPr>
              <a:endParaRPr sz="1835">
                <a:latin typeface="Alexandria"/>
                <a:ea typeface="Alexandria"/>
                <a:cs typeface="Alexandria"/>
                <a:sym typeface="Alexandria"/>
              </a:endParaRPr>
            </a:p>
          </p:txBody>
        </p:sp>
        <p:sp>
          <p:nvSpPr>
            <p:cNvPr id="1193" name="Google Shape;1193;p47">
              <a:extLst>
                <a:ext uri="{FF2B5EF4-FFF2-40B4-BE49-F238E27FC236}">
                  <a16:creationId xmlns:a16="http://schemas.microsoft.com/office/drawing/2014/main" id="{A18D35FC-8B2A-458C-917A-1144B0818A90}"/>
                </a:ext>
              </a:extLst>
            </p:cNvPr>
            <p:cNvSpPr txBox="1"/>
            <p:nvPr/>
          </p:nvSpPr>
          <p:spPr>
            <a:xfrm>
              <a:off x="3456424" y="2104824"/>
              <a:ext cx="2957700" cy="18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573">
                  <a:solidFill>
                    <a:srgbClr val="060606"/>
                  </a:solidFill>
                  <a:latin typeface="Alexandria SemiBold"/>
                  <a:ea typeface="Alexandria SemiBold"/>
                  <a:cs typeface="Alexandria SemiBold"/>
                  <a:sym typeface="Alexandria SemiBold"/>
                </a:rPr>
                <a:t>Workshop on Incorporating Touch-Transfer in Mobile Websites</a:t>
              </a:r>
              <a:endParaRPr sz="1573">
                <a:solidFill>
                  <a:srgbClr val="060606"/>
                </a:solidFill>
                <a:latin typeface="Alexandria SemiBold"/>
                <a:ea typeface="Alexandria SemiBold"/>
                <a:cs typeface="Alexandria SemiBold"/>
                <a:sym typeface="Alexandria SemiBold"/>
              </a:endParaRPr>
            </a:p>
          </p:txBody>
        </p:sp>
        <p:sp>
          <p:nvSpPr>
            <p:cNvPr id="1194" name="Google Shape;1194;p47">
              <a:extLst>
                <a:ext uri="{FF2B5EF4-FFF2-40B4-BE49-F238E27FC236}">
                  <a16:creationId xmlns:a16="http://schemas.microsoft.com/office/drawing/2014/main" id="{3A0CC85C-AD18-A91B-EA6B-F2B1BB6F24AB}"/>
                </a:ext>
              </a:extLst>
            </p:cNvPr>
            <p:cNvSpPr txBox="1"/>
            <p:nvPr/>
          </p:nvSpPr>
          <p:spPr>
            <a:xfrm>
              <a:off x="3456424" y="2853794"/>
              <a:ext cx="3042900" cy="18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573">
                  <a:solidFill>
                    <a:srgbClr val="060606"/>
                  </a:solidFill>
                  <a:latin typeface="Alexandria SemiBold"/>
                  <a:ea typeface="Alexandria SemiBold"/>
                  <a:cs typeface="Alexandria SemiBold"/>
                  <a:sym typeface="Alexandria SemiBold"/>
                </a:rPr>
                <a:t>Web Dev Dept. Annual Idea of the Year Brainstorm Meet</a:t>
              </a:r>
              <a:endParaRPr sz="1573">
                <a:solidFill>
                  <a:srgbClr val="060606"/>
                </a:solidFill>
                <a:latin typeface="Alexandria SemiBold"/>
                <a:ea typeface="Alexandria SemiBold"/>
                <a:cs typeface="Alexandria SemiBold"/>
                <a:sym typeface="Alexandria SemiBold"/>
              </a:endParaRPr>
            </a:p>
          </p:txBody>
        </p:sp>
      </p:grpSp>
      <p:sp>
        <p:nvSpPr>
          <p:cNvPr id="1195" name="Google Shape;1195;p47">
            <a:extLst>
              <a:ext uri="{FF2B5EF4-FFF2-40B4-BE49-F238E27FC236}">
                <a16:creationId xmlns:a16="http://schemas.microsoft.com/office/drawing/2014/main" id="{68E4198A-40A6-1820-7D97-B482AB73DD90}"/>
              </a:ext>
            </a:extLst>
          </p:cNvPr>
          <p:cNvSpPr/>
          <p:nvPr/>
        </p:nvSpPr>
        <p:spPr>
          <a:xfrm rot="3599210">
            <a:off x="7529093" y="26872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3" name="Google Shape;675;p33">
            <a:extLst>
              <a:ext uri="{FF2B5EF4-FFF2-40B4-BE49-F238E27FC236}">
                <a16:creationId xmlns:a16="http://schemas.microsoft.com/office/drawing/2014/main" id="{FF53D52E-0742-96AD-A44C-8380898918D3}"/>
              </a:ext>
            </a:extLst>
          </p:cNvPr>
          <p:cNvSpPr/>
          <p:nvPr/>
        </p:nvSpPr>
        <p:spPr>
          <a:xfrm>
            <a:off x="6986482" y="1952697"/>
            <a:ext cx="1704000" cy="1888859"/>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lt2"/>
                </a:solidFill>
                <a:latin typeface="Martian Mono"/>
                <a:ea typeface="Martian Mono"/>
                <a:cs typeface="Martian Mono"/>
                <a:sym typeface="Martian Mono"/>
              </a:rPr>
              <a:t>Only accessible to admin and leadership role employees to view leave applications</a:t>
            </a:r>
            <a:endParaRPr sz="1200" dirty="0">
              <a:solidFill>
                <a:schemeClr val="lt2"/>
              </a:solidFill>
              <a:latin typeface="Martian Mono"/>
              <a:ea typeface="Martian Mono"/>
              <a:cs typeface="Martian Mono"/>
              <a:sym typeface="Martian Mono"/>
            </a:endParaRPr>
          </a:p>
          <a:p>
            <a:pPr marL="0" lvl="0" indent="0" algn="ctr" rtl="0">
              <a:spcBef>
                <a:spcPts val="0"/>
              </a:spcBef>
              <a:spcAft>
                <a:spcPts val="0"/>
              </a:spcAft>
              <a:buNone/>
            </a:pPr>
            <a:endParaRPr sz="1300" dirty="0">
              <a:solidFill>
                <a:schemeClr val="lt2"/>
              </a:solidFill>
              <a:latin typeface="Lato"/>
              <a:ea typeface="Lato"/>
              <a:cs typeface="Lato"/>
              <a:sym typeface="Lato"/>
            </a:endParaRPr>
          </a:p>
        </p:txBody>
      </p:sp>
      <p:cxnSp>
        <p:nvCxnSpPr>
          <p:cNvPr id="4" name="Straight Arrow Connector 3">
            <a:extLst>
              <a:ext uri="{FF2B5EF4-FFF2-40B4-BE49-F238E27FC236}">
                <a16:creationId xmlns:a16="http://schemas.microsoft.com/office/drawing/2014/main" id="{00061670-7627-81EC-03F7-CAFABAA60A46}"/>
              </a:ext>
            </a:extLst>
          </p:cNvPr>
          <p:cNvCxnSpPr>
            <a:cxnSpLocks/>
          </p:cNvCxnSpPr>
          <p:nvPr/>
        </p:nvCxnSpPr>
        <p:spPr>
          <a:xfrm flipV="1">
            <a:off x="7869004" y="794136"/>
            <a:ext cx="331720" cy="11585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203111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accel="55000" autoRev="1" fill="hold" grpId="0" nodeType="clickEffect" p14:presetBounceEnd="52000">
                                      <p:stCondLst>
                                        <p:cond delay="0"/>
                                      </p:stCondLst>
                                      <p:childTnLst>
                                        <p:animScale p14:bounceEnd="52000">
                                          <p:cBhvr>
                                            <p:cTn id="6" dur="1000" fill="hold"/>
                                            <p:tgtEl>
                                              <p:spTgt spid="2"/>
                                            </p:tgtEl>
                                          </p:cBhvr>
                                          <p:by x="120000" y="120000"/>
                                        </p:animScale>
                                      </p:childTnLst>
                                    </p:cTn>
                                  </p:par>
                                </p:childTnLst>
                              </p:cTn>
                            </p:par>
                            <p:par>
                              <p:cTn id="7" fill="hold">
                                <p:stCondLst>
                                  <p:cond delay="200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childTnLst>
                              </p:cTn>
                            </p:par>
                            <p:par>
                              <p:cTn id="11" fill="hold">
                                <p:stCondLst>
                                  <p:cond delay="300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3"/>
                                            </p:tgtEl>
                                          </p:cBhvr>
                                        </p:animEffect>
                                        <p:set>
                                          <p:cBhvr>
                                            <p:cTn id="19" dur="1" fill="hold">
                                              <p:stCondLst>
                                                <p:cond delay="499"/>
                                              </p:stCondLst>
                                            </p:cTn>
                                            <p:tgtEl>
                                              <p:spTgt spid="3"/>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4"/>
                                            </p:tgtEl>
                                          </p:cBhvr>
                                        </p:animEffect>
                                        <p:set>
                                          <p:cBhvr>
                                            <p:cTn id="22" dur="1" fill="hold">
                                              <p:stCondLst>
                                                <p:cond delay="499"/>
                                              </p:stCondLst>
                                            </p:cTn>
                                            <p:tgtEl>
                                              <p:spTgt spid="4"/>
                                            </p:tgtEl>
                                            <p:attrNameLst>
                                              <p:attrName>style.visibility</p:attrName>
                                            </p:attrNameLst>
                                          </p:cBhvr>
                                          <p:to>
                                            <p:strVal val="hidden"/>
                                          </p:to>
                                        </p:set>
                                      </p:childTnLst>
                                    </p:cTn>
                                  </p:par>
                                </p:childTnLst>
                              </p:cTn>
                            </p:par>
                            <p:par>
                              <p:cTn id="23" fill="hold">
                                <p:stCondLst>
                                  <p:cond delay="500"/>
                                </p:stCondLst>
                                <p:childTnLst>
                                  <p:par>
                                    <p:cTn id="24" presetID="42" presetClass="path" presetSubtype="0" accel="50000" decel="50000" fill="hold" grpId="0" nodeType="afterEffect">
                                      <p:stCondLst>
                                        <p:cond delay="0"/>
                                      </p:stCondLst>
                                      <p:childTnLst>
                                        <p:animMotion origin="layout" path="M -8.33333E-7 3.33333E-6 L 0.0684 -0.39908 " pathEditMode="relative" rAng="0" ptsTypes="AA">
                                          <p:cBhvr>
                                            <p:cTn id="25" dur="2000" fill="hold"/>
                                            <p:tgtEl>
                                              <p:spTgt spid="1195"/>
                                            </p:tgtEl>
                                            <p:attrNameLst>
                                              <p:attrName>ppt_x</p:attrName>
                                              <p:attrName>ppt_y</p:attrName>
                                            </p:attrNameLst>
                                          </p:cBhvr>
                                          <p:rCtr x="3420" y="-199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95" grpId="0" animBg="1"/>
          <p:bldP spid="3" grpId="0" animBg="1"/>
          <p:bldP spid="3" grpId="1" animBg="1"/>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accel="55000" autoRev="1" fill="hold" grpId="0" nodeType="clickEffect">
                                      <p:stCondLst>
                                        <p:cond delay="0"/>
                                      </p:stCondLst>
                                      <p:childTnLst>
                                        <p:animScale>
                                          <p:cBhvr>
                                            <p:cTn id="6" dur="1000" fill="hold"/>
                                            <p:tgtEl>
                                              <p:spTgt spid="2"/>
                                            </p:tgtEl>
                                          </p:cBhvr>
                                          <p:by x="120000" y="120000"/>
                                        </p:animScale>
                                      </p:childTnLst>
                                    </p:cTn>
                                  </p:par>
                                </p:childTnLst>
                              </p:cTn>
                            </p:par>
                            <p:par>
                              <p:cTn id="7" fill="hold">
                                <p:stCondLst>
                                  <p:cond delay="200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childTnLst>
                              </p:cTn>
                            </p:par>
                            <p:par>
                              <p:cTn id="11" fill="hold">
                                <p:stCondLst>
                                  <p:cond delay="300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3"/>
                                            </p:tgtEl>
                                          </p:cBhvr>
                                        </p:animEffect>
                                        <p:set>
                                          <p:cBhvr>
                                            <p:cTn id="19" dur="1" fill="hold">
                                              <p:stCondLst>
                                                <p:cond delay="499"/>
                                              </p:stCondLst>
                                            </p:cTn>
                                            <p:tgtEl>
                                              <p:spTgt spid="3"/>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4"/>
                                            </p:tgtEl>
                                          </p:cBhvr>
                                        </p:animEffect>
                                        <p:set>
                                          <p:cBhvr>
                                            <p:cTn id="22" dur="1" fill="hold">
                                              <p:stCondLst>
                                                <p:cond delay="499"/>
                                              </p:stCondLst>
                                            </p:cTn>
                                            <p:tgtEl>
                                              <p:spTgt spid="4"/>
                                            </p:tgtEl>
                                            <p:attrNameLst>
                                              <p:attrName>style.visibility</p:attrName>
                                            </p:attrNameLst>
                                          </p:cBhvr>
                                          <p:to>
                                            <p:strVal val="hidden"/>
                                          </p:to>
                                        </p:set>
                                      </p:childTnLst>
                                    </p:cTn>
                                  </p:par>
                                </p:childTnLst>
                              </p:cTn>
                            </p:par>
                            <p:par>
                              <p:cTn id="23" fill="hold">
                                <p:stCondLst>
                                  <p:cond delay="500"/>
                                </p:stCondLst>
                                <p:childTnLst>
                                  <p:par>
                                    <p:cTn id="24" presetID="42" presetClass="path" presetSubtype="0" accel="50000" decel="50000" fill="hold" grpId="0" nodeType="afterEffect">
                                      <p:stCondLst>
                                        <p:cond delay="0"/>
                                      </p:stCondLst>
                                      <p:childTnLst>
                                        <p:animMotion origin="layout" path="M -8.33333E-7 3.33333E-6 L 0.0684 -0.39908 " pathEditMode="relative" rAng="0" ptsTypes="AA">
                                          <p:cBhvr>
                                            <p:cTn id="25" dur="2000" fill="hold"/>
                                            <p:tgtEl>
                                              <p:spTgt spid="1195"/>
                                            </p:tgtEl>
                                            <p:attrNameLst>
                                              <p:attrName>ppt_x</p:attrName>
                                              <p:attrName>ppt_y</p:attrName>
                                            </p:attrNameLst>
                                          </p:cBhvr>
                                          <p:rCtr x="3420" y="-199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95" grpId="0" animBg="1"/>
          <p:bldP spid="3" grpId="0" animBg="1"/>
          <p:bldP spid="3" grpId="1" animBg="1"/>
        </p:bldLst>
      </p:timing>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78">
          <a:extLst>
            <a:ext uri="{FF2B5EF4-FFF2-40B4-BE49-F238E27FC236}">
              <a16:creationId xmlns:a16="http://schemas.microsoft.com/office/drawing/2014/main" id="{A66E9F6E-C1C0-06D9-F39B-6397A017B992}"/>
            </a:ext>
          </a:extLst>
        </p:cNvPr>
        <p:cNvGrpSpPr/>
        <p:nvPr/>
      </p:nvGrpSpPr>
      <p:grpSpPr>
        <a:xfrm>
          <a:off x="0" y="0"/>
          <a:ext cx="0" cy="0"/>
          <a:chOff x="0" y="0"/>
          <a:chExt cx="0" cy="0"/>
        </a:xfrm>
      </p:grpSpPr>
      <p:sp>
        <p:nvSpPr>
          <p:cNvPr id="580" name="Google Shape;580;p30">
            <a:extLst>
              <a:ext uri="{FF2B5EF4-FFF2-40B4-BE49-F238E27FC236}">
                <a16:creationId xmlns:a16="http://schemas.microsoft.com/office/drawing/2014/main" id="{F550CBF8-2450-E308-C5DC-AE90D4F6F5D5}"/>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581" name="Google Shape;581;p30">
            <a:extLst>
              <a:ext uri="{FF2B5EF4-FFF2-40B4-BE49-F238E27FC236}">
                <a16:creationId xmlns:a16="http://schemas.microsoft.com/office/drawing/2014/main" id="{B93A9E39-46A9-B3A4-D39D-C2FBEFAAD58F}"/>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Sign-up Screen</a:t>
            </a:r>
            <a:endParaRPr sz="1400">
              <a:solidFill>
                <a:srgbClr val="FFFFFF"/>
              </a:solidFill>
              <a:latin typeface="Work Sans"/>
              <a:ea typeface="Work Sans"/>
              <a:cs typeface="Work Sans"/>
              <a:sym typeface="Work Sans"/>
            </a:endParaRPr>
          </a:p>
        </p:txBody>
      </p:sp>
      <p:sp>
        <p:nvSpPr>
          <p:cNvPr id="582" name="Google Shape;582;p30">
            <a:extLst>
              <a:ext uri="{FF2B5EF4-FFF2-40B4-BE49-F238E27FC236}">
                <a16:creationId xmlns:a16="http://schemas.microsoft.com/office/drawing/2014/main" id="{5432FB24-C6A8-9DD6-E404-FC23F9C212E2}"/>
              </a:ext>
            </a:extLst>
          </p:cNvPr>
          <p:cNvSpPr txBox="1"/>
          <p:nvPr/>
        </p:nvSpPr>
        <p:spPr>
          <a:xfrm>
            <a:off x="3005850" y="388675"/>
            <a:ext cx="31323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700" dirty="0">
                <a:solidFill>
                  <a:schemeClr val="accent1"/>
                </a:solidFill>
                <a:latin typeface="Dela Gothic One"/>
                <a:ea typeface="Dela Gothic One"/>
                <a:cs typeface="Dela Gothic One"/>
                <a:sym typeface="Dela Gothic One"/>
              </a:rPr>
              <a:t>Create Event</a:t>
            </a:r>
            <a:endParaRPr sz="2700" dirty="0">
              <a:solidFill>
                <a:schemeClr val="accent1"/>
              </a:solidFill>
              <a:latin typeface="Dela Gothic One"/>
              <a:ea typeface="Dela Gothic One"/>
              <a:cs typeface="Dela Gothic One"/>
              <a:sym typeface="Dela Gothic One"/>
            </a:endParaRPr>
          </a:p>
        </p:txBody>
      </p:sp>
      <p:sp>
        <p:nvSpPr>
          <p:cNvPr id="583" name="Google Shape;583;p30">
            <a:extLst>
              <a:ext uri="{FF2B5EF4-FFF2-40B4-BE49-F238E27FC236}">
                <a16:creationId xmlns:a16="http://schemas.microsoft.com/office/drawing/2014/main" id="{3857820C-D0E7-1C9E-EDC5-59C127919011}"/>
              </a:ext>
            </a:extLst>
          </p:cNvPr>
          <p:cNvSpPr/>
          <p:nvPr/>
        </p:nvSpPr>
        <p:spPr>
          <a:xfrm>
            <a:off x="3572550" y="1160563"/>
            <a:ext cx="1998900" cy="396300"/>
          </a:xfrm>
          <a:prstGeom prst="roundRect">
            <a:avLst>
              <a:gd name="adj" fmla="val 16667"/>
            </a:avLst>
          </a:prstGeom>
          <a:solidFill>
            <a:schemeClr val="lt1"/>
          </a:solidFill>
          <a:ln w="19050" cap="flat" cmpd="sng">
            <a:solidFill>
              <a:schemeClr val="bg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i="1" dirty="0">
                <a:solidFill>
                  <a:schemeClr val="accent1"/>
                </a:solidFill>
                <a:latin typeface="Work Sans"/>
                <a:ea typeface="Work Sans"/>
                <a:cs typeface="Work Sans"/>
                <a:sym typeface="Work Sans"/>
              </a:rPr>
              <a:t>Event name…</a:t>
            </a:r>
            <a:endParaRPr i="1" dirty="0">
              <a:solidFill>
                <a:schemeClr val="accent1"/>
              </a:solidFill>
              <a:latin typeface="Work Sans"/>
              <a:ea typeface="Work Sans"/>
              <a:cs typeface="Work Sans"/>
              <a:sym typeface="Work Sans"/>
            </a:endParaRPr>
          </a:p>
        </p:txBody>
      </p:sp>
      <p:sp>
        <p:nvSpPr>
          <p:cNvPr id="584" name="Google Shape;584;p30">
            <a:extLst>
              <a:ext uri="{FF2B5EF4-FFF2-40B4-BE49-F238E27FC236}">
                <a16:creationId xmlns:a16="http://schemas.microsoft.com/office/drawing/2014/main" id="{0D02A349-47CA-A5DF-22E7-909833A7CA2F}"/>
              </a:ext>
            </a:extLst>
          </p:cNvPr>
          <p:cNvSpPr/>
          <p:nvPr/>
        </p:nvSpPr>
        <p:spPr>
          <a:xfrm>
            <a:off x="3894450" y="3954227"/>
            <a:ext cx="1355100" cy="3963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8FAFD"/>
                </a:solidFill>
                <a:latin typeface="Days One"/>
                <a:ea typeface="Days One"/>
                <a:cs typeface="Days One"/>
                <a:sym typeface="Days One"/>
              </a:rPr>
              <a:t>Next</a:t>
            </a:r>
            <a:endParaRPr>
              <a:solidFill>
                <a:srgbClr val="F8FAFD"/>
              </a:solidFill>
              <a:latin typeface="Days One"/>
              <a:ea typeface="Days One"/>
              <a:cs typeface="Days One"/>
              <a:sym typeface="Days One"/>
            </a:endParaRPr>
          </a:p>
        </p:txBody>
      </p:sp>
      <p:sp>
        <p:nvSpPr>
          <p:cNvPr id="586" name="Google Shape;586;p30">
            <a:extLst>
              <a:ext uri="{FF2B5EF4-FFF2-40B4-BE49-F238E27FC236}">
                <a16:creationId xmlns:a16="http://schemas.microsoft.com/office/drawing/2014/main" id="{5D48E579-FAF7-254C-6E72-6C5602C11450}"/>
              </a:ext>
            </a:extLst>
          </p:cNvPr>
          <p:cNvSpPr/>
          <p:nvPr/>
        </p:nvSpPr>
        <p:spPr>
          <a:xfrm>
            <a:off x="3572550" y="1721163"/>
            <a:ext cx="1998900" cy="396300"/>
          </a:xfrm>
          <a:prstGeom prst="roundRect">
            <a:avLst>
              <a:gd name="adj" fmla="val 16667"/>
            </a:avLst>
          </a:prstGeom>
          <a:solidFill>
            <a:schemeClr val="lt1"/>
          </a:solidFill>
          <a:ln w="19050" cap="flat" cmpd="sng">
            <a:solidFill>
              <a:schemeClr val="bg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i="1" dirty="0">
                <a:solidFill>
                  <a:schemeClr val="accent1"/>
                </a:solidFill>
                <a:latin typeface="Work Sans"/>
                <a:ea typeface="Work Sans"/>
                <a:cs typeface="Work Sans"/>
                <a:sym typeface="Work Sans"/>
              </a:rPr>
              <a:t>Event date…</a:t>
            </a:r>
            <a:endParaRPr i="1" dirty="0">
              <a:solidFill>
                <a:schemeClr val="accent1"/>
              </a:solidFill>
              <a:latin typeface="Work Sans"/>
              <a:ea typeface="Work Sans"/>
              <a:cs typeface="Work Sans"/>
              <a:sym typeface="Work Sans"/>
            </a:endParaRPr>
          </a:p>
        </p:txBody>
      </p:sp>
      <p:sp>
        <p:nvSpPr>
          <p:cNvPr id="588" name="Google Shape;588;p30">
            <a:extLst>
              <a:ext uri="{FF2B5EF4-FFF2-40B4-BE49-F238E27FC236}">
                <a16:creationId xmlns:a16="http://schemas.microsoft.com/office/drawing/2014/main" id="{F17C7825-5580-C82B-69FE-EE6474F106E7}"/>
              </a:ext>
            </a:extLst>
          </p:cNvPr>
          <p:cNvSpPr/>
          <p:nvPr/>
        </p:nvSpPr>
        <p:spPr>
          <a:xfrm>
            <a:off x="3588879" y="2299480"/>
            <a:ext cx="1998900" cy="396300"/>
          </a:xfrm>
          <a:prstGeom prst="roundRect">
            <a:avLst>
              <a:gd name="adj" fmla="val 16667"/>
            </a:avLst>
          </a:prstGeom>
          <a:solidFill>
            <a:schemeClr val="lt1"/>
          </a:solidFill>
          <a:ln w="19050" cap="flat" cmpd="sng">
            <a:solidFill>
              <a:schemeClr val="bg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i="1" dirty="0">
                <a:solidFill>
                  <a:schemeClr val="accent1"/>
                </a:solidFill>
                <a:latin typeface="Work Sans"/>
                <a:ea typeface="Work Sans"/>
                <a:cs typeface="Work Sans"/>
                <a:sym typeface="Work Sans"/>
              </a:rPr>
              <a:t>Event time…</a:t>
            </a:r>
            <a:endParaRPr i="1" dirty="0">
              <a:solidFill>
                <a:schemeClr val="accent1"/>
              </a:solidFill>
              <a:latin typeface="Work Sans"/>
              <a:ea typeface="Work Sans"/>
              <a:cs typeface="Work Sans"/>
              <a:sym typeface="Work Sans"/>
            </a:endParaRPr>
          </a:p>
        </p:txBody>
      </p:sp>
      <p:sp>
        <p:nvSpPr>
          <p:cNvPr id="3" name="Google Shape;1174;p47">
            <a:extLst>
              <a:ext uri="{FF2B5EF4-FFF2-40B4-BE49-F238E27FC236}">
                <a16:creationId xmlns:a16="http://schemas.microsoft.com/office/drawing/2014/main" id="{5B9E938E-672E-9588-EAAD-79D847E0C2F5}"/>
              </a:ext>
            </a:extLst>
          </p:cNvPr>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4" name="Google Shape;1258;p49">
            <a:extLst>
              <a:ext uri="{FF2B5EF4-FFF2-40B4-BE49-F238E27FC236}">
                <a16:creationId xmlns:a16="http://schemas.microsoft.com/office/drawing/2014/main" id="{09F3FE55-5098-2E9D-AD24-43E8D4485A38}"/>
              </a:ext>
            </a:extLst>
          </p:cNvPr>
          <p:cNvSpPr/>
          <p:nvPr/>
        </p:nvSpPr>
        <p:spPr>
          <a:xfrm rot="3599210">
            <a:off x="8177626" y="781716"/>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14155157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16667E-6 2.34568E-6 L -0.28125 0.07716 " pathEditMode="relative" rAng="0" ptsTypes="AA">
                                      <p:cBhvr>
                                        <p:cTn id="6" dur="2000" fill="hold"/>
                                        <p:tgtEl>
                                          <p:spTgt spid="4"/>
                                        </p:tgtEl>
                                        <p:attrNameLst>
                                          <p:attrName>ppt_x</p:attrName>
                                          <p:attrName>ppt_y</p:attrName>
                                        </p:attrNameLst>
                                      </p:cBhvr>
                                      <p:rCtr x="-14063" y="3858"/>
                                    </p:animMotion>
                                  </p:childTnLst>
                                </p:cTn>
                              </p:par>
                            </p:childTnLst>
                          </p:cTn>
                        </p:par>
                        <p:par>
                          <p:cTn id="7" fill="hold">
                            <p:stCondLst>
                              <p:cond delay="2000"/>
                            </p:stCondLst>
                            <p:childTnLst>
                              <p:par>
                                <p:cTn id="8" presetID="42" presetClass="path" presetSubtype="0" accel="50000" decel="50000" fill="hold" grpId="1" nodeType="afterEffect">
                                  <p:stCondLst>
                                    <p:cond delay="0"/>
                                  </p:stCondLst>
                                  <p:childTnLst>
                                    <p:animMotion origin="layout" path="M -0.28125 0.07716 L -0.28125 0.35308 " pathEditMode="relative" rAng="0" ptsTypes="AA">
                                      <p:cBhvr>
                                        <p:cTn id="9" dur="2000" fill="hold"/>
                                        <p:tgtEl>
                                          <p:spTgt spid="4"/>
                                        </p:tgtEl>
                                        <p:attrNameLst>
                                          <p:attrName>ppt_x</p:attrName>
                                          <p:attrName>ppt_y</p:attrName>
                                        </p:attrNameLst>
                                      </p:cBhvr>
                                      <p:rCtr x="0" y="13796"/>
                                    </p:animMotion>
                                  </p:childTnLst>
                                </p:cTn>
                              </p:par>
                            </p:childTnLst>
                          </p:cTn>
                        </p:par>
                        <p:par>
                          <p:cTn id="10" fill="hold">
                            <p:stCondLst>
                              <p:cond delay="4000"/>
                            </p:stCondLst>
                            <p:childTnLst>
                              <p:par>
                                <p:cTn id="11" presetID="37" presetClass="path" presetSubtype="0" accel="50000" decel="50000" fill="hold" grpId="2" nodeType="afterEffect">
                                  <p:stCondLst>
                                    <p:cond delay="0"/>
                                  </p:stCondLst>
                                  <p:childTnLst>
                                    <p:animMotion origin="layout" path="M -0.28125 0.35308 L -0.24063 0.5037 C -0.23056 0.53487 -0.23039 0.56944 -0.23837 0.59876 C -0.24844 0.63209 -0.26407 0.65092 -0.28368 0.65524 L -0.3757 0.68333 " pathEditMode="relative" rAng="17820000" ptsTypes="AAAAA">
                                      <p:cBhvr>
                                        <p:cTn id="12" dur="2000" fill="hold"/>
                                        <p:tgtEl>
                                          <p:spTgt spid="4"/>
                                        </p:tgtEl>
                                        <p:attrNameLst>
                                          <p:attrName>ppt_x</p:attrName>
                                          <p:attrName>ppt_y</p:attrName>
                                        </p:attrNameLst>
                                      </p:cBhvr>
                                      <p:rCtr x="-243" y="20586"/>
                                    </p:animMotion>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3" nodeType="clickEffect">
                                  <p:stCondLst>
                                    <p:cond delay="0"/>
                                  </p:stCondLst>
                                  <p:childTnLst>
                                    <p:animMotion origin="layout" path="M -0.37587 0.68334 L -0.82326 -0.02655 " pathEditMode="relative" rAng="0" ptsTypes="AA">
                                      <p:cBhvr>
                                        <p:cTn id="16" dur="2000" fill="hold"/>
                                        <p:tgtEl>
                                          <p:spTgt spid="4"/>
                                        </p:tgtEl>
                                        <p:attrNameLst>
                                          <p:attrName>ppt_x</p:attrName>
                                          <p:attrName>ppt_y</p:attrName>
                                        </p:attrNameLst>
                                      </p:cBhvr>
                                      <p:rCtr x="-22483" y="-3577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P spid="4" grpId="3"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199"/>
        <p:cNvGrpSpPr/>
        <p:nvPr/>
      </p:nvGrpSpPr>
      <p:grpSpPr>
        <a:xfrm>
          <a:off x="0" y="0"/>
          <a:ext cx="0" cy="0"/>
          <a:chOff x="0" y="0"/>
          <a:chExt cx="0" cy="0"/>
        </a:xfrm>
      </p:grpSpPr>
      <p:sp>
        <p:nvSpPr>
          <p:cNvPr id="1201" name="Google Shape;1201;p48"/>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Calendar</a:t>
            </a:r>
            <a:endParaRPr sz="2700">
              <a:solidFill>
                <a:srgbClr val="EFBC3F"/>
              </a:solidFill>
              <a:latin typeface="Dela Gothic One"/>
              <a:ea typeface="Dela Gothic One"/>
              <a:cs typeface="Dela Gothic One"/>
              <a:sym typeface="Dela Gothic One"/>
            </a:endParaRPr>
          </a:p>
        </p:txBody>
      </p:sp>
      <p:sp>
        <p:nvSpPr>
          <p:cNvPr id="1202" name="Google Shape;1202;p48"/>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03" name="Google Shape;1203;p48"/>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204" name="Google Shape;1204;p48"/>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Calendar Screen</a:t>
            </a:r>
            <a:endParaRPr sz="1400" dirty="0">
              <a:solidFill>
                <a:srgbClr val="FFFFFF"/>
              </a:solidFill>
              <a:latin typeface="Work Sans"/>
              <a:ea typeface="Work Sans"/>
              <a:cs typeface="Work Sans"/>
              <a:sym typeface="Work Sans"/>
            </a:endParaRPr>
          </a:p>
        </p:txBody>
      </p:sp>
      <p:sp>
        <p:nvSpPr>
          <p:cNvPr id="1205" name="Google Shape;1205;p48"/>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206" name="Google Shape;1206;p48"/>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207" name="Google Shape;1207;p48"/>
          <p:cNvGrpSpPr/>
          <p:nvPr/>
        </p:nvGrpSpPr>
        <p:grpSpPr>
          <a:xfrm>
            <a:off x="988621" y="1286136"/>
            <a:ext cx="7166758" cy="2838931"/>
            <a:chOff x="1838258" y="1114350"/>
            <a:chExt cx="5467469" cy="2165800"/>
          </a:xfrm>
        </p:grpSpPr>
        <p:sp>
          <p:nvSpPr>
            <p:cNvPr id="1208" name="Google Shape;1208;p48"/>
            <p:cNvSpPr/>
            <p:nvPr/>
          </p:nvSpPr>
          <p:spPr>
            <a:xfrm>
              <a:off x="1838258" y="2612350"/>
              <a:ext cx="675300" cy="667800"/>
            </a:xfrm>
            <a:prstGeom prst="roundRect">
              <a:avLst>
                <a:gd name="adj" fmla="val 16667"/>
              </a:avLst>
            </a:prstGeom>
            <a:solidFill>
              <a:srgbClr val="EDF3F4"/>
            </a:solidFill>
            <a:ln>
              <a:noFill/>
            </a:ln>
          </p:spPr>
          <p:txBody>
            <a:bodyPr spcFirstLastPara="1" wrap="square" lIns="119825" tIns="119825" rIns="119825" bIns="119825" anchor="ctr" anchorCtr="0">
              <a:noAutofit/>
            </a:bodyPr>
            <a:lstStyle/>
            <a:p>
              <a:pPr marL="0" lvl="0" indent="0" algn="ctr" rtl="0">
                <a:spcBef>
                  <a:spcPts val="0"/>
                </a:spcBef>
                <a:spcAft>
                  <a:spcPts val="0"/>
                </a:spcAft>
                <a:buNone/>
              </a:pPr>
              <a:endParaRPr sz="1835">
                <a:latin typeface="Alexandria"/>
                <a:ea typeface="Alexandria"/>
                <a:cs typeface="Alexandria"/>
                <a:sym typeface="Alexandria"/>
              </a:endParaRPr>
            </a:p>
          </p:txBody>
        </p:sp>
        <p:sp>
          <p:nvSpPr>
            <p:cNvPr id="1209" name="Google Shape;1209;p48"/>
            <p:cNvSpPr/>
            <p:nvPr/>
          </p:nvSpPr>
          <p:spPr>
            <a:xfrm>
              <a:off x="2598127" y="1114350"/>
              <a:ext cx="4707600" cy="667800"/>
            </a:xfrm>
            <a:prstGeom prst="roundRect">
              <a:avLst>
                <a:gd name="adj" fmla="val 16667"/>
              </a:avLst>
            </a:prstGeom>
            <a:solidFill>
              <a:schemeClr val="lt2"/>
            </a:solidFill>
            <a:ln>
              <a:noFill/>
            </a:ln>
          </p:spPr>
          <p:txBody>
            <a:bodyPr spcFirstLastPara="1" wrap="square" lIns="119825" tIns="119825" rIns="119825" bIns="119825" anchor="ctr" anchorCtr="0">
              <a:noAutofit/>
            </a:bodyPr>
            <a:lstStyle/>
            <a:p>
              <a:pPr marL="0" marR="0" lvl="0" indent="0" algn="ctr" rtl="0">
                <a:lnSpc>
                  <a:spcPct val="100000"/>
                </a:lnSpc>
                <a:spcBef>
                  <a:spcPts val="0"/>
                </a:spcBef>
                <a:spcAft>
                  <a:spcPts val="0"/>
                </a:spcAft>
                <a:buNone/>
              </a:pPr>
              <a:endParaRPr sz="1835">
                <a:latin typeface="Alexandria"/>
                <a:ea typeface="Alexandria"/>
                <a:cs typeface="Alexandria"/>
                <a:sym typeface="Alexandria"/>
              </a:endParaRPr>
            </a:p>
          </p:txBody>
        </p:sp>
        <p:sp>
          <p:nvSpPr>
            <p:cNvPr id="1210" name="Google Shape;1210;p48"/>
            <p:cNvSpPr/>
            <p:nvPr/>
          </p:nvSpPr>
          <p:spPr>
            <a:xfrm>
              <a:off x="2742909" y="1227116"/>
              <a:ext cx="697200" cy="442200"/>
            </a:xfrm>
            <a:prstGeom prst="ellipse">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835" b="1">
                  <a:solidFill>
                    <a:srgbClr val="060606"/>
                  </a:solidFill>
                  <a:latin typeface="Be Vietnam Pro"/>
                  <a:ea typeface="Be Vietnam Pro"/>
                  <a:cs typeface="Be Vietnam Pro"/>
                  <a:sym typeface="Be Vietnam Pro"/>
                </a:rPr>
                <a:t>5th June</a:t>
              </a:r>
              <a:endParaRPr sz="1835">
                <a:solidFill>
                  <a:srgbClr val="060606"/>
                </a:solidFill>
                <a:latin typeface="Be Vietnam Pro"/>
                <a:ea typeface="Be Vietnam Pro"/>
                <a:cs typeface="Be Vietnam Pro"/>
                <a:sym typeface="Be Vietnam Pro"/>
              </a:endParaRPr>
            </a:p>
          </p:txBody>
        </p:sp>
        <p:sp>
          <p:nvSpPr>
            <p:cNvPr id="1211" name="Google Shape;1211;p48"/>
            <p:cNvSpPr txBox="1"/>
            <p:nvPr/>
          </p:nvSpPr>
          <p:spPr>
            <a:xfrm>
              <a:off x="3456386" y="1364742"/>
              <a:ext cx="3042900" cy="18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573">
                  <a:solidFill>
                    <a:srgbClr val="060606"/>
                  </a:solidFill>
                  <a:latin typeface="Alexandria SemiBold"/>
                  <a:ea typeface="Alexandria SemiBold"/>
                  <a:cs typeface="Alexandria SemiBold"/>
                  <a:sym typeface="Alexandria SemiBold"/>
                </a:rPr>
                <a:t>Company-Wise Sports Tournament</a:t>
              </a:r>
              <a:endParaRPr sz="1573">
                <a:solidFill>
                  <a:srgbClr val="060606"/>
                </a:solidFill>
                <a:latin typeface="Alexandria SemiBold"/>
                <a:ea typeface="Alexandria SemiBold"/>
                <a:cs typeface="Alexandria SemiBold"/>
                <a:sym typeface="Alexandria SemiBold"/>
              </a:endParaRPr>
            </a:p>
          </p:txBody>
        </p:sp>
        <p:sp>
          <p:nvSpPr>
            <p:cNvPr id="1212" name="Google Shape;1212;p48"/>
            <p:cNvSpPr txBox="1"/>
            <p:nvPr/>
          </p:nvSpPr>
          <p:spPr>
            <a:xfrm>
              <a:off x="6413984" y="1268400"/>
              <a:ext cx="697200" cy="3597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49">
                  <a:solidFill>
                    <a:srgbClr val="060606"/>
                  </a:solidFill>
                  <a:latin typeface="Alexandria Medium"/>
                  <a:ea typeface="Alexandria Medium"/>
                  <a:cs typeface="Alexandria Medium"/>
                  <a:sym typeface="Alexandria Medium"/>
                </a:rPr>
                <a:t>9:00 am - 8:00 pm</a:t>
              </a:r>
              <a:endParaRPr sz="1049">
                <a:solidFill>
                  <a:srgbClr val="060606"/>
                </a:solidFill>
                <a:latin typeface="Alexandria Medium"/>
                <a:ea typeface="Alexandria Medium"/>
                <a:cs typeface="Alexandria Medium"/>
                <a:sym typeface="Alexandria Medium"/>
              </a:endParaRPr>
            </a:p>
          </p:txBody>
        </p:sp>
        <p:sp>
          <p:nvSpPr>
            <p:cNvPr id="1213" name="Google Shape;1213;p48"/>
            <p:cNvSpPr/>
            <p:nvPr/>
          </p:nvSpPr>
          <p:spPr>
            <a:xfrm>
              <a:off x="2598127" y="1863350"/>
              <a:ext cx="4707600" cy="667800"/>
            </a:xfrm>
            <a:prstGeom prst="roundRect">
              <a:avLst>
                <a:gd name="adj" fmla="val 16667"/>
              </a:avLst>
            </a:prstGeom>
            <a:solidFill>
              <a:srgbClr val="EDF3F4"/>
            </a:solidFill>
            <a:ln>
              <a:noFill/>
            </a:ln>
          </p:spPr>
          <p:txBody>
            <a:bodyPr spcFirstLastPara="1" wrap="square" lIns="119825" tIns="119825" rIns="119825" bIns="119825" anchor="ctr" anchorCtr="0">
              <a:noAutofit/>
            </a:bodyPr>
            <a:lstStyle/>
            <a:p>
              <a:pPr marL="0" lvl="0" indent="0" algn="ctr" rtl="0">
                <a:spcBef>
                  <a:spcPts val="0"/>
                </a:spcBef>
                <a:spcAft>
                  <a:spcPts val="0"/>
                </a:spcAft>
                <a:buNone/>
              </a:pPr>
              <a:endParaRPr sz="1835">
                <a:latin typeface="Alexandria"/>
                <a:ea typeface="Alexandria"/>
                <a:cs typeface="Alexandria"/>
                <a:sym typeface="Alexandria"/>
              </a:endParaRPr>
            </a:p>
          </p:txBody>
        </p:sp>
        <p:sp>
          <p:nvSpPr>
            <p:cNvPr id="1214" name="Google Shape;1214;p48"/>
            <p:cNvSpPr/>
            <p:nvPr/>
          </p:nvSpPr>
          <p:spPr>
            <a:xfrm>
              <a:off x="2742905" y="1976124"/>
              <a:ext cx="697200" cy="442200"/>
            </a:xfrm>
            <a:prstGeom prst="ellipse">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835" b="1">
                  <a:latin typeface="Be Vietnam Pro"/>
                  <a:ea typeface="Be Vietnam Pro"/>
                  <a:cs typeface="Be Vietnam Pro"/>
                  <a:sym typeface="Be Vietnam Pro"/>
                </a:rPr>
                <a:t>15th June</a:t>
              </a:r>
              <a:endParaRPr sz="1835">
                <a:latin typeface="Be Vietnam Pro"/>
                <a:ea typeface="Be Vietnam Pro"/>
                <a:cs typeface="Be Vietnam Pro"/>
                <a:sym typeface="Be Vietnam Pro"/>
              </a:endParaRPr>
            </a:p>
          </p:txBody>
        </p:sp>
        <p:sp>
          <p:nvSpPr>
            <p:cNvPr id="1215" name="Google Shape;1215;p48"/>
            <p:cNvSpPr txBox="1"/>
            <p:nvPr/>
          </p:nvSpPr>
          <p:spPr>
            <a:xfrm>
              <a:off x="6112471" y="2017400"/>
              <a:ext cx="998700" cy="3597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49">
                  <a:latin typeface="Alexandria Medium"/>
                  <a:ea typeface="Alexandria Medium"/>
                  <a:cs typeface="Alexandria Medium"/>
                  <a:sym typeface="Alexandria Medium"/>
                </a:rPr>
                <a:t>10:00 am -</a:t>
              </a:r>
              <a:endParaRPr sz="1049">
                <a:latin typeface="Alexandria Medium"/>
                <a:ea typeface="Alexandria Medium"/>
                <a:cs typeface="Alexandria Medium"/>
                <a:sym typeface="Alexandria Medium"/>
              </a:endParaRPr>
            </a:p>
            <a:p>
              <a:pPr marL="0" lvl="0" indent="0" algn="r" rtl="0">
                <a:spcBef>
                  <a:spcPts val="0"/>
                </a:spcBef>
                <a:spcAft>
                  <a:spcPts val="0"/>
                </a:spcAft>
                <a:buNone/>
              </a:pPr>
              <a:r>
                <a:rPr lang="en" sz="1049">
                  <a:latin typeface="Alexandria Medium"/>
                  <a:ea typeface="Alexandria Medium"/>
                  <a:cs typeface="Alexandria Medium"/>
                  <a:sym typeface="Alexandria Medium"/>
                </a:rPr>
                <a:t>01:00 pm</a:t>
              </a:r>
              <a:endParaRPr sz="1049">
                <a:latin typeface="Alexandria Medium"/>
                <a:ea typeface="Alexandria Medium"/>
                <a:cs typeface="Alexandria Medium"/>
                <a:sym typeface="Alexandria Medium"/>
              </a:endParaRPr>
            </a:p>
          </p:txBody>
        </p:sp>
        <p:sp>
          <p:nvSpPr>
            <p:cNvPr id="1216" name="Google Shape;1216;p48"/>
            <p:cNvSpPr/>
            <p:nvPr/>
          </p:nvSpPr>
          <p:spPr>
            <a:xfrm>
              <a:off x="1838258" y="1114350"/>
              <a:ext cx="675300" cy="667800"/>
            </a:xfrm>
            <a:prstGeom prst="roundRect">
              <a:avLst>
                <a:gd name="adj" fmla="val 16667"/>
              </a:avLst>
            </a:prstGeom>
            <a:solidFill>
              <a:srgbClr val="232323"/>
            </a:solidFill>
            <a:ln>
              <a:noFill/>
            </a:ln>
          </p:spPr>
          <p:txBody>
            <a:bodyPr spcFirstLastPara="1" wrap="square" lIns="119825" tIns="119825" rIns="119825" bIns="119825" anchor="ctr" anchorCtr="0">
              <a:noAutofit/>
            </a:bodyPr>
            <a:lstStyle/>
            <a:p>
              <a:pPr marL="0" marR="0" lvl="0" indent="0" algn="ctr" rtl="0">
                <a:lnSpc>
                  <a:spcPct val="100000"/>
                </a:lnSpc>
                <a:spcBef>
                  <a:spcPts val="0"/>
                </a:spcBef>
                <a:spcAft>
                  <a:spcPts val="0"/>
                </a:spcAft>
                <a:buNone/>
              </a:pPr>
              <a:endParaRPr sz="1835">
                <a:latin typeface="Alexandria"/>
                <a:ea typeface="Alexandria"/>
                <a:cs typeface="Alexandria"/>
                <a:sym typeface="Alexandria"/>
              </a:endParaRPr>
            </a:p>
          </p:txBody>
        </p:sp>
        <p:sp>
          <p:nvSpPr>
            <p:cNvPr id="1217" name="Google Shape;1217;p48"/>
            <p:cNvSpPr/>
            <p:nvPr/>
          </p:nvSpPr>
          <p:spPr>
            <a:xfrm>
              <a:off x="2598127" y="2612350"/>
              <a:ext cx="4707600" cy="667800"/>
            </a:xfrm>
            <a:prstGeom prst="roundRect">
              <a:avLst>
                <a:gd name="adj" fmla="val 16667"/>
              </a:avLst>
            </a:prstGeom>
            <a:solidFill>
              <a:srgbClr val="EDF3F4"/>
            </a:solidFill>
            <a:ln>
              <a:noFill/>
            </a:ln>
          </p:spPr>
          <p:txBody>
            <a:bodyPr spcFirstLastPara="1" wrap="square" lIns="119825" tIns="119825" rIns="119825" bIns="119825" anchor="ctr" anchorCtr="0">
              <a:noAutofit/>
            </a:bodyPr>
            <a:lstStyle/>
            <a:p>
              <a:pPr marL="0" lvl="0" indent="0" algn="ctr" rtl="0">
                <a:spcBef>
                  <a:spcPts val="0"/>
                </a:spcBef>
                <a:spcAft>
                  <a:spcPts val="0"/>
                </a:spcAft>
                <a:buNone/>
              </a:pPr>
              <a:endParaRPr sz="1835">
                <a:latin typeface="Alexandria"/>
                <a:ea typeface="Alexandria"/>
                <a:cs typeface="Alexandria"/>
                <a:sym typeface="Alexandria"/>
              </a:endParaRPr>
            </a:p>
          </p:txBody>
        </p:sp>
        <p:sp>
          <p:nvSpPr>
            <p:cNvPr id="1218" name="Google Shape;1218;p48"/>
            <p:cNvSpPr/>
            <p:nvPr/>
          </p:nvSpPr>
          <p:spPr>
            <a:xfrm>
              <a:off x="2742906" y="2725094"/>
              <a:ext cx="675300" cy="442200"/>
            </a:xfrm>
            <a:prstGeom prst="ellipse">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835" b="1">
                  <a:latin typeface="Be Vietnam Pro"/>
                  <a:ea typeface="Be Vietnam Pro"/>
                  <a:cs typeface="Be Vietnam Pro"/>
                  <a:sym typeface="Be Vietnam Pro"/>
                </a:rPr>
                <a:t>28th June</a:t>
              </a:r>
              <a:endParaRPr sz="1835">
                <a:latin typeface="Be Vietnam Pro"/>
                <a:ea typeface="Be Vietnam Pro"/>
                <a:cs typeface="Be Vietnam Pro"/>
                <a:sym typeface="Be Vietnam Pro"/>
              </a:endParaRPr>
            </a:p>
          </p:txBody>
        </p:sp>
        <p:sp>
          <p:nvSpPr>
            <p:cNvPr id="1219" name="Google Shape;1219;p48"/>
            <p:cNvSpPr txBox="1"/>
            <p:nvPr/>
          </p:nvSpPr>
          <p:spPr>
            <a:xfrm>
              <a:off x="6112471" y="2766400"/>
              <a:ext cx="998700" cy="3597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049">
                  <a:latin typeface="Alexandria Medium"/>
                  <a:ea typeface="Alexandria Medium"/>
                  <a:cs typeface="Alexandria Medium"/>
                  <a:sym typeface="Alexandria Medium"/>
                </a:rPr>
                <a:t>11:00 am -</a:t>
              </a:r>
              <a:endParaRPr sz="1049">
                <a:latin typeface="Alexandria Medium"/>
                <a:ea typeface="Alexandria Medium"/>
                <a:cs typeface="Alexandria Medium"/>
                <a:sym typeface="Alexandria Medium"/>
              </a:endParaRPr>
            </a:p>
            <a:p>
              <a:pPr marL="0" lvl="0" indent="0" algn="r" rtl="0">
                <a:spcBef>
                  <a:spcPts val="0"/>
                </a:spcBef>
                <a:spcAft>
                  <a:spcPts val="0"/>
                </a:spcAft>
                <a:buNone/>
              </a:pPr>
              <a:r>
                <a:rPr lang="en" sz="1049">
                  <a:latin typeface="Alexandria Medium"/>
                  <a:ea typeface="Alexandria Medium"/>
                  <a:cs typeface="Alexandria Medium"/>
                  <a:sym typeface="Alexandria Medium"/>
                </a:rPr>
                <a:t>03:00 pm</a:t>
              </a:r>
              <a:endParaRPr sz="1049">
                <a:latin typeface="Alexandria Medium"/>
                <a:ea typeface="Alexandria Medium"/>
                <a:cs typeface="Alexandria Medium"/>
                <a:sym typeface="Alexandria Medium"/>
              </a:endParaRPr>
            </a:p>
          </p:txBody>
        </p:sp>
        <p:sp>
          <p:nvSpPr>
            <p:cNvPr id="1220" name="Google Shape;1220;p48"/>
            <p:cNvSpPr/>
            <p:nvPr/>
          </p:nvSpPr>
          <p:spPr>
            <a:xfrm>
              <a:off x="1838258" y="1863350"/>
              <a:ext cx="675300" cy="667800"/>
            </a:xfrm>
            <a:prstGeom prst="roundRect">
              <a:avLst>
                <a:gd name="adj" fmla="val 16667"/>
              </a:avLst>
            </a:prstGeom>
            <a:solidFill>
              <a:srgbClr val="EDF3F4"/>
            </a:solidFill>
            <a:ln>
              <a:noFill/>
            </a:ln>
          </p:spPr>
          <p:txBody>
            <a:bodyPr spcFirstLastPara="1" wrap="square" lIns="119825" tIns="119825" rIns="119825" bIns="119825" anchor="ctr" anchorCtr="0">
              <a:noAutofit/>
            </a:bodyPr>
            <a:lstStyle/>
            <a:p>
              <a:pPr marL="0" lvl="0" indent="0" algn="ctr" rtl="0">
                <a:spcBef>
                  <a:spcPts val="0"/>
                </a:spcBef>
                <a:spcAft>
                  <a:spcPts val="0"/>
                </a:spcAft>
                <a:buNone/>
              </a:pPr>
              <a:endParaRPr sz="1835">
                <a:latin typeface="Alexandria"/>
                <a:ea typeface="Alexandria"/>
                <a:cs typeface="Alexandria"/>
                <a:sym typeface="Alexandria"/>
              </a:endParaRPr>
            </a:p>
          </p:txBody>
        </p:sp>
        <p:sp>
          <p:nvSpPr>
            <p:cNvPr id="1221" name="Google Shape;1221;p48"/>
            <p:cNvSpPr/>
            <p:nvPr/>
          </p:nvSpPr>
          <p:spPr>
            <a:xfrm>
              <a:off x="1978250" y="2001425"/>
              <a:ext cx="391769" cy="391760"/>
            </a:xfrm>
            <a:custGeom>
              <a:avLst/>
              <a:gdLst/>
              <a:ahLst/>
              <a:cxnLst/>
              <a:rect l="l" t="t" r="r" b="b"/>
              <a:pathLst>
                <a:path w="90010" h="90008" extrusionOk="0">
                  <a:moveTo>
                    <a:pt x="44145" y="0"/>
                  </a:moveTo>
                  <a:lnTo>
                    <a:pt x="43255" y="59"/>
                  </a:lnTo>
                  <a:lnTo>
                    <a:pt x="42365" y="178"/>
                  </a:lnTo>
                  <a:lnTo>
                    <a:pt x="41534" y="356"/>
                  </a:lnTo>
                  <a:lnTo>
                    <a:pt x="40644" y="534"/>
                  </a:lnTo>
                  <a:lnTo>
                    <a:pt x="39814" y="771"/>
                  </a:lnTo>
                  <a:lnTo>
                    <a:pt x="38983" y="1009"/>
                  </a:lnTo>
                  <a:lnTo>
                    <a:pt x="38152" y="1365"/>
                  </a:lnTo>
                  <a:lnTo>
                    <a:pt x="37322" y="1721"/>
                  </a:lnTo>
                  <a:lnTo>
                    <a:pt x="36491" y="2077"/>
                  </a:lnTo>
                  <a:lnTo>
                    <a:pt x="35720" y="2551"/>
                  </a:lnTo>
                  <a:lnTo>
                    <a:pt x="34948" y="3026"/>
                  </a:lnTo>
                  <a:lnTo>
                    <a:pt x="34177" y="3560"/>
                  </a:lnTo>
                  <a:lnTo>
                    <a:pt x="33465" y="4094"/>
                  </a:lnTo>
                  <a:lnTo>
                    <a:pt x="32753" y="4687"/>
                  </a:lnTo>
                  <a:lnTo>
                    <a:pt x="32041" y="5340"/>
                  </a:lnTo>
                  <a:lnTo>
                    <a:pt x="5400" y="32040"/>
                  </a:lnTo>
                  <a:lnTo>
                    <a:pt x="4748" y="32752"/>
                  </a:lnTo>
                  <a:lnTo>
                    <a:pt x="4095" y="33464"/>
                  </a:lnTo>
                  <a:lnTo>
                    <a:pt x="3561" y="34176"/>
                  </a:lnTo>
                  <a:lnTo>
                    <a:pt x="3027" y="34947"/>
                  </a:lnTo>
                  <a:lnTo>
                    <a:pt x="2552" y="35718"/>
                  </a:lnTo>
                  <a:lnTo>
                    <a:pt x="2137" y="36490"/>
                  </a:lnTo>
                  <a:lnTo>
                    <a:pt x="1722" y="37261"/>
                  </a:lnTo>
                  <a:lnTo>
                    <a:pt x="1366" y="38092"/>
                  </a:lnTo>
                  <a:lnTo>
                    <a:pt x="1069" y="38922"/>
                  </a:lnTo>
                  <a:lnTo>
                    <a:pt x="772" y="39812"/>
                  </a:lnTo>
                  <a:lnTo>
                    <a:pt x="535" y="40643"/>
                  </a:lnTo>
                  <a:lnTo>
                    <a:pt x="357" y="41533"/>
                  </a:lnTo>
                  <a:lnTo>
                    <a:pt x="179" y="42364"/>
                  </a:lnTo>
                  <a:lnTo>
                    <a:pt x="120" y="43254"/>
                  </a:lnTo>
                  <a:lnTo>
                    <a:pt x="60" y="44144"/>
                  </a:lnTo>
                  <a:lnTo>
                    <a:pt x="1" y="45034"/>
                  </a:lnTo>
                  <a:lnTo>
                    <a:pt x="60" y="45864"/>
                  </a:lnTo>
                  <a:lnTo>
                    <a:pt x="120" y="46754"/>
                  </a:lnTo>
                  <a:lnTo>
                    <a:pt x="179" y="47644"/>
                  </a:lnTo>
                  <a:lnTo>
                    <a:pt x="357" y="48534"/>
                  </a:lnTo>
                  <a:lnTo>
                    <a:pt x="535" y="49365"/>
                  </a:lnTo>
                  <a:lnTo>
                    <a:pt x="772" y="50196"/>
                  </a:lnTo>
                  <a:lnTo>
                    <a:pt x="1069" y="51086"/>
                  </a:lnTo>
                  <a:lnTo>
                    <a:pt x="1366" y="51916"/>
                  </a:lnTo>
                  <a:lnTo>
                    <a:pt x="1722" y="52747"/>
                  </a:lnTo>
                  <a:lnTo>
                    <a:pt x="2137" y="53518"/>
                  </a:lnTo>
                  <a:lnTo>
                    <a:pt x="2552" y="54290"/>
                  </a:lnTo>
                  <a:lnTo>
                    <a:pt x="3027" y="55061"/>
                  </a:lnTo>
                  <a:lnTo>
                    <a:pt x="3561" y="55832"/>
                  </a:lnTo>
                  <a:lnTo>
                    <a:pt x="4095" y="56544"/>
                  </a:lnTo>
                  <a:lnTo>
                    <a:pt x="4748" y="57256"/>
                  </a:lnTo>
                  <a:lnTo>
                    <a:pt x="5400" y="57968"/>
                  </a:lnTo>
                  <a:lnTo>
                    <a:pt x="32041" y="84668"/>
                  </a:lnTo>
                  <a:lnTo>
                    <a:pt x="32753" y="85321"/>
                  </a:lnTo>
                  <a:lnTo>
                    <a:pt x="33465" y="85914"/>
                  </a:lnTo>
                  <a:lnTo>
                    <a:pt x="34177" y="86448"/>
                  </a:lnTo>
                  <a:lnTo>
                    <a:pt x="34948" y="86982"/>
                  </a:lnTo>
                  <a:lnTo>
                    <a:pt x="35720" y="87457"/>
                  </a:lnTo>
                  <a:lnTo>
                    <a:pt x="36491" y="87931"/>
                  </a:lnTo>
                  <a:lnTo>
                    <a:pt x="37322" y="88287"/>
                  </a:lnTo>
                  <a:lnTo>
                    <a:pt x="38152" y="88643"/>
                  </a:lnTo>
                  <a:lnTo>
                    <a:pt x="38983" y="88999"/>
                  </a:lnTo>
                  <a:lnTo>
                    <a:pt x="39814" y="89237"/>
                  </a:lnTo>
                  <a:lnTo>
                    <a:pt x="40644" y="89474"/>
                  </a:lnTo>
                  <a:lnTo>
                    <a:pt x="41534" y="89652"/>
                  </a:lnTo>
                  <a:lnTo>
                    <a:pt x="42365" y="89830"/>
                  </a:lnTo>
                  <a:lnTo>
                    <a:pt x="43255" y="89949"/>
                  </a:lnTo>
                  <a:lnTo>
                    <a:pt x="44145" y="90008"/>
                  </a:lnTo>
                  <a:lnTo>
                    <a:pt x="45925" y="90008"/>
                  </a:lnTo>
                  <a:lnTo>
                    <a:pt x="46756" y="89949"/>
                  </a:lnTo>
                  <a:lnTo>
                    <a:pt x="47646" y="89830"/>
                  </a:lnTo>
                  <a:lnTo>
                    <a:pt x="48536" y="89652"/>
                  </a:lnTo>
                  <a:lnTo>
                    <a:pt x="49366" y="89474"/>
                  </a:lnTo>
                  <a:lnTo>
                    <a:pt x="50256" y="89237"/>
                  </a:lnTo>
                  <a:lnTo>
                    <a:pt x="51087" y="88999"/>
                  </a:lnTo>
                  <a:lnTo>
                    <a:pt x="51918" y="88643"/>
                  </a:lnTo>
                  <a:lnTo>
                    <a:pt x="52748" y="88287"/>
                  </a:lnTo>
                  <a:lnTo>
                    <a:pt x="53520" y="87931"/>
                  </a:lnTo>
                  <a:lnTo>
                    <a:pt x="54350" y="87457"/>
                  </a:lnTo>
                  <a:lnTo>
                    <a:pt x="55122" y="86982"/>
                  </a:lnTo>
                  <a:lnTo>
                    <a:pt x="55834" y="86448"/>
                  </a:lnTo>
                  <a:lnTo>
                    <a:pt x="56605" y="85914"/>
                  </a:lnTo>
                  <a:lnTo>
                    <a:pt x="57317" y="85321"/>
                  </a:lnTo>
                  <a:lnTo>
                    <a:pt x="57970" y="84668"/>
                  </a:lnTo>
                  <a:lnTo>
                    <a:pt x="84670" y="57968"/>
                  </a:lnTo>
                  <a:lnTo>
                    <a:pt x="85322" y="57256"/>
                  </a:lnTo>
                  <a:lnTo>
                    <a:pt x="85916" y="56544"/>
                  </a:lnTo>
                  <a:lnTo>
                    <a:pt x="86509" y="55832"/>
                  </a:lnTo>
                  <a:lnTo>
                    <a:pt x="87043" y="55061"/>
                  </a:lnTo>
                  <a:lnTo>
                    <a:pt x="87518" y="54290"/>
                  </a:lnTo>
                  <a:lnTo>
                    <a:pt x="87933" y="53518"/>
                  </a:lnTo>
                  <a:lnTo>
                    <a:pt x="88348" y="52747"/>
                  </a:lnTo>
                  <a:lnTo>
                    <a:pt x="88704" y="51916"/>
                  </a:lnTo>
                  <a:lnTo>
                    <a:pt x="89001" y="51086"/>
                  </a:lnTo>
                  <a:lnTo>
                    <a:pt x="89298" y="50196"/>
                  </a:lnTo>
                  <a:lnTo>
                    <a:pt x="89535" y="49365"/>
                  </a:lnTo>
                  <a:lnTo>
                    <a:pt x="89713" y="48534"/>
                  </a:lnTo>
                  <a:lnTo>
                    <a:pt x="89832" y="47644"/>
                  </a:lnTo>
                  <a:lnTo>
                    <a:pt x="89950" y="46754"/>
                  </a:lnTo>
                  <a:lnTo>
                    <a:pt x="90010" y="45864"/>
                  </a:lnTo>
                  <a:lnTo>
                    <a:pt x="90010" y="45034"/>
                  </a:lnTo>
                  <a:lnTo>
                    <a:pt x="90010" y="44144"/>
                  </a:lnTo>
                  <a:lnTo>
                    <a:pt x="89950" y="43254"/>
                  </a:lnTo>
                  <a:lnTo>
                    <a:pt x="89832" y="42364"/>
                  </a:lnTo>
                  <a:lnTo>
                    <a:pt x="89713" y="41533"/>
                  </a:lnTo>
                  <a:lnTo>
                    <a:pt x="89535" y="40643"/>
                  </a:lnTo>
                  <a:lnTo>
                    <a:pt x="89298" y="39812"/>
                  </a:lnTo>
                  <a:lnTo>
                    <a:pt x="89001" y="38922"/>
                  </a:lnTo>
                  <a:lnTo>
                    <a:pt x="88704" y="38092"/>
                  </a:lnTo>
                  <a:lnTo>
                    <a:pt x="88348" y="37261"/>
                  </a:lnTo>
                  <a:lnTo>
                    <a:pt x="87933" y="36490"/>
                  </a:lnTo>
                  <a:lnTo>
                    <a:pt x="87518" y="35718"/>
                  </a:lnTo>
                  <a:lnTo>
                    <a:pt x="87043" y="34947"/>
                  </a:lnTo>
                  <a:lnTo>
                    <a:pt x="86509" y="34176"/>
                  </a:lnTo>
                  <a:lnTo>
                    <a:pt x="85916" y="33464"/>
                  </a:lnTo>
                  <a:lnTo>
                    <a:pt x="85322" y="32752"/>
                  </a:lnTo>
                  <a:lnTo>
                    <a:pt x="84670" y="32040"/>
                  </a:lnTo>
                  <a:lnTo>
                    <a:pt x="57970" y="5340"/>
                  </a:lnTo>
                  <a:lnTo>
                    <a:pt x="57317" y="4687"/>
                  </a:lnTo>
                  <a:lnTo>
                    <a:pt x="56605" y="4094"/>
                  </a:lnTo>
                  <a:lnTo>
                    <a:pt x="55834" y="3560"/>
                  </a:lnTo>
                  <a:lnTo>
                    <a:pt x="55122" y="3026"/>
                  </a:lnTo>
                  <a:lnTo>
                    <a:pt x="54350" y="2551"/>
                  </a:lnTo>
                  <a:lnTo>
                    <a:pt x="53520" y="2077"/>
                  </a:lnTo>
                  <a:lnTo>
                    <a:pt x="52748" y="1721"/>
                  </a:lnTo>
                  <a:lnTo>
                    <a:pt x="51918" y="1365"/>
                  </a:lnTo>
                  <a:lnTo>
                    <a:pt x="51087" y="1009"/>
                  </a:lnTo>
                  <a:lnTo>
                    <a:pt x="50256" y="771"/>
                  </a:lnTo>
                  <a:lnTo>
                    <a:pt x="49366" y="534"/>
                  </a:lnTo>
                  <a:lnTo>
                    <a:pt x="48536" y="356"/>
                  </a:lnTo>
                  <a:lnTo>
                    <a:pt x="47646" y="178"/>
                  </a:lnTo>
                  <a:lnTo>
                    <a:pt x="46756" y="59"/>
                  </a:lnTo>
                  <a:lnTo>
                    <a:pt x="45925" y="0"/>
                  </a:lnTo>
                  <a:close/>
                </a:path>
              </a:pathLst>
            </a:custGeom>
            <a:solidFill>
              <a:srgbClr val="232323"/>
            </a:solidFill>
            <a:ln>
              <a:noFill/>
            </a:ln>
          </p:spPr>
          <p:txBody>
            <a:bodyPr spcFirstLastPara="1" wrap="square" lIns="119825" tIns="119825" rIns="119825" bIns="119825" anchor="ctr" anchorCtr="0">
              <a:noAutofit/>
            </a:bodyPr>
            <a:lstStyle/>
            <a:p>
              <a:pPr marL="0" marR="0" lvl="0" indent="0" algn="ctr" rtl="0">
                <a:lnSpc>
                  <a:spcPct val="100000"/>
                </a:lnSpc>
                <a:spcBef>
                  <a:spcPts val="0"/>
                </a:spcBef>
                <a:spcAft>
                  <a:spcPts val="0"/>
                </a:spcAft>
                <a:buNone/>
              </a:pPr>
              <a:endParaRPr sz="1835">
                <a:latin typeface="Alexandria"/>
                <a:ea typeface="Alexandria"/>
                <a:cs typeface="Alexandria"/>
                <a:sym typeface="Alexandria"/>
              </a:endParaRPr>
            </a:p>
          </p:txBody>
        </p:sp>
        <p:sp>
          <p:nvSpPr>
            <p:cNvPr id="1222" name="Google Shape;1222;p48"/>
            <p:cNvSpPr/>
            <p:nvPr/>
          </p:nvSpPr>
          <p:spPr>
            <a:xfrm>
              <a:off x="1980200" y="2750362"/>
              <a:ext cx="391825" cy="391830"/>
            </a:xfrm>
            <a:custGeom>
              <a:avLst/>
              <a:gdLst/>
              <a:ahLst/>
              <a:cxnLst/>
              <a:rect l="l" t="t" r="r" b="b"/>
              <a:pathLst>
                <a:path w="82533" h="82534" extrusionOk="0">
                  <a:moveTo>
                    <a:pt x="41237" y="1"/>
                  </a:moveTo>
                  <a:lnTo>
                    <a:pt x="40525" y="60"/>
                  </a:lnTo>
                  <a:lnTo>
                    <a:pt x="39872" y="179"/>
                  </a:lnTo>
                  <a:lnTo>
                    <a:pt x="39160" y="357"/>
                  </a:lnTo>
                  <a:lnTo>
                    <a:pt x="38508" y="594"/>
                  </a:lnTo>
                  <a:lnTo>
                    <a:pt x="32337" y="3502"/>
                  </a:lnTo>
                  <a:lnTo>
                    <a:pt x="31803" y="3739"/>
                  </a:lnTo>
                  <a:lnTo>
                    <a:pt x="31269" y="3917"/>
                  </a:lnTo>
                  <a:lnTo>
                    <a:pt x="30676" y="4036"/>
                  </a:lnTo>
                  <a:lnTo>
                    <a:pt x="30142" y="4095"/>
                  </a:lnTo>
                  <a:lnTo>
                    <a:pt x="23318" y="4688"/>
                  </a:lnTo>
                  <a:lnTo>
                    <a:pt x="22606" y="4807"/>
                  </a:lnTo>
                  <a:lnTo>
                    <a:pt x="21894" y="4985"/>
                  </a:lnTo>
                  <a:lnTo>
                    <a:pt x="21242" y="5222"/>
                  </a:lnTo>
                  <a:lnTo>
                    <a:pt x="20648" y="5519"/>
                  </a:lnTo>
                  <a:lnTo>
                    <a:pt x="20055" y="5934"/>
                  </a:lnTo>
                  <a:lnTo>
                    <a:pt x="19521" y="6350"/>
                  </a:lnTo>
                  <a:lnTo>
                    <a:pt x="18987" y="6884"/>
                  </a:lnTo>
                  <a:lnTo>
                    <a:pt x="18572" y="7418"/>
                  </a:lnTo>
                  <a:lnTo>
                    <a:pt x="14656" y="13054"/>
                  </a:lnTo>
                  <a:lnTo>
                    <a:pt x="14300" y="13529"/>
                  </a:lnTo>
                  <a:lnTo>
                    <a:pt x="13884" y="13944"/>
                  </a:lnTo>
                  <a:lnTo>
                    <a:pt x="13469" y="14300"/>
                  </a:lnTo>
                  <a:lnTo>
                    <a:pt x="13054" y="14656"/>
                  </a:lnTo>
                  <a:lnTo>
                    <a:pt x="7417" y="18572"/>
                  </a:lnTo>
                  <a:lnTo>
                    <a:pt x="6883" y="18988"/>
                  </a:lnTo>
                  <a:lnTo>
                    <a:pt x="6349" y="19521"/>
                  </a:lnTo>
                  <a:lnTo>
                    <a:pt x="5933" y="20055"/>
                  </a:lnTo>
                  <a:lnTo>
                    <a:pt x="5518" y="20649"/>
                  </a:lnTo>
                  <a:lnTo>
                    <a:pt x="5221" y="21242"/>
                  </a:lnTo>
                  <a:lnTo>
                    <a:pt x="4984" y="21954"/>
                  </a:lnTo>
                  <a:lnTo>
                    <a:pt x="4806" y="22607"/>
                  </a:lnTo>
                  <a:lnTo>
                    <a:pt x="4687" y="23319"/>
                  </a:lnTo>
                  <a:lnTo>
                    <a:pt x="4094" y="30142"/>
                  </a:lnTo>
                  <a:lnTo>
                    <a:pt x="4035" y="30735"/>
                  </a:lnTo>
                  <a:lnTo>
                    <a:pt x="3916" y="31269"/>
                  </a:lnTo>
                  <a:lnTo>
                    <a:pt x="3738" y="31803"/>
                  </a:lnTo>
                  <a:lnTo>
                    <a:pt x="3501" y="32337"/>
                  </a:lnTo>
                  <a:lnTo>
                    <a:pt x="593" y="38508"/>
                  </a:lnTo>
                  <a:lnTo>
                    <a:pt x="356" y="39220"/>
                  </a:lnTo>
                  <a:lnTo>
                    <a:pt x="178" y="39873"/>
                  </a:lnTo>
                  <a:lnTo>
                    <a:pt x="59" y="40585"/>
                  </a:lnTo>
                  <a:lnTo>
                    <a:pt x="0" y="41297"/>
                  </a:lnTo>
                  <a:lnTo>
                    <a:pt x="59" y="41949"/>
                  </a:lnTo>
                  <a:lnTo>
                    <a:pt x="178" y="42661"/>
                  </a:lnTo>
                  <a:lnTo>
                    <a:pt x="356" y="43373"/>
                  </a:lnTo>
                  <a:lnTo>
                    <a:pt x="593" y="44026"/>
                  </a:lnTo>
                  <a:lnTo>
                    <a:pt x="3501" y="50197"/>
                  </a:lnTo>
                  <a:lnTo>
                    <a:pt x="3738" y="50731"/>
                  </a:lnTo>
                  <a:lnTo>
                    <a:pt x="3916" y="51265"/>
                  </a:lnTo>
                  <a:lnTo>
                    <a:pt x="4035" y="51858"/>
                  </a:lnTo>
                  <a:lnTo>
                    <a:pt x="4094" y="52392"/>
                  </a:lnTo>
                  <a:lnTo>
                    <a:pt x="4687" y="59215"/>
                  </a:lnTo>
                  <a:lnTo>
                    <a:pt x="4806" y="59927"/>
                  </a:lnTo>
                  <a:lnTo>
                    <a:pt x="4984" y="60639"/>
                  </a:lnTo>
                  <a:lnTo>
                    <a:pt x="5221" y="61292"/>
                  </a:lnTo>
                  <a:lnTo>
                    <a:pt x="5518" y="61885"/>
                  </a:lnTo>
                  <a:lnTo>
                    <a:pt x="5933" y="62479"/>
                  </a:lnTo>
                  <a:lnTo>
                    <a:pt x="6349" y="63013"/>
                  </a:lnTo>
                  <a:lnTo>
                    <a:pt x="6883" y="63547"/>
                  </a:lnTo>
                  <a:lnTo>
                    <a:pt x="7417" y="63962"/>
                  </a:lnTo>
                  <a:lnTo>
                    <a:pt x="13054" y="67878"/>
                  </a:lnTo>
                  <a:lnTo>
                    <a:pt x="13469" y="68234"/>
                  </a:lnTo>
                  <a:lnTo>
                    <a:pt x="13884" y="68590"/>
                  </a:lnTo>
                  <a:lnTo>
                    <a:pt x="14300" y="69005"/>
                  </a:lnTo>
                  <a:lnTo>
                    <a:pt x="14656" y="69480"/>
                  </a:lnTo>
                  <a:lnTo>
                    <a:pt x="18572" y="75116"/>
                  </a:lnTo>
                  <a:lnTo>
                    <a:pt x="18987" y="75650"/>
                  </a:lnTo>
                  <a:lnTo>
                    <a:pt x="19521" y="76184"/>
                  </a:lnTo>
                  <a:lnTo>
                    <a:pt x="20055" y="76600"/>
                  </a:lnTo>
                  <a:lnTo>
                    <a:pt x="20648" y="77015"/>
                  </a:lnTo>
                  <a:lnTo>
                    <a:pt x="21242" y="77312"/>
                  </a:lnTo>
                  <a:lnTo>
                    <a:pt x="21894" y="77549"/>
                  </a:lnTo>
                  <a:lnTo>
                    <a:pt x="22606" y="77727"/>
                  </a:lnTo>
                  <a:lnTo>
                    <a:pt x="23318" y="77846"/>
                  </a:lnTo>
                  <a:lnTo>
                    <a:pt x="30142" y="78439"/>
                  </a:lnTo>
                  <a:lnTo>
                    <a:pt x="30676" y="78498"/>
                  </a:lnTo>
                  <a:lnTo>
                    <a:pt x="31269" y="78617"/>
                  </a:lnTo>
                  <a:lnTo>
                    <a:pt x="31803" y="78795"/>
                  </a:lnTo>
                  <a:lnTo>
                    <a:pt x="32337" y="79032"/>
                  </a:lnTo>
                  <a:lnTo>
                    <a:pt x="38508" y="81940"/>
                  </a:lnTo>
                  <a:lnTo>
                    <a:pt x="39160" y="82177"/>
                  </a:lnTo>
                  <a:lnTo>
                    <a:pt x="39872" y="82355"/>
                  </a:lnTo>
                  <a:lnTo>
                    <a:pt x="40525" y="82474"/>
                  </a:lnTo>
                  <a:lnTo>
                    <a:pt x="41237" y="82533"/>
                  </a:lnTo>
                  <a:lnTo>
                    <a:pt x="41949" y="82474"/>
                  </a:lnTo>
                  <a:lnTo>
                    <a:pt x="42661" y="82355"/>
                  </a:lnTo>
                  <a:lnTo>
                    <a:pt x="43314" y="82177"/>
                  </a:lnTo>
                  <a:lnTo>
                    <a:pt x="43966" y="81940"/>
                  </a:lnTo>
                  <a:lnTo>
                    <a:pt x="50196" y="79032"/>
                  </a:lnTo>
                  <a:lnTo>
                    <a:pt x="50730" y="78795"/>
                  </a:lnTo>
                  <a:lnTo>
                    <a:pt x="51264" y="78617"/>
                  </a:lnTo>
                  <a:lnTo>
                    <a:pt x="51798" y="78498"/>
                  </a:lnTo>
                  <a:lnTo>
                    <a:pt x="52392" y="78439"/>
                  </a:lnTo>
                  <a:lnTo>
                    <a:pt x="59215" y="77846"/>
                  </a:lnTo>
                  <a:lnTo>
                    <a:pt x="59927" y="77727"/>
                  </a:lnTo>
                  <a:lnTo>
                    <a:pt x="60580" y="77549"/>
                  </a:lnTo>
                  <a:lnTo>
                    <a:pt x="61232" y="77312"/>
                  </a:lnTo>
                  <a:lnTo>
                    <a:pt x="61885" y="77015"/>
                  </a:lnTo>
                  <a:lnTo>
                    <a:pt x="62478" y="76600"/>
                  </a:lnTo>
                  <a:lnTo>
                    <a:pt x="63012" y="76184"/>
                  </a:lnTo>
                  <a:lnTo>
                    <a:pt x="63487" y="75650"/>
                  </a:lnTo>
                  <a:lnTo>
                    <a:pt x="63962" y="75116"/>
                  </a:lnTo>
                  <a:lnTo>
                    <a:pt x="67878" y="69480"/>
                  </a:lnTo>
                  <a:lnTo>
                    <a:pt x="68234" y="69005"/>
                  </a:lnTo>
                  <a:lnTo>
                    <a:pt x="68590" y="68590"/>
                  </a:lnTo>
                  <a:lnTo>
                    <a:pt x="69005" y="68234"/>
                  </a:lnTo>
                  <a:lnTo>
                    <a:pt x="69480" y="67878"/>
                  </a:lnTo>
                  <a:lnTo>
                    <a:pt x="75057" y="63962"/>
                  </a:lnTo>
                  <a:lnTo>
                    <a:pt x="75650" y="63547"/>
                  </a:lnTo>
                  <a:lnTo>
                    <a:pt x="76125" y="63013"/>
                  </a:lnTo>
                  <a:lnTo>
                    <a:pt x="76600" y="62479"/>
                  </a:lnTo>
                  <a:lnTo>
                    <a:pt x="76956" y="61885"/>
                  </a:lnTo>
                  <a:lnTo>
                    <a:pt x="77312" y="61292"/>
                  </a:lnTo>
                  <a:lnTo>
                    <a:pt x="77549" y="60639"/>
                  </a:lnTo>
                  <a:lnTo>
                    <a:pt x="77727" y="59927"/>
                  </a:lnTo>
                  <a:lnTo>
                    <a:pt x="77846" y="59215"/>
                  </a:lnTo>
                  <a:lnTo>
                    <a:pt x="78439" y="52392"/>
                  </a:lnTo>
                  <a:lnTo>
                    <a:pt x="78498" y="51858"/>
                  </a:lnTo>
                  <a:lnTo>
                    <a:pt x="78617" y="51265"/>
                  </a:lnTo>
                  <a:lnTo>
                    <a:pt x="78795" y="50731"/>
                  </a:lnTo>
                  <a:lnTo>
                    <a:pt x="78973" y="50197"/>
                  </a:lnTo>
                  <a:lnTo>
                    <a:pt x="81880" y="44026"/>
                  </a:lnTo>
                  <a:lnTo>
                    <a:pt x="82177" y="43373"/>
                  </a:lnTo>
                  <a:lnTo>
                    <a:pt x="82355" y="42661"/>
                  </a:lnTo>
                  <a:lnTo>
                    <a:pt x="82474" y="41949"/>
                  </a:lnTo>
                  <a:lnTo>
                    <a:pt x="82533" y="41297"/>
                  </a:lnTo>
                  <a:lnTo>
                    <a:pt x="82474" y="40585"/>
                  </a:lnTo>
                  <a:lnTo>
                    <a:pt x="82355" y="39873"/>
                  </a:lnTo>
                  <a:lnTo>
                    <a:pt x="82177" y="39220"/>
                  </a:lnTo>
                  <a:lnTo>
                    <a:pt x="81880" y="38508"/>
                  </a:lnTo>
                  <a:lnTo>
                    <a:pt x="78973" y="32337"/>
                  </a:lnTo>
                  <a:lnTo>
                    <a:pt x="78795" y="31803"/>
                  </a:lnTo>
                  <a:lnTo>
                    <a:pt x="78617" y="31269"/>
                  </a:lnTo>
                  <a:lnTo>
                    <a:pt x="78498" y="30735"/>
                  </a:lnTo>
                  <a:lnTo>
                    <a:pt x="78439" y="30142"/>
                  </a:lnTo>
                  <a:lnTo>
                    <a:pt x="77846" y="23319"/>
                  </a:lnTo>
                  <a:lnTo>
                    <a:pt x="77727" y="22607"/>
                  </a:lnTo>
                  <a:lnTo>
                    <a:pt x="77549" y="21954"/>
                  </a:lnTo>
                  <a:lnTo>
                    <a:pt x="77312" y="21242"/>
                  </a:lnTo>
                  <a:lnTo>
                    <a:pt x="76956" y="20649"/>
                  </a:lnTo>
                  <a:lnTo>
                    <a:pt x="76600" y="20055"/>
                  </a:lnTo>
                  <a:lnTo>
                    <a:pt x="76125" y="19521"/>
                  </a:lnTo>
                  <a:lnTo>
                    <a:pt x="75650" y="18988"/>
                  </a:lnTo>
                  <a:lnTo>
                    <a:pt x="75057" y="18572"/>
                  </a:lnTo>
                  <a:lnTo>
                    <a:pt x="69480" y="14656"/>
                  </a:lnTo>
                  <a:lnTo>
                    <a:pt x="69005" y="14300"/>
                  </a:lnTo>
                  <a:lnTo>
                    <a:pt x="68590" y="13944"/>
                  </a:lnTo>
                  <a:lnTo>
                    <a:pt x="68234" y="13529"/>
                  </a:lnTo>
                  <a:lnTo>
                    <a:pt x="67878" y="13054"/>
                  </a:lnTo>
                  <a:lnTo>
                    <a:pt x="63962" y="7418"/>
                  </a:lnTo>
                  <a:lnTo>
                    <a:pt x="63487" y="6884"/>
                  </a:lnTo>
                  <a:lnTo>
                    <a:pt x="63012" y="6350"/>
                  </a:lnTo>
                  <a:lnTo>
                    <a:pt x="62478" y="5934"/>
                  </a:lnTo>
                  <a:lnTo>
                    <a:pt x="61885" y="5519"/>
                  </a:lnTo>
                  <a:lnTo>
                    <a:pt x="61232" y="5222"/>
                  </a:lnTo>
                  <a:lnTo>
                    <a:pt x="60580" y="4985"/>
                  </a:lnTo>
                  <a:lnTo>
                    <a:pt x="59927" y="4807"/>
                  </a:lnTo>
                  <a:lnTo>
                    <a:pt x="59215" y="4688"/>
                  </a:lnTo>
                  <a:lnTo>
                    <a:pt x="52392" y="4095"/>
                  </a:lnTo>
                  <a:lnTo>
                    <a:pt x="51798" y="4036"/>
                  </a:lnTo>
                  <a:lnTo>
                    <a:pt x="51264" y="3917"/>
                  </a:lnTo>
                  <a:lnTo>
                    <a:pt x="50730" y="3739"/>
                  </a:lnTo>
                  <a:lnTo>
                    <a:pt x="50196" y="3502"/>
                  </a:lnTo>
                  <a:lnTo>
                    <a:pt x="43966" y="594"/>
                  </a:lnTo>
                  <a:lnTo>
                    <a:pt x="43314" y="357"/>
                  </a:lnTo>
                  <a:lnTo>
                    <a:pt x="42661" y="179"/>
                  </a:lnTo>
                  <a:lnTo>
                    <a:pt x="41949" y="60"/>
                  </a:lnTo>
                  <a:lnTo>
                    <a:pt x="41237" y="1"/>
                  </a:lnTo>
                  <a:close/>
                </a:path>
              </a:pathLst>
            </a:custGeom>
            <a:solidFill>
              <a:srgbClr val="232323"/>
            </a:solidFill>
            <a:ln>
              <a:noFill/>
            </a:ln>
          </p:spPr>
          <p:txBody>
            <a:bodyPr spcFirstLastPara="1" wrap="square" lIns="119825" tIns="119825" rIns="119825" bIns="119825" anchor="ctr" anchorCtr="0">
              <a:noAutofit/>
            </a:bodyPr>
            <a:lstStyle/>
            <a:p>
              <a:pPr marL="0" marR="0" lvl="0" indent="0" algn="ctr" rtl="0">
                <a:lnSpc>
                  <a:spcPct val="100000"/>
                </a:lnSpc>
                <a:spcBef>
                  <a:spcPts val="0"/>
                </a:spcBef>
                <a:spcAft>
                  <a:spcPts val="0"/>
                </a:spcAft>
                <a:buNone/>
              </a:pPr>
              <a:endParaRPr sz="1835">
                <a:latin typeface="Alexandria"/>
                <a:ea typeface="Alexandria"/>
                <a:cs typeface="Alexandria"/>
                <a:sym typeface="Alexandria"/>
              </a:endParaRPr>
            </a:p>
          </p:txBody>
        </p:sp>
        <p:sp>
          <p:nvSpPr>
            <p:cNvPr id="1223" name="Google Shape;1223;p48"/>
            <p:cNvSpPr/>
            <p:nvPr/>
          </p:nvSpPr>
          <p:spPr>
            <a:xfrm>
              <a:off x="1976200" y="1250349"/>
              <a:ext cx="395929" cy="395702"/>
            </a:xfrm>
            <a:custGeom>
              <a:avLst/>
              <a:gdLst/>
              <a:ahLst/>
              <a:cxnLst/>
              <a:rect l="l" t="t" r="r" b="b"/>
              <a:pathLst>
                <a:path w="88823" h="88822" extrusionOk="0">
                  <a:moveTo>
                    <a:pt x="52510" y="0"/>
                  </a:moveTo>
                  <a:lnTo>
                    <a:pt x="51145" y="60"/>
                  </a:lnTo>
                  <a:lnTo>
                    <a:pt x="49781" y="238"/>
                  </a:lnTo>
                  <a:lnTo>
                    <a:pt x="48357" y="534"/>
                  </a:lnTo>
                  <a:lnTo>
                    <a:pt x="47051" y="950"/>
                  </a:lnTo>
                  <a:lnTo>
                    <a:pt x="45687" y="1424"/>
                  </a:lnTo>
                  <a:lnTo>
                    <a:pt x="44381" y="2018"/>
                  </a:lnTo>
                  <a:lnTo>
                    <a:pt x="43076" y="2730"/>
                  </a:lnTo>
                  <a:lnTo>
                    <a:pt x="41830" y="3560"/>
                  </a:lnTo>
                  <a:lnTo>
                    <a:pt x="40643" y="4510"/>
                  </a:lnTo>
                  <a:lnTo>
                    <a:pt x="39516" y="5578"/>
                  </a:lnTo>
                  <a:lnTo>
                    <a:pt x="38389" y="6764"/>
                  </a:lnTo>
                  <a:lnTo>
                    <a:pt x="35956" y="9612"/>
                  </a:lnTo>
                  <a:lnTo>
                    <a:pt x="35303" y="10384"/>
                  </a:lnTo>
                  <a:lnTo>
                    <a:pt x="34591" y="11036"/>
                  </a:lnTo>
                  <a:lnTo>
                    <a:pt x="33879" y="11748"/>
                  </a:lnTo>
                  <a:lnTo>
                    <a:pt x="33108" y="12342"/>
                  </a:lnTo>
                  <a:lnTo>
                    <a:pt x="32337" y="12935"/>
                  </a:lnTo>
                  <a:lnTo>
                    <a:pt x="31506" y="13469"/>
                  </a:lnTo>
                  <a:lnTo>
                    <a:pt x="30675" y="13944"/>
                  </a:lnTo>
                  <a:lnTo>
                    <a:pt x="29785" y="14418"/>
                  </a:lnTo>
                  <a:lnTo>
                    <a:pt x="28895" y="14834"/>
                  </a:lnTo>
                  <a:lnTo>
                    <a:pt x="28005" y="15190"/>
                  </a:lnTo>
                  <a:lnTo>
                    <a:pt x="27056" y="15486"/>
                  </a:lnTo>
                  <a:lnTo>
                    <a:pt x="26107" y="15783"/>
                  </a:lnTo>
                  <a:lnTo>
                    <a:pt x="25157" y="16020"/>
                  </a:lnTo>
                  <a:lnTo>
                    <a:pt x="24149" y="16139"/>
                  </a:lnTo>
                  <a:lnTo>
                    <a:pt x="23199" y="16258"/>
                  </a:lnTo>
                  <a:lnTo>
                    <a:pt x="22191" y="16376"/>
                  </a:lnTo>
                  <a:lnTo>
                    <a:pt x="18453" y="16495"/>
                  </a:lnTo>
                  <a:lnTo>
                    <a:pt x="16851" y="16673"/>
                  </a:lnTo>
                  <a:lnTo>
                    <a:pt x="15308" y="16910"/>
                  </a:lnTo>
                  <a:lnTo>
                    <a:pt x="13825" y="17266"/>
                  </a:lnTo>
                  <a:lnTo>
                    <a:pt x="12401" y="17741"/>
                  </a:lnTo>
                  <a:lnTo>
                    <a:pt x="11036" y="18275"/>
                  </a:lnTo>
                  <a:lnTo>
                    <a:pt x="9731" y="18987"/>
                  </a:lnTo>
                  <a:lnTo>
                    <a:pt x="8544" y="19699"/>
                  </a:lnTo>
                  <a:lnTo>
                    <a:pt x="7417" y="20530"/>
                  </a:lnTo>
                  <a:lnTo>
                    <a:pt x="6349" y="21479"/>
                  </a:lnTo>
                  <a:lnTo>
                    <a:pt x="5340" y="22428"/>
                  </a:lnTo>
                  <a:lnTo>
                    <a:pt x="4450" y="23496"/>
                  </a:lnTo>
                  <a:lnTo>
                    <a:pt x="3560" y="24623"/>
                  </a:lnTo>
                  <a:lnTo>
                    <a:pt x="2848" y="25751"/>
                  </a:lnTo>
                  <a:lnTo>
                    <a:pt x="2195" y="26937"/>
                  </a:lnTo>
                  <a:lnTo>
                    <a:pt x="1602" y="28243"/>
                  </a:lnTo>
                  <a:lnTo>
                    <a:pt x="1068" y="29489"/>
                  </a:lnTo>
                  <a:lnTo>
                    <a:pt x="712" y="30853"/>
                  </a:lnTo>
                  <a:lnTo>
                    <a:pt x="356" y="32159"/>
                  </a:lnTo>
                  <a:lnTo>
                    <a:pt x="178" y="33523"/>
                  </a:lnTo>
                  <a:lnTo>
                    <a:pt x="59" y="34888"/>
                  </a:lnTo>
                  <a:lnTo>
                    <a:pt x="0" y="36312"/>
                  </a:lnTo>
                  <a:lnTo>
                    <a:pt x="119" y="37677"/>
                  </a:lnTo>
                  <a:lnTo>
                    <a:pt x="297" y="39101"/>
                  </a:lnTo>
                  <a:lnTo>
                    <a:pt x="534" y="40465"/>
                  </a:lnTo>
                  <a:lnTo>
                    <a:pt x="949" y="41830"/>
                  </a:lnTo>
                  <a:lnTo>
                    <a:pt x="1424" y="43135"/>
                  </a:lnTo>
                  <a:lnTo>
                    <a:pt x="2017" y="44441"/>
                  </a:lnTo>
                  <a:lnTo>
                    <a:pt x="2789" y="45746"/>
                  </a:lnTo>
                  <a:lnTo>
                    <a:pt x="3619" y="46992"/>
                  </a:lnTo>
                  <a:lnTo>
                    <a:pt x="4569" y="48179"/>
                  </a:lnTo>
                  <a:lnTo>
                    <a:pt x="5637" y="49365"/>
                  </a:lnTo>
                  <a:lnTo>
                    <a:pt x="6823" y="50433"/>
                  </a:lnTo>
                  <a:lnTo>
                    <a:pt x="9612" y="52866"/>
                  </a:lnTo>
                  <a:lnTo>
                    <a:pt x="10383" y="53519"/>
                  </a:lnTo>
                  <a:lnTo>
                    <a:pt x="11095" y="54231"/>
                  </a:lnTo>
                  <a:lnTo>
                    <a:pt x="11748" y="54943"/>
                  </a:lnTo>
                  <a:lnTo>
                    <a:pt x="12341" y="55714"/>
                  </a:lnTo>
                  <a:lnTo>
                    <a:pt x="12935" y="56485"/>
                  </a:lnTo>
                  <a:lnTo>
                    <a:pt x="13469" y="57316"/>
                  </a:lnTo>
                  <a:lnTo>
                    <a:pt x="14003" y="58206"/>
                  </a:lnTo>
                  <a:lnTo>
                    <a:pt x="14418" y="59037"/>
                  </a:lnTo>
                  <a:lnTo>
                    <a:pt x="14833" y="59927"/>
                  </a:lnTo>
                  <a:lnTo>
                    <a:pt x="15189" y="60876"/>
                  </a:lnTo>
                  <a:lnTo>
                    <a:pt x="15486" y="61766"/>
                  </a:lnTo>
                  <a:lnTo>
                    <a:pt x="15783" y="62715"/>
                  </a:lnTo>
                  <a:lnTo>
                    <a:pt x="16020" y="63724"/>
                  </a:lnTo>
                  <a:lnTo>
                    <a:pt x="16198" y="64673"/>
                  </a:lnTo>
                  <a:lnTo>
                    <a:pt x="16317" y="65682"/>
                  </a:lnTo>
                  <a:lnTo>
                    <a:pt x="16376" y="66631"/>
                  </a:lnTo>
                  <a:lnTo>
                    <a:pt x="16554" y="70369"/>
                  </a:lnTo>
                  <a:lnTo>
                    <a:pt x="16673" y="71971"/>
                  </a:lnTo>
                  <a:lnTo>
                    <a:pt x="16910" y="73514"/>
                  </a:lnTo>
                  <a:lnTo>
                    <a:pt x="17266" y="74997"/>
                  </a:lnTo>
                  <a:lnTo>
                    <a:pt x="17741" y="76421"/>
                  </a:lnTo>
                  <a:lnTo>
                    <a:pt x="18334" y="77786"/>
                  </a:lnTo>
                  <a:lnTo>
                    <a:pt x="18987" y="79091"/>
                  </a:lnTo>
                  <a:lnTo>
                    <a:pt x="19699" y="80278"/>
                  </a:lnTo>
                  <a:lnTo>
                    <a:pt x="20529" y="81464"/>
                  </a:lnTo>
                  <a:lnTo>
                    <a:pt x="21479" y="82532"/>
                  </a:lnTo>
                  <a:lnTo>
                    <a:pt x="22428" y="83482"/>
                  </a:lnTo>
                  <a:lnTo>
                    <a:pt x="23496" y="84431"/>
                  </a:lnTo>
                  <a:lnTo>
                    <a:pt x="24623" y="85262"/>
                  </a:lnTo>
                  <a:lnTo>
                    <a:pt x="25751" y="85974"/>
                  </a:lnTo>
                  <a:lnTo>
                    <a:pt x="26997" y="86686"/>
                  </a:lnTo>
                  <a:lnTo>
                    <a:pt x="28243" y="87279"/>
                  </a:lnTo>
                  <a:lnTo>
                    <a:pt x="29489" y="87754"/>
                  </a:lnTo>
                  <a:lnTo>
                    <a:pt x="30853" y="88169"/>
                  </a:lnTo>
                  <a:lnTo>
                    <a:pt x="32159" y="88466"/>
                  </a:lnTo>
                  <a:lnTo>
                    <a:pt x="33523" y="88703"/>
                  </a:lnTo>
                  <a:lnTo>
                    <a:pt x="34947" y="88822"/>
                  </a:lnTo>
                  <a:lnTo>
                    <a:pt x="36312" y="88822"/>
                  </a:lnTo>
                  <a:lnTo>
                    <a:pt x="37677" y="88762"/>
                  </a:lnTo>
                  <a:lnTo>
                    <a:pt x="39101" y="88584"/>
                  </a:lnTo>
                  <a:lnTo>
                    <a:pt x="40465" y="88288"/>
                  </a:lnTo>
                  <a:lnTo>
                    <a:pt x="41830" y="87872"/>
                  </a:lnTo>
                  <a:lnTo>
                    <a:pt x="43135" y="87398"/>
                  </a:lnTo>
                  <a:lnTo>
                    <a:pt x="44500" y="86804"/>
                  </a:lnTo>
                  <a:lnTo>
                    <a:pt x="45746" y="86092"/>
                  </a:lnTo>
                  <a:lnTo>
                    <a:pt x="46992" y="85262"/>
                  </a:lnTo>
                  <a:lnTo>
                    <a:pt x="48179" y="84312"/>
                  </a:lnTo>
                  <a:lnTo>
                    <a:pt x="49365" y="83244"/>
                  </a:lnTo>
                  <a:lnTo>
                    <a:pt x="50433" y="82058"/>
                  </a:lnTo>
                  <a:lnTo>
                    <a:pt x="52866" y="79210"/>
                  </a:lnTo>
                  <a:lnTo>
                    <a:pt x="53519" y="78438"/>
                  </a:lnTo>
                  <a:lnTo>
                    <a:pt x="54231" y="77786"/>
                  </a:lnTo>
                  <a:lnTo>
                    <a:pt x="54943" y="77074"/>
                  </a:lnTo>
                  <a:lnTo>
                    <a:pt x="55714" y="76480"/>
                  </a:lnTo>
                  <a:lnTo>
                    <a:pt x="56545" y="75887"/>
                  </a:lnTo>
                  <a:lnTo>
                    <a:pt x="57316" y="75353"/>
                  </a:lnTo>
                  <a:lnTo>
                    <a:pt x="58206" y="74878"/>
                  </a:lnTo>
                  <a:lnTo>
                    <a:pt x="59037" y="74404"/>
                  </a:lnTo>
                  <a:lnTo>
                    <a:pt x="59927" y="73988"/>
                  </a:lnTo>
                  <a:lnTo>
                    <a:pt x="60876" y="73632"/>
                  </a:lnTo>
                  <a:lnTo>
                    <a:pt x="61766" y="73336"/>
                  </a:lnTo>
                  <a:lnTo>
                    <a:pt x="62715" y="73039"/>
                  </a:lnTo>
                  <a:lnTo>
                    <a:pt x="63724" y="72861"/>
                  </a:lnTo>
                  <a:lnTo>
                    <a:pt x="64673" y="72683"/>
                  </a:lnTo>
                  <a:lnTo>
                    <a:pt x="65682" y="72564"/>
                  </a:lnTo>
                  <a:lnTo>
                    <a:pt x="66691" y="72446"/>
                  </a:lnTo>
                  <a:lnTo>
                    <a:pt x="70370" y="72327"/>
                  </a:lnTo>
                  <a:lnTo>
                    <a:pt x="71972" y="72149"/>
                  </a:lnTo>
                  <a:lnTo>
                    <a:pt x="73514" y="71912"/>
                  </a:lnTo>
                  <a:lnTo>
                    <a:pt x="74998" y="71556"/>
                  </a:lnTo>
                  <a:lnTo>
                    <a:pt x="76422" y="71081"/>
                  </a:lnTo>
                  <a:lnTo>
                    <a:pt x="77786" y="70547"/>
                  </a:lnTo>
                  <a:lnTo>
                    <a:pt x="79092" y="69835"/>
                  </a:lnTo>
                  <a:lnTo>
                    <a:pt x="80278" y="69123"/>
                  </a:lnTo>
                  <a:lnTo>
                    <a:pt x="81465" y="68292"/>
                  </a:lnTo>
                  <a:lnTo>
                    <a:pt x="82533" y="67343"/>
                  </a:lnTo>
                  <a:lnTo>
                    <a:pt x="83482" y="66394"/>
                  </a:lnTo>
                  <a:lnTo>
                    <a:pt x="84432" y="65326"/>
                  </a:lnTo>
                  <a:lnTo>
                    <a:pt x="85262" y="64258"/>
                  </a:lnTo>
                  <a:lnTo>
                    <a:pt x="86034" y="63071"/>
                  </a:lnTo>
                  <a:lnTo>
                    <a:pt x="86686" y="61885"/>
                  </a:lnTo>
                  <a:lnTo>
                    <a:pt x="87280" y="60579"/>
                  </a:lnTo>
                  <a:lnTo>
                    <a:pt x="87754" y="59333"/>
                  </a:lnTo>
                  <a:lnTo>
                    <a:pt x="88170" y="58028"/>
                  </a:lnTo>
                  <a:lnTo>
                    <a:pt x="88466" y="56663"/>
                  </a:lnTo>
                  <a:lnTo>
                    <a:pt x="88704" y="55299"/>
                  </a:lnTo>
                  <a:lnTo>
                    <a:pt x="88822" y="53934"/>
                  </a:lnTo>
                  <a:lnTo>
                    <a:pt x="88822" y="52510"/>
                  </a:lnTo>
                  <a:lnTo>
                    <a:pt x="88763" y="51145"/>
                  </a:lnTo>
                  <a:lnTo>
                    <a:pt x="88585" y="49781"/>
                  </a:lnTo>
                  <a:lnTo>
                    <a:pt x="88288" y="48357"/>
                  </a:lnTo>
                  <a:lnTo>
                    <a:pt x="87873" y="46992"/>
                  </a:lnTo>
                  <a:lnTo>
                    <a:pt x="87398" y="45687"/>
                  </a:lnTo>
                  <a:lnTo>
                    <a:pt x="86805" y="44381"/>
                  </a:lnTo>
                  <a:lnTo>
                    <a:pt x="86093" y="43076"/>
                  </a:lnTo>
                  <a:lnTo>
                    <a:pt x="85262" y="41830"/>
                  </a:lnTo>
                  <a:lnTo>
                    <a:pt x="84313" y="40643"/>
                  </a:lnTo>
                  <a:lnTo>
                    <a:pt x="83245" y="39516"/>
                  </a:lnTo>
                  <a:lnTo>
                    <a:pt x="82058" y="38389"/>
                  </a:lnTo>
                  <a:lnTo>
                    <a:pt x="79210" y="35956"/>
                  </a:lnTo>
                  <a:lnTo>
                    <a:pt x="78498" y="35303"/>
                  </a:lnTo>
                  <a:lnTo>
                    <a:pt x="77786" y="34591"/>
                  </a:lnTo>
                  <a:lnTo>
                    <a:pt x="77134" y="33879"/>
                  </a:lnTo>
                  <a:lnTo>
                    <a:pt x="76481" y="33108"/>
                  </a:lnTo>
                  <a:lnTo>
                    <a:pt x="75888" y="32337"/>
                  </a:lnTo>
                  <a:lnTo>
                    <a:pt x="75354" y="31506"/>
                  </a:lnTo>
                  <a:lnTo>
                    <a:pt x="74879" y="30616"/>
                  </a:lnTo>
                  <a:lnTo>
                    <a:pt x="74404" y="29785"/>
                  </a:lnTo>
                  <a:lnTo>
                    <a:pt x="73989" y="28895"/>
                  </a:lnTo>
                  <a:lnTo>
                    <a:pt x="73633" y="27946"/>
                  </a:lnTo>
                  <a:lnTo>
                    <a:pt x="73336" y="27056"/>
                  </a:lnTo>
                  <a:lnTo>
                    <a:pt x="73040" y="26107"/>
                  </a:lnTo>
                  <a:lnTo>
                    <a:pt x="72862" y="25157"/>
                  </a:lnTo>
                  <a:lnTo>
                    <a:pt x="72684" y="24149"/>
                  </a:lnTo>
                  <a:lnTo>
                    <a:pt x="72565" y="23140"/>
                  </a:lnTo>
                  <a:lnTo>
                    <a:pt x="72506" y="22191"/>
                  </a:lnTo>
                  <a:lnTo>
                    <a:pt x="72328" y="18453"/>
                  </a:lnTo>
                  <a:lnTo>
                    <a:pt x="72209" y="16851"/>
                  </a:lnTo>
                  <a:lnTo>
                    <a:pt x="71912" y="15308"/>
                  </a:lnTo>
                  <a:lnTo>
                    <a:pt x="71556" y="13825"/>
                  </a:lnTo>
                  <a:lnTo>
                    <a:pt x="71082" y="12401"/>
                  </a:lnTo>
                  <a:lnTo>
                    <a:pt x="70548" y="11036"/>
                  </a:lnTo>
                  <a:lnTo>
                    <a:pt x="69895" y="9731"/>
                  </a:lnTo>
                  <a:lnTo>
                    <a:pt x="69123" y="8544"/>
                  </a:lnTo>
                  <a:lnTo>
                    <a:pt x="68293" y="7417"/>
                  </a:lnTo>
                  <a:lnTo>
                    <a:pt x="67403" y="6349"/>
                  </a:lnTo>
                  <a:lnTo>
                    <a:pt x="66394" y="5340"/>
                  </a:lnTo>
                  <a:lnTo>
                    <a:pt x="65326" y="4391"/>
                  </a:lnTo>
                  <a:lnTo>
                    <a:pt x="64258" y="3560"/>
                  </a:lnTo>
                  <a:lnTo>
                    <a:pt x="63071" y="2848"/>
                  </a:lnTo>
                  <a:lnTo>
                    <a:pt x="61885" y="2136"/>
                  </a:lnTo>
                  <a:lnTo>
                    <a:pt x="60639" y="1602"/>
                  </a:lnTo>
                  <a:lnTo>
                    <a:pt x="59333" y="1068"/>
                  </a:lnTo>
                  <a:lnTo>
                    <a:pt x="58028" y="653"/>
                  </a:lnTo>
                  <a:lnTo>
                    <a:pt x="56663" y="356"/>
                  </a:lnTo>
                  <a:lnTo>
                    <a:pt x="55299" y="178"/>
                  </a:lnTo>
                  <a:lnTo>
                    <a:pt x="53934" y="0"/>
                  </a:lnTo>
                  <a:close/>
                </a:path>
              </a:pathLst>
            </a:custGeom>
            <a:solidFill>
              <a:srgbClr val="EEF3F4"/>
            </a:solidFill>
            <a:ln>
              <a:noFill/>
            </a:ln>
          </p:spPr>
          <p:txBody>
            <a:bodyPr spcFirstLastPara="1" wrap="square" lIns="119825" tIns="119825" rIns="119825" bIns="119825" anchor="ctr" anchorCtr="0">
              <a:noAutofit/>
            </a:bodyPr>
            <a:lstStyle/>
            <a:p>
              <a:pPr marL="0" lvl="0" indent="0" algn="l" rtl="0">
                <a:spcBef>
                  <a:spcPts val="0"/>
                </a:spcBef>
                <a:spcAft>
                  <a:spcPts val="0"/>
                </a:spcAft>
                <a:buNone/>
              </a:pPr>
              <a:endParaRPr sz="1835">
                <a:latin typeface="Alexandria"/>
                <a:ea typeface="Alexandria"/>
                <a:cs typeface="Alexandria"/>
                <a:sym typeface="Alexandria"/>
              </a:endParaRPr>
            </a:p>
          </p:txBody>
        </p:sp>
        <p:sp>
          <p:nvSpPr>
            <p:cNvPr id="1224" name="Google Shape;1224;p48"/>
            <p:cNvSpPr txBox="1"/>
            <p:nvPr/>
          </p:nvSpPr>
          <p:spPr>
            <a:xfrm>
              <a:off x="3456424" y="2104824"/>
              <a:ext cx="2957700" cy="18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573">
                  <a:solidFill>
                    <a:srgbClr val="060606"/>
                  </a:solidFill>
                  <a:latin typeface="Alexandria SemiBold"/>
                  <a:ea typeface="Alexandria SemiBold"/>
                  <a:cs typeface="Alexandria SemiBold"/>
                  <a:sym typeface="Alexandria SemiBold"/>
                </a:rPr>
                <a:t>Workshop on Incorporating Touch-Transfer in Mobile Websites</a:t>
              </a:r>
              <a:endParaRPr sz="1573">
                <a:solidFill>
                  <a:srgbClr val="060606"/>
                </a:solidFill>
                <a:latin typeface="Alexandria SemiBold"/>
                <a:ea typeface="Alexandria SemiBold"/>
                <a:cs typeface="Alexandria SemiBold"/>
                <a:sym typeface="Alexandria SemiBold"/>
              </a:endParaRPr>
            </a:p>
          </p:txBody>
        </p:sp>
        <p:sp>
          <p:nvSpPr>
            <p:cNvPr id="1225" name="Google Shape;1225;p48"/>
            <p:cNvSpPr txBox="1"/>
            <p:nvPr/>
          </p:nvSpPr>
          <p:spPr>
            <a:xfrm>
              <a:off x="3456424" y="2853794"/>
              <a:ext cx="3042900" cy="18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573">
                  <a:solidFill>
                    <a:srgbClr val="060606"/>
                  </a:solidFill>
                  <a:latin typeface="Alexandria SemiBold"/>
                  <a:ea typeface="Alexandria SemiBold"/>
                  <a:cs typeface="Alexandria SemiBold"/>
                  <a:sym typeface="Alexandria SemiBold"/>
                </a:rPr>
                <a:t>Web Dev Dept. Annual Idea of the Year Brainstorm Meet</a:t>
              </a:r>
              <a:endParaRPr sz="1573">
                <a:solidFill>
                  <a:srgbClr val="060606"/>
                </a:solidFill>
                <a:latin typeface="Alexandria SemiBold"/>
                <a:ea typeface="Alexandria SemiBold"/>
                <a:cs typeface="Alexandria SemiBold"/>
                <a:sym typeface="Alexandria SemiBold"/>
              </a:endParaRPr>
            </a:p>
          </p:txBody>
        </p:sp>
      </p:grpSp>
      <p:sp>
        <p:nvSpPr>
          <p:cNvPr id="1226" name="Google Shape;1226;p48"/>
          <p:cNvSpPr/>
          <p:nvPr/>
        </p:nvSpPr>
        <p:spPr>
          <a:xfrm rot="3599210">
            <a:off x="616543" y="7408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2" name="Google Shape;1416;p53">
            <a:extLst>
              <a:ext uri="{FF2B5EF4-FFF2-40B4-BE49-F238E27FC236}">
                <a16:creationId xmlns:a16="http://schemas.microsoft.com/office/drawing/2014/main" id="{1EF4490B-B509-436E-987B-E5501E83A9C1}"/>
              </a:ext>
            </a:extLst>
          </p:cNvPr>
          <p:cNvSpPr txBox="1"/>
          <p:nvPr/>
        </p:nvSpPr>
        <p:spPr>
          <a:xfrm>
            <a:off x="8113111" y="456336"/>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rgbClr val="A47FA7"/>
                </a:solidFill>
                <a:latin typeface="Martian Mono"/>
                <a:ea typeface="Martian Mono"/>
                <a:cs typeface="Martian Mono"/>
                <a:sym typeface="Martian Mono"/>
              </a:rPr>
              <a:t>+</a:t>
            </a:r>
            <a:endParaRPr sz="1300" dirty="0">
              <a:solidFill>
                <a:srgbClr val="A47FA7"/>
              </a:solidFill>
              <a:latin typeface="Martian Mono"/>
              <a:ea typeface="Martian Mono"/>
              <a:cs typeface="Martian Mono"/>
              <a:sym typeface="Martian Mono"/>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024">
          <a:extLst>
            <a:ext uri="{FF2B5EF4-FFF2-40B4-BE49-F238E27FC236}">
              <a16:creationId xmlns:a16="http://schemas.microsoft.com/office/drawing/2014/main" id="{9BA193EB-7B70-3EEE-6D27-EBFA8A3B14ED}"/>
            </a:ext>
          </a:extLst>
        </p:cNvPr>
        <p:cNvGrpSpPr/>
        <p:nvPr/>
      </p:nvGrpSpPr>
      <p:grpSpPr>
        <a:xfrm>
          <a:off x="0" y="0"/>
          <a:ext cx="0" cy="0"/>
          <a:chOff x="0" y="0"/>
          <a:chExt cx="0" cy="0"/>
        </a:xfrm>
      </p:grpSpPr>
      <p:sp>
        <p:nvSpPr>
          <p:cNvPr id="1026" name="Google Shape;1026;p43">
            <a:extLst>
              <a:ext uri="{FF2B5EF4-FFF2-40B4-BE49-F238E27FC236}">
                <a16:creationId xmlns:a16="http://schemas.microsoft.com/office/drawing/2014/main" id="{EB02E010-C825-4815-938A-DC903C660093}"/>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027" name="Google Shape;1027;p43">
            <a:extLst>
              <a:ext uri="{FF2B5EF4-FFF2-40B4-BE49-F238E27FC236}">
                <a16:creationId xmlns:a16="http://schemas.microsoft.com/office/drawing/2014/main" id="{A824CD67-8ECE-A18A-2005-D7B025482B14}"/>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Main Menu</a:t>
            </a:r>
            <a:endParaRPr sz="1400">
              <a:solidFill>
                <a:srgbClr val="FFFFFF"/>
              </a:solidFill>
              <a:latin typeface="Work Sans"/>
              <a:ea typeface="Work Sans"/>
              <a:cs typeface="Work Sans"/>
              <a:sym typeface="Work Sans"/>
            </a:endParaRPr>
          </a:p>
        </p:txBody>
      </p:sp>
      <p:sp>
        <p:nvSpPr>
          <p:cNvPr id="1028" name="Google Shape;1028;p43">
            <a:extLst>
              <a:ext uri="{FF2B5EF4-FFF2-40B4-BE49-F238E27FC236}">
                <a16:creationId xmlns:a16="http://schemas.microsoft.com/office/drawing/2014/main" id="{76DEE227-45F9-471F-A35D-84D73238461E}"/>
              </a:ext>
            </a:extLst>
          </p:cNvPr>
          <p:cNvSpPr txBox="1"/>
          <p:nvPr/>
        </p:nvSpPr>
        <p:spPr>
          <a:xfrm>
            <a:off x="2577750" y="388675"/>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Hi, Gurlakshpreet</a:t>
            </a:r>
            <a:endParaRPr sz="2700">
              <a:solidFill>
                <a:srgbClr val="EFBC3F"/>
              </a:solidFill>
              <a:latin typeface="Dela Gothic One"/>
              <a:ea typeface="Dela Gothic One"/>
              <a:cs typeface="Dela Gothic One"/>
              <a:sym typeface="Dela Gothic One"/>
            </a:endParaRPr>
          </a:p>
        </p:txBody>
      </p:sp>
      <p:sp>
        <p:nvSpPr>
          <p:cNvPr id="1029" name="Google Shape;1029;p43">
            <a:extLst>
              <a:ext uri="{FF2B5EF4-FFF2-40B4-BE49-F238E27FC236}">
                <a16:creationId xmlns:a16="http://schemas.microsoft.com/office/drawing/2014/main" id="{4FBC5609-5B24-A9A9-E132-E7A5651131EA}"/>
              </a:ext>
            </a:extLst>
          </p:cNvPr>
          <p:cNvSpPr/>
          <p:nvPr/>
        </p:nvSpPr>
        <p:spPr>
          <a:xfrm>
            <a:off x="3093900" y="975775"/>
            <a:ext cx="2956200" cy="396300"/>
          </a:xfrm>
          <a:prstGeom prst="roundRect">
            <a:avLst>
              <a:gd name="adj" fmla="val 16667"/>
            </a:avLst>
          </a:prstGeom>
          <a:solidFill>
            <a:srgbClr val="EBE6D6"/>
          </a:solidFill>
          <a:ln w="19050" cap="flat" cmpd="sng">
            <a:solidFill>
              <a:srgbClr val="EBE6D6"/>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Martian Mono"/>
                <a:ea typeface="Martian Mono"/>
                <a:cs typeface="Martian Mono"/>
                <a:sym typeface="Martian Mono"/>
              </a:rPr>
              <a:t>Which screen next?</a:t>
            </a:r>
            <a:endParaRPr>
              <a:latin typeface="Martian Mono"/>
              <a:ea typeface="Martian Mono"/>
              <a:cs typeface="Martian Mono"/>
              <a:sym typeface="Martian Mono"/>
            </a:endParaRPr>
          </a:p>
        </p:txBody>
      </p:sp>
      <p:sp>
        <p:nvSpPr>
          <p:cNvPr id="1030" name="Google Shape;1030;p43">
            <a:extLst>
              <a:ext uri="{FF2B5EF4-FFF2-40B4-BE49-F238E27FC236}">
                <a16:creationId xmlns:a16="http://schemas.microsoft.com/office/drawing/2014/main" id="{356C383E-D2F8-C849-9439-861B573FAFE7}"/>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31" name="Google Shape;1031;p43">
            <a:extLst>
              <a:ext uri="{FF2B5EF4-FFF2-40B4-BE49-F238E27FC236}">
                <a16:creationId xmlns:a16="http://schemas.microsoft.com/office/drawing/2014/main" id="{E51EEA90-5E8F-6771-5961-4EE4D4A99577}"/>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032" name="Google Shape;1032;p43">
            <a:extLst>
              <a:ext uri="{FF2B5EF4-FFF2-40B4-BE49-F238E27FC236}">
                <a16:creationId xmlns:a16="http://schemas.microsoft.com/office/drawing/2014/main" id="{8179353D-D7DB-AEAE-E9D4-B14303C369D5}"/>
              </a:ext>
            </a:extLst>
          </p:cNvPr>
          <p:cNvGrpSpPr/>
          <p:nvPr/>
        </p:nvGrpSpPr>
        <p:grpSpPr>
          <a:xfrm>
            <a:off x="1242825" y="1445367"/>
            <a:ext cx="6658350" cy="1385100"/>
            <a:chOff x="1242825" y="1879204"/>
            <a:chExt cx="6658350" cy="1385100"/>
          </a:xfrm>
        </p:grpSpPr>
        <p:sp>
          <p:nvSpPr>
            <p:cNvPr id="1033" name="Google Shape;1033;p43">
              <a:extLst>
                <a:ext uri="{FF2B5EF4-FFF2-40B4-BE49-F238E27FC236}">
                  <a16:creationId xmlns:a16="http://schemas.microsoft.com/office/drawing/2014/main" id="{CB32619E-0D24-6E54-83C4-446E0A55AB80}"/>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1034" name="Google Shape;1034;p43">
              <a:extLst>
                <a:ext uri="{FF2B5EF4-FFF2-40B4-BE49-F238E27FC236}">
                  <a16:creationId xmlns:a16="http://schemas.microsoft.com/office/drawing/2014/main" id="{770F2E0F-E866-CD3B-0F16-3E78910531FD}"/>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1035" name="Google Shape;1035;p43">
              <a:extLst>
                <a:ext uri="{FF2B5EF4-FFF2-40B4-BE49-F238E27FC236}">
                  <a16:creationId xmlns:a16="http://schemas.microsoft.com/office/drawing/2014/main" id="{45154C7E-32E2-3CB4-B9E3-C65A6B78C2F5}"/>
                </a:ext>
              </a:extLst>
            </p:cNvPr>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1036" name="Google Shape;1036;p43">
              <a:extLst>
                <a:ext uri="{FF2B5EF4-FFF2-40B4-BE49-F238E27FC236}">
                  <a16:creationId xmlns:a16="http://schemas.microsoft.com/office/drawing/2014/main" id="{BB2DC8CA-7285-B9EB-AD03-F5C8426E2629}"/>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1037" name="Google Shape;1037;p43">
              <a:extLst>
                <a:ext uri="{FF2B5EF4-FFF2-40B4-BE49-F238E27FC236}">
                  <a16:creationId xmlns:a16="http://schemas.microsoft.com/office/drawing/2014/main" id="{20367D22-4D0C-9420-232A-0C5342CFE3AC}"/>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1038" name="Google Shape;1038;p43">
              <a:extLst>
                <a:ext uri="{FF2B5EF4-FFF2-40B4-BE49-F238E27FC236}">
                  <a16:creationId xmlns:a16="http://schemas.microsoft.com/office/drawing/2014/main" id="{3044ABA6-FE9E-FD98-E525-CD113F8F0951}"/>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1039" name="Google Shape;1039;p43">
              <a:extLst>
                <a:ext uri="{FF2B5EF4-FFF2-40B4-BE49-F238E27FC236}">
                  <a16:creationId xmlns:a16="http://schemas.microsoft.com/office/drawing/2014/main" id="{F778C2F1-B97E-EA52-62F3-862C379C411C}"/>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1040" name="Google Shape;1040;p43">
              <a:extLst>
                <a:ext uri="{FF2B5EF4-FFF2-40B4-BE49-F238E27FC236}">
                  <a16:creationId xmlns:a16="http://schemas.microsoft.com/office/drawing/2014/main" id="{712A894E-2AD5-058D-2E9D-1276788C8956}"/>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041" name="Google Shape;1041;p43">
              <a:extLst>
                <a:ext uri="{FF2B5EF4-FFF2-40B4-BE49-F238E27FC236}">
                  <a16:creationId xmlns:a16="http://schemas.microsoft.com/office/drawing/2014/main" id="{CA2D1E42-75AA-409E-7C84-035857841AE0}"/>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1042" name="Google Shape;1042;p43">
            <a:extLst>
              <a:ext uri="{FF2B5EF4-FFF2-40B4-BE49-F238E27FC236}">
                <a16:creationId xmlns:a16="http://schemas.microsoft.com/office/drawing/2014/main" id="{1F324BB6-60AC-43E8-C9DF-352D19448F91}"/>
              </a:ext>
            </a:extLst>
          </p:cNvPr>
          <p:cNvGrpSpPr/>
          <p:nvPr/>
        </p:nvGrpSpPr>
        <p:grpSpPr>
          <a:xfrm>
            <a:off x="1242825" y="3096242"/>
            <a:ext cx="4364025" cy="1385100"/>
            <a:chOff x="1242825" y="1879204"/>
            <a:chExt cx="4364025" cy="1385100"/>
          </a:xfrm>
        </p:grpSpPr>
        <p:sp>
          <p:nvSpPr>
            <p:cNvPr id="1043" name="Google Shape;1043;p43">
              <a:extLst>
                <a:ext uri="{FF2B5EF4-FFF2-40B4-BE49-F238E27FC236}">
                  <a16:creationId xmlns:a16="http://schemas.microsoft.com/office/drawing/2014/main" id="{15E6C883-3B93-7F4E-7DDB-2BB821046456}"/>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1044" name="Google Shape;1044;p43">
              <a:extLst>
                <a:ext uri="{FF2B5EF4-FFF2-40B4-BE49-F238E27FC236}">
                  <a16:creationId xmlns:a16="http://schemas.microsoft.com/office/drawing/2014/main" id="{87D127E9-570E-2AAA-5C44-CF9C8C71315B}"/>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1046" name="Google Shape;1046;p43">
              <a:extLst>
                <a:ext uri="{FF2B5EF4-FFF2-40B4-BE49-F238E27FC236}">
                  <a16:creationId xmlns:a16="http://schemas.microsoft.com/office/drawing/2014/main" id="{6BED9622-4A05-8CF5-062A-4EC9A2F9D965}"/>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My Projects</a:t>
              </a:r>
              <a:endParaRPr sz="1800" dirty="0">
                <a:solidFill>
                  <a:srgbClr val="FEFEFE"/>
                </a:solidFill>
                <a:latin typeface="Alegreya"/>
                <a:ea typeface="Alegreya"/>
                <a:cs typeface="Alegreya"/>
                <a:sym typeface="Alegreya"/>
              </a:endParaRPr>
            </a:p>
          </p:txBody>
        </p:sp>
        <p:sp>
          <p:nvSpPr>
            <p:cNvPr id="1047" name="Google Shape;1047;p43">
              <a:extLst>
                <a:ext uri="{FF2B5EF4-FFF2-40B4-BE49-F238E27FC236}">
                  <a16:creationId xmlns:a16="http://schemas.microsoft.com/office/drawing/2014/main" id="{FFE6C396-D032-4AEF-480E-A8B08CA17176}"/>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1050" name="Google Shape;1050;p43">
              <a:extLst>
                <a:ext uri="{FF2B5EF4-FFF2-40B4-BE49-F238E27FC236}">
                  <a16:creationId xmlns:a16="http://schemas.microsoft.com/office/drawing/2014/main" id="{2D4F3FF5-CE69-D1F5-B070-032C32FE0AE4}"/>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051" name="Google Shape;1051;p43">
              <a:extLst>
                <a:ext uri="{FF2B5EF4-FFF2-40B4-BE49-F238E27FC236}">
                  <a16:creationId xmlns:a16="http://schemas.microsoft.com/office/drawing/2014/main" id="{1160C9D8-47B9-69AB-A833-A2575E3FB219}"/>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2" name="Google Shape;1020;p42">
            <a:extLst>
              <a:ext uri="{FF2B5EF4-FFF2-40B4-BE49-F238E27FC236}">
                <a16:creationId xmlns:a16="http://schemas.microsoft.com/office/drawing/2014/main" id="{8294A42B-96FE-ADD9-76A9-18573CD92342}"/>
              </a:ext>
            </a:extLst>
          </p:cNvPr>
          <p:cNvSpPr/>
          <p:nvPr/>
        </p:nvSpPr>
        <p:spPr>
          <a:xfrm rot="3599210">
            <a:off x="660718" y="77203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340526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230"/>
        <p:cNvGrpSpPr/>
        <p:nvPr/>
      </p:nvGrpSpPr>
      <p:grpSpPr>
        <a:xfrm>
          <a:off x="0" y="0"/>
          <a:ext cx="0" cy="0"/>
          <a:chOff x="0" y="0"/>
          <a:chExt cx="0" cy="0"/>
        </a:xfrm>
      </p:grpSpPr>
      <p:sp>
        <p:nvSpPr>
          <p:cNvPr id="1234" name="Google Shape;1234;p49"/>
          <p:cNvSpPr txBox="1"/>
          <p:nvPr/>
        </p:nvSpPr>
        <p:spPr>
          <a:xfrm>
            <a:off x="2577750" y="388675"/>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Hi, Gurlakshpreet</a:t>
            </a:r>
            <a:endParaRPr sz="2700">
              <a:solidFill>
                <a:srgbClr val="EFBC3F"/>
              </a:solidFill>
              <a:latin typeface="Dela Gothic One"/>
              <a:ea typeface="Dela Gothic One"/>
              <a:cs typeface="Dela Gothic One"/>
              <a:sym typeface="Dela Gothic One"/>
            </a:endParaRPr>
          </a:p>
        </p:txBody>
      </p:sp>
      <p:sp>
        <p:nvSpPr>
          <p:cNvPr id="1235" name="Google Shape;1235;p49"/>
          <p:cNvSpPr/>
          <p:nvPr/>
        </p:nvSpPr>
        <p:spPr>
          <a:xfrm>
            <a:off x="3093900" y="975775"/>
            <a:ext cx="2956200" cy="396300"/>
          </a:xfrm>
          <a:prstGeom prst="roundRect">
            <a:avLst>
              <a:gd name="adj" fmla="val 16667"/>
            </a:avLst>
          </a:prstGeom>
          <a:solidFill>
            <a:srgbClr val="EBE6D6"/>
          </a:solidFill>
          <a:ln w="19050" cap="flat" cmpd="sng">
            <a:solidFill>
              <a:srgbClr val="EBE6D6"/>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Martian Mono"/>
                <a:ea typeface="Martian Mono"/>
                <a:cs typeface="Martian Mono"/>
                <a:sym typeface="Martian Mono"/>
              </a:rPr>
              <a:t>Which screen next?</a:t>
            </a:r>
            <a:endParaRPr>
              <a:latin typeface="Martian Mono"/>
              <a:ea typeface="Martian Mono"/>
              <a:cs typeface="Martian Mono"/>
              <a:sym typeface="Martian Mono"/>
            </a:endParaRPr>
          </a:p>
        </p:txBody>
      </p:sp>
      <p:sp>
        <p:nvSpPr>
          <p:cNvPr id="1236" name="Google Shape;1236;p49"/>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37" name="Google Shape;1237;p49"/>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238" name="Google Shape;1238;p49"/>
          <p:cNvGrpSpPr/>
          <p:nvPr/>
        </p:nvGrpSpPr>
        <p:grpSpPr>
          <a:xfrm>
            <a:off x="1242825" y="1445367"/>
            <a:ext cx="6658350" cy="1385100"/>
            <a:chOff x="1242825" y="1879204"/>
            <a:chExt cx="6658350" cy="1385100"/>
          </a:xfrm>
        </p:grpSpPr>
        <p:sp>
          <p:nvSpPr>
            <p:cNvPr id="1239" name="Google Shape;1239;p49"/>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1240" name="Google Shape;1240;p49"/>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1241" name="Google Shape;1241;p49"/>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1242" name="Google Shape;1242;p49"/>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1243" name="Google Shape;1243;p49"/>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1244" name="Google Shape;1244;p49"/>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1245" name="Google Shape;1245;p49"/>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1246" name="Google Shape;1246;p49"/>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247" name="Google Shape;1247;p49"/>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1248" name="Google Shape;1248;p49"/>
          <p:cNvGrpSpPr/>
          <p:nvPr/>
        </p:nvGrpSpPr>
        <p:grpSpPr>
          <a:xfrm>
            <a:off x="1242825" y="3096242"/>
            <a:ext cx="4364025" cy="1385100"/>
            <a:chOff x="1242825" y="1879204"/>
            <a:chExt cx="4364025" cy="1385100"/>
          </a:xfrm>
        </p:grpSpPr>
        <p:sp>
          <p:nvSpPr>
            <p:cNvPr id="1249" name="Google Shape;1249;p49"/>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1250" name="Google Shape;1250;p49"/>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1252" name="Google Shape;1252;p49"/>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My Projects</a:t>
              </a:r>
              <a:endParaRPr sz="1800" dirty="0">
                <a:solidFill>
                  <a:srgbClr val="FEFEFE"/>
                </a:solidFill>
                <a:latin typeface="Alegreya"/>
                <a:ea typeface="Alegreya"/>
                <a:cs typeface="Alegreya"/>
                <a:sym typeface="Alegreya"/>
              </a:endParaRPr>
            </a:p>
          </p:txBody>
        </p:sp>
        <p:sp>
          <p:nvSpPr>
            <p:cNvPr id="1253" name="Google Shape;1253;p49"/>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1256" name="Google Shape;1256;p49"/>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257" name="Google Shape;1257;p49"/>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1258" name="Google Shape;1258;p49"/>
          <p:cNvSpPr/>
          <p:nvPr/>
        </p:nvSpPr>
        <p:spPr>
          <a:xfrm rot="3599210">
            <a:off x="2721818" y="430503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1232" name="Google Shape;1232;p49"/>
          <p:cNvSpPr/>
          <p:nvPr/>
        </p:nvSpPr>
        <p:spPr>
          <a:xfrm>
            <a:off x="0" y="47472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233" name="Google Shape;1233;p49"/>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Main Menu</a:t>
            </a:r>
            <a:endParaRPr sz="1400" dirty="0">
              <a:solidFill>
                <a:srgbClr val="FFFFFF"/>
              </a:solidFill>
              <a:latin typeface="Work Sans"/>
              <a:ea typeface="Work Sans"/>
              <a:cs typeface="Work Sans"/>
              <a:sym typeface="Work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62"/>
        <p:cNvGrpSpPr/>
        <p:nvPr/>
      </p:nvGrpSpPr>
      <p:grpSpPr>
        <a:xfrm>
          <a:off x="0" y="0"/>
          <a:ext cx="0" cy="0"/>
          <a:chOff x="0" y="0"/>
          <a:chExt cx="0" cy="0"/>
        </a:xfrm>
      </p:grpSpPr>
      <p:sp>
        <p:nvSpPr>
          <p:cNvPr id="1263" name="Google Shape;1263;p50"/>
          <p:cNvSpPr/>
          <p:nvPr/>
        </p:nvSpPr>
        <p:spPr>
          <a:xfrm>
            <a:off x="0" y="0"/>
            <a:ext cx="9144000" cy="5143500"/>
          </a:xfrm>
          <a:prstGeom prst="rect">
            <a:avLst/>
          </a:prstGeom>
          <a:solidFill>
            <a:srgbClr val="EBE6D6"/>
          </a:solidFill>
          <a:ln w="19050" cap="flat" cmpd="sng">
            <a:solidFill>
              <a:srgbClr val="EFBC3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64" name="Google Shape;1264;p50"/>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 My Projects</a:t>
            </a:r>
            <a:endParaRPr sz="2700">
              <a:solidFill>
                <a:srgbClr val="EFBC3F"/>
              </a:solidFill>
              <a:latin typeface="Dela Gothic One"/>
              <a:ea typeface="Dela Gothic One"/>
              <a:cs typeface="Dela Gothic One"/>
              <a:sym typeface="Dela Gothic One"/>
            </a:endParaRPr>
          </a:p>
        </p:txBody>
      </p:sp>
      <p:sp>
        <p:nvSpPr>
          <p:cNvPr id="1265" name="Google Shape;1265;p50"/>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66" name="Google Shape;1266;p50"/>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267" name="Google Shape;1267;p50"/>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My Projects Screen</a:t>
            </a:r>
            <a:endParaRPr sz="1400">
              <a:solidFill>
                <a:srgbClr val="FFFFFF"/>
              </a:solidFill>
              <a:latin typeface="Work Sans"/>
              <a:ea typeface="Work Sans"/>
              <a:cs typeface="Work Sans"/>
              <a:sym typeface="Work Sans"/>
            </a:endParaRPr>
          </a:p>
        </p:txBody>
      </p:sp>
      <p:sp>
        <p:nvSpPr>
          <p:cNvPr id="1268" name="Google Shape;1268;p50"/>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269" name="Google Shape;1269;p50"/>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270" name="Google Shape;1270;p50"/>
          <p:cNvGrpSpPr/>
          <p:nvPr/>
        </p:nvGrpSpPr>
        <p:grpSpPr>
          <a:xfrm>
            <a:off x="972658" y="1292121"/>
            <a:ext cx="4755731" cy="2113737"/>
            <a:chOff x="637000" y="1416450"/>
            <a:chExt cx="5199225" cy="2310600"/>
          </a:xfrm>
        </p:grpSpPr>
        <p:sp>
          <p:nvSpPr>
            <p:cNvPr id="1271" name="Google Shape;1271;p50"/>
            <p:cNvSpPr/>
            <p:nvPr/>
          </p:nvSpPr>
          <p:spPr>
            <a:xfrm>
              <a:off x="63700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1272" name="Google Shape;1272;p50"/>
            <p:cNvSpPr/>
            <p:nvPr/>
          </p:nvSpPr>
          <p:spPr>
            <a:xfrm>
              <a:off x="641250" y="1826750"/>
              <a:ext cx="2524200" cy="848400"/>
            </a:xfrm>
            <a:prstGeom prst="homePlate">
              <a:avLst>
                <a:gd name="adj" fmla="val 50581"/>
              </a:avLst>
            </a:prstGeom>
            <a:solidFill>
              <a:srgbClr val="E0F0A9"/>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1273" name="Google Shape;1273;p50"/>
            <p:cNvSpPr txBox="1"/>
            <p:nvPr/>
          </p:nvSpPr>
          <p:spPr>
            <a:xfrm>
              <a:off x="63700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DPS Satna Educational…</a:t>
              </a:r>
              <a:endParaRPr sz="2378" b="1">
                <a:latin typeface="Barlow Semi Condensed"/>
                <a:ea typeface="Barlow Semi Condensed"/>
                <a:cs typeface="Barlow Semi Condensed"/>
                <a:sym typeface="Barlow Semi Condensed"/>
              </a:endParaRPr>
            </a:p>
          </p:txBody>
        </p:sp>
        <p:sp>
          <p:nvSpPr>
            <p:cNvPr id="1274" name="Google Shape;1274;p50"/>
            <p:cNvSpPr txBox="1"/>
            <p:nvPr/>
          </p:nvSpPr>
          <p:spPr>
            <a:xfrm>
              <a:off x="63700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 single-page website for DPS Satna to introduce viewers to its facilities and generate leads for admissions.</a:t>
              </a:r>
              <a:endParaRPr sz="1098">
                <a:latin typeface="Barlow Semi Condensed"/>
                <a:ea typeface="Barlow Semi Condensed"/>
                <a:cs typeface="Barlow Semi Condensed"/>
                <a:sym typeface="Barlow Semi Condensed"/>
              </a:endParaRPr>
            </a:p>
          </p:txBody>
        </p:sp>
        <p:sp>
          <p:nvSpPr>
            <p:cNvPr id="1275" name="Google Shape;1275;p50"/>
            <p:cNvSpPr txBox="1"/>
            <p:nvPr/>
          </p:nvSpPr>
          <p:spPr>
            <a:xfrm>
              <a:off x="63700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13th May, 2026</a:t>
              </a:r>
              <a:endParaRPr sz="823">
                <a:latin typeface="Barlow Semi Condensed SemiBold"/>
                <a:ea typeface="Barlow Semi Condensed SemiBold"/>
                <a:cs typeface="Barlow Semi Condensed SemiBold"/>
                <a:sym typeface="Barlow Semi Condensed SemiBold"/>
              </a:endParaRPr>
            </a:p>
          </p:txBody>
        </p:sp>
        <p:sp>
          <p:nvSpPr>
            <p:cNvPr id="1276" name="Google Shape;1276;p50"/>
            <p:cNvSpPr/>
            <p:nvPr/>
          </p:nvSpPr>
          <p:spPr>
            <a:xfrm>
              <a:off x="3307775"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1277" name="Google Shape;1277;p50"/>
            <p:cNvSpPr/>
            <p:nvPr/>
          </p:nvSpPr>
          <p:spPr>
            <a:xfrm>
              <a:off x="3312025" y="1826750"/>
              <a:ext cx="2524200" cy="848400"/>
            </a:xfrm>
            <a:prstGeom prst="homePlate">
              <a:avLst>
                <a:gd name="adj" fmla="val 50581"/>
              </a:avLst>
            </a:prstGeom>
            <a:solidFill>
              <a:srgbClr val="F3C1E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1278" name="Google Shape;1278;p50"/>
            <p:cNvSpPr txBox="1"/>
            <p:nvPr/>
          </p:nvSpPr>
          <p:spPr>
            <a:xfrm>
              <a:off x="3307775"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API Creation for Deli Foods</a:t>
              </a:r>
              <a:endParaRPr sz="2378" b="1">
                <a:latin typeface="Barlow Semi Condensed"/>
                <a:ea typeface="Barlow Semi Condensed"/>
                <a:cs typeface="Barlow Semi Condensed"/>
                <a:sym typeface="Barlow Semi Condensed"/>
              </a:endParaRPr>
            </a:p>
          </p:txBody>
        </p:sp>
        <p:sp>
          <p:nvSpPr>
            <p:cNvPr id="1279" name="Google Shape;1279;p50"/>
            <p:cNvSpPr txBox="1"/>
            <p:nvPr/>
          </p:nvSpPr>
          <p:spPr>
            <a:xfrm>
              <a:off x="3307775"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An API for Deli Foods’ delivery app, based on the REST model.</a:t>
              </a:r>
              <a:endParaRPr sz="1098">
                <a:latin typeface="Barlow Semi Condensed"/>
                <a:ea typeface="Barlow Semi Condensed"/>
                <a:cs typeface="Barlow Semi Condensed"/>
                <a:sym typeface="Barlow Semi Condensed"/>
              </a:endParaRPr>
            </a:p>
          </p:txBody>
        </p:sp>
        <p:sp>
          <p:nvSpPr>
            <p:cNvPr id="1280" name="Google Shape;1280;p50"/>
            <p:cNvSpPr txBox="1"/>
            <p:nvPr/>
          </p:nvSpPr>
          <p:spPr>
            <a:xfrm>
              <a:off x="3307775"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16th May, 2026</a:t>
              </a:r>
              <a:endParaRPr sz="823">
                <a:latin typeface="Barlow Semi Condensed SemiBold"/>
                <a:ea typeface="Barlow Semi Condensed SemiBold"/>
                <a:cs typeface="Barlow Semi Condensed SemiBold"/>
                <a:sym typeface="Barlow Semi Condensed SemiBold"/>
              </a:endParaRPr>
            </a:p>
          </p:txBody>
        </p:sp>
      </p:grpSp>
      <p:sp>
        <p:nvSpPr>
          <p:cNvPr id="2" name="Google Shape;1258;p49">
            <a:extLst>
              <a:ext uri="{FF2B5EF4-FFF2-40B4-BE49-F238E27FC236}">
                <a16:creationId xmlns:a16="http://schemas.microsoft.com/office/drawing/2014/main" id="{7351DAC3-3FA5-9EF5-6889-E20585ABDEFD}"/>
              </a:ext>
            </a:extLst>
          </p:cNvPr>
          <p:cNvSpPr/>
          <p:nvPr/>
        </p:nvSpPr>
        <p:spPr>
          <a:xfrm rot="3599210">
            <a:off x="2721818" y="430503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177371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61111E-6 -2.83951E-6 L 0.1552 -0.23395 " pathEditMode="relative" rAng="0" ptsTypes="AA">
                                      <p:cBhvr>
                                        <p:cTn id="6" dur="2000" fill="hold"/>
                                        <p:tgtEl>
                                          <p:spTgt spid="2"/>
                                        </p:tgtEl>
                                        <p:attrNameLst>
                                          <p:attrName>ppt_x</p:attrName>
                                          <p:attrName>ppt_y</p:attrName>
                                        </p:attrNameLst>
                                      </p:cBhvr>
                                      <p:rCtr x="7760" y="-1169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284"/>
        <p:cNvGrpSpPr/>
        <p:nvPr/>
      </p:nvGrpSpPr>
      <p:grpSpPr>
        <a:xfrm>
          <a:off x="0" y="0"/>
          <a:ext cx="0" cy="0"/>
          <a:chOff x="0" y="0"/>
          <a:chExt cx="0" cy="0"/>
        </a:xfrm>
      </p:grpSpPr>
      <p:grpSp>
        <p:nvGrpSpPr>
          <p:cNvPr id="1285" name="Google Shape;1285;p51"/>
          <p:cNvGrpSpPr/>
          <p:nvPr/>
        </p:nvGrpSpPr>
        <p:grpSpPr>
          <a:xfrm>
            <a:off x="6526925" y="123248"/>
            <a:ext cx="2199600" cy="5529793"/>
            <a:chOff x="6534350" y="1872693"/>
            <a:chExt cx="2199600" cy="5301307"/>
          </a:xfrm>
        </p:grpSpPr>
        <p:sp>
          <p:nvSpPr>
            <p:cNvPr id="1286" name="Google Shape;1286;p51"/>
            <p:cNvSpPr/>
            <p:nvPr/>
          </p:nvSpPr>
          <p:spPr>
            <a:xfrm>
              <a:off x="6534350" y="1872700"/>
              <a:ext cx="2199600" cy="5301300"/>
            </a:xfrm>
            <a:prstGeom prst="roundRect">
              <a:avLst>
                <a:gd name="adj" fmla="val 6261"/>
              </a:avLst>
            </a:prstGeom>
            <a:solidFill>
              <a:srgbClr val="DDC0AD"/>
            </a:solidFill>
            <a:ln>
              <a:noFill/>
            </a:ln>
          </p:spPr>
          <p:txBody>
            <a:bodyPr spcFirstLastPara="1" wrap="square" lIns="67325" tIns="67325" rIns="67325" bIns="67325" anchor="ctr" anchorCtr="0">
              <a:noAutofit/>
            </a:bodyPr>
            <a:lstStyle/>
            <a:p>
              <a:pPr marL="0" lvl="0" indent="0" algn="ctr" rtl="0">
                <a:spcBef>
                  <a:spcPts val="0"/>
                </a:spcBef>
                <a:spcAft>
                  <a:spcPts val="0"/>
                </a:spcAft>
                <a:buNone/>
              </a:pPr>
              <a:endParaRPr sz="1031">
                <a:latin typeface="Space Grotesk"/>
                <a:ea typeface="Space Grotesk"/>
                <a:cs typeface="Space Grotesk"/>
                <a:sym typeface="Space Grotesk"/>
              </a:endParaRPr>
            </a:p>
          </p:txBody>
        </p:sp>
        <p:sp>
          <p:nvSpPr>
            <p:cNvPr id="1287" name="Google Shape;1287;p51"/>
            <p:cNvSpPr txBox="1"/>
            <p:nvPr/>
          </p:nvSpPr>
          <p:spPr>
            <a:xfrm>
              <a:off x="6762200" y="2818888"/>
              <a:ext cx="1743900" cy="2391900"/>
            </a:xfrm>
            <a:prstGeom prst="rect">
              <a:avLst/>
            </a:prstGeom>
            <a:noFill/>
            <a:ln>
              <a:noFill/>
            </a:ln>
          </p:spPr>
          <p:txBody>
            <a:bodyPr spcFirstLastPara="1" wrap="square" lIns="0" tIns="0" rIns="0" bIns="0" anchor="t" anchorCtr="0">
              <a:noAutofit/>
            </a:bodyPr>
            <a:lstStyle/>
            <a:p>
              <a:pPr marL="0" lvl="0" indent="0" algn="l" rtl="0">
                <a:lnSpc>
                  <a:spcPct val="130000"/>
                </a:lnSpc>
                <a:spcBef>
                  <a:spcPts val="0"/>
                </a:spcBef>
                <a:spcAft>
                  <a:spcPts val="0"/>
                </a:spcAft>
                <a:buNone/>
              </a:pPr>
              <a:r>
                <a:rPr lang="en" sz="1325">
                  <a:solidFill>
                    <a:srgbClr val="FFFCE9"/>
                  </a:solidFill>
                  <a:latin typeface="Martian Mono"/>
                  <a:ea typeface="Martian Mono"/>
                  <a:cs typeface="Martian Mono"/>
                  <a:sym typeface="Martian Mono"/>
                </a:rPr>
                <a:t>[12:30 PM]</a:t>
              </a: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r>
                <a:rPr lang="en" sz="1325">
                  <a:solidFill>
                    <a:srgbClr val="FFFCE9"/>
                  </a:solidFill>
                  <a:latin typeface="Martian Mono"/>
                  <a:ea typeface="Martian Mono"/>
                  <a:cs typeface="Martian Mono"/>
                  <a:sym typeface="Martian Mono"/>
                </a:rPr>
                <a:t>Rahul updated database schema</a:t>
              </a: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r>
                <a:rPr lang="en" sz="1325">
                  <a:solidFill>
                    <a:srgbClr val="FFFCE9"/>
                  </a:solidFill>
                  <a:latin typeface="Martian Mono"/>
                  <a:ea typeface="Martian Mono"/>
                  <a:cs typeface="Martian Mono"/>
                  <a:sym typeface="Martian Mono"/>
                </a:rPr>
                <a:t>[2:10 PM]</a:t>
              </a: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r>
                <a:rPr lang="en" sz="1325">
                  <a:solidFill>
                    <a:srgbClr val="FFFCE9"/>
                  </a:solidFill>
                  <a:latin typeface="Martian Mono"/>
                  <a:ea typeface="Martian Mono"/>
                  <a:cs typeface="Martian Mono"/>
                  <a:sym typeface="Martian Mono"/>
                </a:rPr>
                <a:t>Client specifications modified </a:t>
              </a: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endParaRPr sz="1325">
                <a:solidFill>
                  <a:srgbClr val="FFFCE9"/>
                </a:solidFill>
                <a:latin typeface="Martian Mono"/>
                <a:ea typeface="Martian Mono"/>
                <a:cs typeface="Martian Mono"/>
                <a:sym typeface="Martian Mono"/>
              </a:endParaRPr>
            </a:p>
          </p:txBody>
        </p:sp>
        <p:sp>
          <p:nvSpPr>
            <p:cNvPr id="1288" name="Google Shape;1288;p51"/>
            <p:cNvSpPr txBox="1"/>
            <p:nvPr/>
          </p:nvSpPr>
          <p:spPr>
            <a:xfrm>
              <a:off x="6777550" y="1872693"/>
              <a:ext cx="1743900" cy="957300"/>
            </a:xfrm>
            <a:prstGeom prst="rect">
              <a:avLst/>
            </a:prstGeom>
            <a:noFill/>
            <a:ln>
              <a:noFill/>
            </a:ln>
          </p:spPr>
          <p:txBody>
            <a:bodyPr spcFirstLastPara="1" wrap="square" lIns="0" tIns="0" rIns="0" bIns="0" anchor="ctr" anchorCtr="0">
              <a:noAutofit/>
            </a:bodyPr>
            <a:lstStyle/>
            <a:p>
              <a:pPr marL="0" lvl="0" indent="0" algn="l" rtl="0">
                <a:lnSpc>
                  <a:spcPct val="80000"/>
                </a:lnSpc>
                <a:spcBef>
                  <a:spcPts val="0"/>
                </a:spcBef>
                <a:spcAft>
                  <a:spcPts val="0"/>
                </a:spcAft>
                <a:buNone/>
              </a:pPr>
              <a:r>
                <a:rPr lang="en" sz="2650" b="1">
                  <a:solidFill>
                    <a:srgbClr val="FFFCE9"/>
                  </a:solidFill>
                  <a:latin typeface="Space Grotesk"/>
                  <a:ea typeface="Space Grotesk"/>
                  <a:cs typeface="Space Grotesk"/>
                  <a:sym typeface="Space Grotesk"/>
                </a:rPr>
                <a:t>Recent Logs</a:t>
              </a:r>
              <a:endParaRPr sz="2650" b="1">
                <a:solidFill>
                  <a:srgbClr val="FFFCE9"/>
                </a:solidFill>
                <a:latin typeface="Space Grotesk"/>
                <a:ea typeface="Space Grotesk"/>
                <a:cs typeface="Space Grotesk"/>
                <a:sym typeface="Space Grotesk"/>
              </a:endParaRPr>
            </a:p>
          </p:txBody>
        </p:sp>
        <p:sp>
          <p:nvSpPr>
            <p:cNvPr id="1289" name="Google Shape;1289;p51"/>
            <p:cNvSpPr/>
            <p:nvPr/>
          </p:nvSpPr>
          <p:spPr>
            <a:xfrm>
              <a:off x="6700850" y="5277988"/>
              <a:ext cx="1866600" cy="1045800"/>
            </a:xfrm>
            <a:prstGeom prst="roundRect">
              <a:avLst>
                <a:gd name="adj" fmla="val 16667"/>
              </a:avLst>
            </a:prstGeom>
            <a:solidFill>
              <a:srgbClr val="BFD2F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lt2"/>
                  </a:solidFill>
                  <a:latin typeface="Work Sans"/>
                  <a:ea typeface="Work Sans"/>
                  <a:cs typeface="Work Sans"/>
                  <a:sym typeface="Work Sans"/>
                </a:rPr>
                <a:t>Type a log…</a:t>
              </a:r>
              <a:endParaRPr i="1">
                <a:solidFill>
                  <a:schemeClr val="lt2"/>
                </a:solidFill>
                <a:latin typeface="Work Sans"/>
                <a:ea typeface="Work Sans"/>
                <a:cs typeface="Work Sans"/>
                <a:sym typeface="Work Sans"/>
              </a:endParaRPr>
            </a:p>
          </p:txBody>
        </p:sp>
        <p:sp>
          <p:nvSpPr>
            <p:cNvPr id="1290" name="Google Shape;1290;p51"/>
            <p:cNvSpPr/>
            <p:nvPr/>
          </p:nvSpPr>
          <p:spPr>
            <a:xfrm>
              <a:off x="6956600" y="6458177"/>
              <a:ext cx="1355100" cy="396300"/>
            </a:xfrm>
            <a:prstGeom prst="roundRect">
              <a:avLst>
                <a:gd name="adj" fmla="val 16667"/>
              </a:avLst>
            </a:prstGeom>
            <a:solidFill>
              <a:srgbClr val="1A998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8FAFD"/>
                  </a:solidFill>
                  <a:latin typeface="Days One"/>
                  <a:ea typeface="Days One"/>
                  <a:cs typeface="Days One"/>
                  <a:sym typeface="Days One"/>
                </a:rPr>
                <a:t>Add Log</a:t>
              </a:r>
              <a:endParaRPr>
                <a:solidFill>
                  <a:srgbClr val="F8FAFD"/>
                </a:solidFill>
                <a:latin typeface="Days One"/>
                <a:ea typeface="Days One"/>
                <a:cs typeface="Days One"/>
                <a:sym typeface="Days One"/>
              </a:endParaRPr>
            </a:p>
          </p:txBody>
        </p:sp>
      </p:grpSp>
      <p:sp>
        <p:nvSpPr>
          <p:cNvPr id="1291" name="Google Shape;1291;p51"/>
          <p:cNvSpPr/>
          <p:nvPr/>
        </p:nvSpPr>
        <p:spPr>
          <a:xfrm>
            <a:off x="-27375" y="-5475"/>
            <a:ext cx="3336300" cy="5217900"/>
          </a:xfrm>
          <a:prstGeom prst="rect">
            <a:avLst/>
          </a:prstGeom>
          <a:solidFill>
            <a:srgbClr val="DDC0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93" name="Google Shape;1293;p51"/>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94" name="Google Shape;1294;p51"/>
          <p:cNvSpPr/>
          <p:nvPr/>
        </p:nvSpPr>
        <p:spPr>
          <a:xfrm>
            <a:off x="8923043" y="-15107"/>
            <a:ext cx="217200" cy="3145327"/>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95" name="Google Shape;1295;p51"/>
          <p:cNvSpPr txBox="1"/>
          <p:nvPr/>
        </p:nvSpPr>
        <p:spPr>
          <a:xfrm>
            <a:off x="346425" y="583600"/>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8BEF3"/>
                </a:solidFill>
                <a:latin typeface="Martian Mono"/>
                <a:ea typeface="Martian Mono"/>
                <a:cs typeface="Martian Mono"/>
                <a:sym typeface="Martian Mono"/>
              </a:rPr>
              <a:t>&lt;</a:t>
            </a:r>
            <a:endParaRPr sz="1300">
              <a:solidFill>
                <a:srgbClr val="F8BEF3"/>
              </a:solidFill>
              <a:latin typeface="Martian Mono"/>
              <a:ea typeface="Martian Mono"/>
              <a:cs typeface="Martian Mono"/>
              <a:sym typeface="Martian Mono"/>
            </a:endParaRPr>
          </a:p>
        </p:txBody>
      </p:sp>
      <p:sp>
        <p:nvSpPr>
          <p:cNvPr id="1296" name="Google Shape;1296;p51"/>
          <p:cNvSpPr txBox="1"/>
          <p:nvPr/>
        </p:nvSpPr>
        <p:spPr>
          <a:xfrm>
            <a:off x="3445100" y="123200"/>
            <a:ext cx="3081900" cy="53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Dela Gothic One"/>
                <a:ea typeface="Dela Gothic One"/>
                <a:cs typeface="Dela Gothic One"/>
                <a:sym typeface="Dela Gothic One"/>
              </a:rPr>
              <a:t>API Creation For Deli Foods</a:t>
            </a:r>
            <a:endParaRPr sz="1300" dirty="0">
              <a:solidFill>
                <a:schemeClr val="accent1"/>
              </a:solidFill>
              <a:latin typeface="Dela Gothic One"/>
              <a:ea typeface="Dela Gothic One"/>
              <a:cs typeface="Dela Gothic One"/>
              <a:sym typeface="Dela Gothic One"/>
            </a:endParaRPr>
          </a:p>
          <a:p>
            <a:pPr marL="0" lvl="0" indent="0" algn="l" rtl="0">
              <a:spcBef>
                <a:spcPts val="0"/>
              </a:spcBef>
              <a:spcAft>
                <a:spcPts val="0"/>
              </a:spcAft>
              <a:buNone/>
            </a:pPr>
            <a:r>
              <a:rPr lang="en" sz="1300" dirty="0">
                <a:solidFill>
                  <a:schemeClr val="accent1"/>
                </a:solidFill>
                <a:latin typeface="Alexandria"/>
                <a:ea typeface="Alexandria"/>
                <a:cs typeface="Alexandria"/>
                <a:sym typeface="Alexandria"/>
              </a:rPr>
              <a:t>#deliFoods_01_API</a:t>
            </a:r>
            <a:endParaRPr sz="1300" dirty="0">
              <a:solidFill>
                <a:schemeClr val="accent1"/>
              </a:solidFill>
              <a:latin typeface="Alexandria"/>
              <a:ea typeface="Alexandria"/>
              <a:cs typeface="Alexandria"/>
              <a:sym typeface="Alexandria"/>
            </a:endParaRPr>
          </a:p>
        </p:txBody>
      </p:sp>
      <p:sp>
        <p:nvSpPr>
          <p:cNvPr id="1297" name="Google Shape;1297;p51"/>
          <p:cNvSpPr/>
          <p:nvPr/>
        </p:nvSpPr>
        <p:spPr>
          <a:xfrm>
            <a:off x="3445100" y="659600"/>
            <a:ext cx="937926" cy="261792"/>
          </a:xfrm>
          <a:prstGeom prst="flowChartTerminator">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lt2"/>
                </a:solidFill>
                <a:latin typeface="Martian Mono"/>
                <a:ea typeface="Martian Mono"/>
                <a:cs typeface="Martian Mono"/>
                <a:sym typeface="Martian Mono"/>
              </a:rPr>
              <a:t>Active</a:t>
            </a:r>
            <a:endParaRPr sz="1100" dirty="0">
              <a:solidFill>
                <a:schemeClr val="lt2"/>
              </a:solidFill>
              <a:latin typeface="Martian Mono"/>
              <a:ea typeface="Martian Mono"/>
              <a:cs typeface="Martian Mono"/>
              <a:sym typeface="Martian Mono"/>
            </a:endParaRPr>
          </a:p>
        </p:txBody>
      </p:sp>
      <p:sp>
        <p:nvSpPr>
          <p:cNvPr id="1298" name="Google Shape;1298;p51"/>
          <p:cNvSpPr/>
          <p:nvPr/>
        </p:nvSpPr>
        <p:spPr>
          <a:xfrm>
            <a:off x="4480600" y="659600"/>
            <a:ext cx="1117854" cy="261792"/>
          </a:xfrm>
          <a:prstGeom prst="flowChartTerminator">
            <a:avLst/>
          </a:prstGeom>
          <a:solidFill>
            <a:srgbClr val="AA6D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lt2"/>
                </a:solidFill>
                <a:latin typeface="Martian Mono"/>
                <a:ea typeface="Martian Mono"/>
                <a:cs typeface="Martian Mono"/>
                <a:sym typeface="Martian Mono"/>
              </a:rPr>
              <a:t>16/05/25</a:t>
            </a:r>
            <a:endParaRPr sz="1100" dirty="0">
              <a:solidFill>
                <a:schemeClr val="lt2"/>
              </a:solidFill>
              <a:latin typeface="Martian Mono"/>
              <a:ea typeface="Martian Mono"/>
              <a:cs typeface="Martian Mono"/>
              <a:sym typeface="Martian Mono"/>
            </a:endParaRPr>
          </a:p>
        </p:txBody>
      </p:sp>
      <p:grpSp>
        <p:nvGrpSpPr>
          <p:cNvPr id="1299" name="Google Shape;1299;p51"/>
          <p:cNvGrpSpPr/>
          <p:nvPr/>
        </p:nvGrpSpPr>
        <p:grpSpPr>
          <a:xfrm>
            <a:off x="846222" y="123210"/>
            <a:ext cx="2199606" cy="1792879"/>
            <a:chOff x="3471975" y="1989326"/>
            <a:chExt cx="2199606" cy="1792879"/>
          </a:xfrm>
        </p:grpSpPr>
        <p:sp>
          <p:nvSpPr>
            <p:cNvPr id="1300" name="Google Shape;1300;p51"/>
            <p:cNvSpPr/>
            <p:nvPr/>
          </p:nvSpPr>
          <p:spPr>
            <a:xfrm>
              <a:off x="3471975" y="2151800"/>
              <a:ext cx="2199600" cy="668400"/>
            </a:xfrm>
            <a:prstGeom prst="roundRect">
              <a:avLst>
                <a:gd name="adj" fmla="val 14231"/>
              </a:avLst>
            </a:prstGeom>
            <a:solidFill>
              <a:srgbClr val="DDC0AD"/>
            </a:solidFill>
            <a:ln>
              <a:noFill/>
            </a:ln>
          </p:spPr>
          <p:txBody>
            <a:bodyPr spcFirstLastPara="1" wrap="square" lIns="91425" tIns="91425" rIns="91425" bIns="9125" anchor="ctr" anchorCtr="0">
              <a:noAutofit/>
            </a:bodyPr>
            <a:lstStyle/>
            <a:p>
              <a:pPr marL="0" marR="0" lvl="0" indent="0" algn="l" rtl="0">
                <a:lnSpc>
                  <a:spcPct val="80000"/>
                </a:lnSpc>
                <a:spcBef>
                  <a:spcPts val="0"/>
                </a:spcBef>
                <a:spcAft>
                  <a:spcPts val="0"/>
                </a:spcAft>
                <a:buNone/>
              </a:pPr>
              <a:r>
                <a:rPr lang="en" sz="4000" b="1" dirty="0">
                  <a:solidFill>
                    <a:srgbClr val="AA6D34"/>
                  </a:solidFill>
                  <a:latin typeface="DM Sans ExtraBold"/>
                  <a:ea typeface="DM Sans ExtraBold"/>
                  <a:cs typeface="DM Sans ExtraBold"/>
                  <a:sym typeface="DM Sans ExtraBold"/>
                </a:rPr>
                <a:t>52%</a:t>
              </a:r>
              <a:endParaRPr sz="4000" b="1" dirty="0">
                <a:solidFill>
                  <a:srgbClr val="AA6D34"/>
                </a:solidFill>
                <a:latin typeface="DM Sans ExtraBold"/>
                <a:ea typeface="DM Sans ExtraBold"/>
                <a:cs typeface="DM Sans ExtraBold"/>
                <a:sym typeface="DM Sans ExtraBold"/>
              </a:endParaRPr>
            </a:p>
          </p:txBody>
        </p:sp>
        <p:sp>
          <p:nvSpPr>
            <p:cNvPr id="1301" name="Google Shape;1301;p51"/>
            <p:cNvSpPr txBox="1"/>
            <p:nvPr/>
          </p:nvSpPr>
          <p:spPr>
            <a:xfrm>
              <a:off x="3511502" y="1989326"/>
              <a:ext cx="2120700" cy="107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00">
                  <a:solidFill>
                    <a:srgbClr val="A47FA7"/>
                  </a:solidFill>
                  <a:latin typeface="Inter SemiBold"/>
                  <a:ea typeface="Inter SemiBold"/>
                  <a:cs typeface="Inter SemiBold"/>
                  <a:sym typeface="Inter SemiBold"/>
                </a:rPr>
                <a:t>PERCENTAGE OF ALL TASKS DONE</a:t>
              </a:r>
              <a:endParaRPr sz="700">
                <a:solidFill>
                  <a:srgbClr val="A47FA7"/>
                </a:solidFill>
                <a:latin typeface="Inter SemiBold"/>
                <a:ea typeface="Inter SemiBold"/>
                <a:cs typeface="Inter SemiBold"/>
                <a:sym typeface="Inter SemiBold"/>
              </a:endParaRPr>
            </a:p>
          </p:txBody>
        </p:sp>
        <p:sp>
          <p:nvSpPr>
            <p:cNvPr id="1302" name="Google Shape;1302;p51"/>
            <p:cNvSpPr/>
            <p:nvPr/>
          </p:nvSpPr>
          <p:spPr>
            <a:xfrm>
              <a:off x="4980442" y="2217751"/>
              <a:ext cx="533100" cy="533100"/>
            </a:xfrm>
            <a:prstGeom prst="ellipse">
              <a:avLst/>
            </a:prstGeom>
            <a:solidFill>
              <a:srgbClr val="F2E1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DM Sans"/>
                <a:ea typeface="DM Sans"/>
                <a:cs typeface="DM Sans"/>
                <a:sym typeface="DM Sans"/>
              </a:endParaRPr>
            </a:p>
          </p:txBody>
        </p:sp>
        <p:sp>
          <p:nvSpPr>
            <p:cNvPr id="1303" name="Google Shape;1303;p51"/>
            <p:cNvSpPr/>
            <p:nvPr/>
          </p:nvSpPr>
          <p:spPr>
            <a:xfrm>
              <a:off x="4980426" y="2217760"/>
              <a:ext cx="533100" cy="533100"/>
            </a:xfrm>
            <a:prstGeom prst="arc">
              <a:avLst>
                <a:gd name="adj1" fmla="val 16262153"/>
                <a:gd name="adj2" fmla="val 6206242"/>
              </a:avLst>
            </a:prstGeom>
            <a:solidFill>
              <a:srgbClr val="AA6D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DM Sans"/>
                <a:ea typeface="DM Sans"/>
                <a:cs typeface="DM Sans"/>
                <a:sym typeface="DM Sans"/>
              </a:endParaRPr>
            </a:p>
          </p:txBody>
        </p:sp>
        <p:sp>
          <p:nvSpPr>
            <p:cNvPr id="1304" name="Google Shape;1304;p51"/>
            <p:cNvSpPr/>
            <p:nvPr/>
          </p:nvSpPr>
          <p:spPr>
            <a:xfrm>
              <a:off x="3471981" y="3113805"/>
              <a:ext cx="2199600" cy="668400"/>
            </a:xfrm>
            <a:prstGeom prst="roundRect">
              <a:avLst>
                <a:gd name="adj" fmla="val 14231"/>
              </a:avLst>
            </a:prstGeom>
            <a:solidFill>
              <a:srgbClr val="DDC0AD"/>
            </a:solidFill>
            <a:ln>
              <a:noFill/>
            </a:ln>
          </p:spPr>
          <p:txBody>
            <a:bodyPr spcFirstLastPara="1" wrap="square" lIns="91425" tIns="91425" rIns="91425" bIns="9125" anchor="ctr" anchorCtr="0">
              <a:noAutofit/>
            </a:bodyPr>
            <a:lstStyle/>
            <a:p>
              <a:pPr marL="0" lvl="0" indent="0" algn="l" rtl="0">
                <a:lnSpc>
                  <a:spcPct val="80000"/>
                </a:lnSpc>
                <a:spcBef>
                  <a:spcPts val="0"/>
                </a:spcBef>
                <a:spcAft>
                  <a:spcPts val="0"/>
                </a:spcAft>
                <a:buNone/>
              </a:pPr>
              <a:r>
                <a:rPr lang="en" sz="4000" b="1" dirty="0">
                  <a:solidFill>
                    <a:srgbClr val="707BA8"/>
                  </a:solidFill>
                  <a:latin typeface="DM Sans ExtraBold"/>
                  <a:ea typeface="DM Sans ExtraBold"/>
                  <a:cs typeface="DM Sans ExtraBold"/>
                  <a:sym typeface="DM Sans ExtraBold"/>
                </a:rPr>
                <a:t>21 Days</a:t>
              </a:r>
              <a:endParaRPr sz="4000" b="1" dirty="0">
                <a:solidFill>
                  <a:srgbClr val="707BA8"/>
                </a:solidFill>
                <a:latin typeface="DM Sans ExtraBold"/>
                <a:ea typeface="DM Sans ExtraBold"/>
                <a:cs typeface="DM Sans ExtraBold"/>
                <a:sym typeface="DM Sans ExtraBold"/>
              </a:endParaRPr>
            </a:p>
          </p:txBody>
        </p:sp>
        <p:sp>
          <p:nvSpPr>
            <p:cNvPr id="1305" name="Google Shape;1305;p51"/>
            <p:cNvSpPr txBox="1"/>
            <p:nvPr/>
          </p:nvSpPr>
          <p:spPr>
            <a:xfrm>
              <a:off x="3511502" y="2951338"/>
              <a:ext cx="2120700" cy="107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00">
                  <a:solidFill>
                    <a:srgbClr val="707BA8"/>
                  </a:solidFill>
                  <a:latin typeface="Inter SemiBold"/>
                  <a:ea typeface="Inter SemiBold"/>
                  <a:cs typeface="Inter SemiBold"/>
                  <a:sym typeface="Inter SemiBold"/>
                </a:rPr>
                <a:t>TIME LEFT</a:t>
              </a:r>
              <a:endParaRPr sz="700">
                <a:solidFill>
                  <a:srgbClr val="707BA8"/>
                </a:solidFill>
                <a:latin typeface="Inter SemiBold"/>
                <a:ea typeface="Inter SemiBold"/>
                <a:cs typeface="Inter SemiBold"/>
                <a:sym typeface="Inter SemiBold"/>
              </a:endParaRPr>
            </a:p>
          </p:txBody>
        </p:sp>
      </p:grpSp>
      <p:grpSp>
        <p:nvGrpSpPr>
          <p:cNvPr id="1306" name="Google Shape;1306;p51"/>
          <p:cNvGrpSpPr/>
          <p:nvPr/>
        </p:nvGrpSpPr>
        <p:grpSpPr>
          <a:xfrm>
            <a:off x="3516661" y="1087941"/>
            <a:ext cx="2809989" cy="6012992"/>
            <a:chOff x="2795550" y="228600"/>
            <a:chExt cx="3552900" cy="4686300"/>
          </a:xfrm>
        </p:grpSpPr>
        <p:sp>
          <p:nvSpPr>
            <p:cNvPr id="1307" name="Google Shape;1307;p51"/>
            <p:cNvSpPr/>
            <p:nvPr/>
          </p:nvSpPr>
          <p:spPr>
            <a:xfrm>
              <a:off x="2795550" y="228600"/>
              <a:ext cx="3552900" cy="4686300"/>
            </a:xfrm>
            <a:prstGeom prst="roundRect">
              <a:avLst>
                <a:gd name="adj" fmla="val 6261"/>
              </a:avLst>
            </a:prstGeom>
            <a:solidFill>
              <a:srgbClr val="707BA8"/>
            </a:solidFill>
            <a:ln>
              <a:noFill/>
            </a:ln>
          </p:spPr>
          <p:txBody>
            <a:bodyPr spcFirstLastPara="1" wrap="square" lIns="67325" tIns="67325" rIns="67325" bIns="67325" anchor="ctr" anchorCtr="0">
              <a:noAutofit/>
            </a:bodyPr>
            <a:lstStyle/>
            <a:p>
              <a:pPr marL="0" lvl="0" indent="0" algn="ctr" rtl="0">
                <a:spcBef>
                  <a:spcPts val="0"/>
                </a:spcBef>
                <a:spcAft>
                  <a:spcPts val="0"/>
                </a:spcAft>
                <a:buNone/>
              </a:pPr>
              <a:endParaRPr sz="1031" dirty="0">
                <a:latin typeface="Space Grotesk"/>
                <a:ea typeface="Space Grotesk"/>
                <a:cs typeface="Space Grotesk"/>
                <a:sym typeface="Space Grotesk"/>
              </a:endParaRPr>
            </a:p>
          </p:txBody>
        </p:sp>
        <p:sp>
          <p:nvSpPr>
            <p:cNvPr id="1308" name="Google Shape;1308;p51"/>
            <p:cNvSpPr txBox="1"/>
            <p:nvPr/>
          </p:nvSpPr>
          <p:spPr>
            <a:xfrm>
              <a:off x="3163519" y="827852"/>
              <a:ext cx="2817000" cy="3819900"/>
            </a:xfrm>
            <a:prstGeom prst="rect">
              <a:avLst/>
            </a:prstGeom>
            <a:noFill/>
            <a:ln>
              <a:noFill/>
            </a:ln>
          </p:spPr>
          <p:txBody>
            <a:bodyPr spcFirstLastPara="1" wrap="square" lIns="0" tIns="0" rIns="0" bIns="0" anchor="t" anchorCtr="0">
              <a:noAutofit/>
            </a:bodyPr>
            <a:lstStyle/>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Implement restaurant/admin dashboard APIs</a:t>
              </a:r>
              <a:endParaRPr sz="1325">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Create notification system for order updates</a:t>
              </a:r>
              <a:endParaRPr sz="1325">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Add API rate limiting and security validation</a:t>
              </a:r>
              <a:endParaRPr sz="1325">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Test API endpoints and fix response errors</a:t>
              </a:r>
              <a:endParaRPr sz="1325">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Write API documentation for frontend integration</a:t>
              </a:r>
              <a:endParaRPr sz="1325">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Optimize database queries for faster response times </a:t>
              </a:r>
              <a:endParaRPr sz="1325">
                <a:solidFill>
                  <a:srgbClr val="FFFCE9"/>
                </a:solidFill>
                <a:latin typeface="Space Grotesk"/>
                <a:ea typeface="Space Grotesk"/>
                <a:cs typeface="Space Grotesk"/>
                <a:sym typeface="Space Grotesk"/>
              </a:endParaRPr>
            </a:p>
          </p:txBody>
        </p:sp>
        <p:sp>
          <p:nvSpPr>
            <p:cNvPr id="1309" name="Google Shape;1309;p51"/>
            <p:cNvSpPr txBox="1"/>
            <p:nvPr/>
          </p:nvSpPr>
          <p:spPr>
            <a:xfrm>
              <a:off x="3163519" y="228603"/>
              <a:ext cx="2817000" cy="681300"/>
            </a:xfrm>
            <a:prstGeom prst="rect">
              <a:avLst/>
            </a:prstGeom>
            <a:noFill/>
            <a:ln>
              <a:noFill/>
            </a:ln>
          </p:spPr>
          <p:txBody>
            <a:bodyPr spcFirstLastPara="1" wrap="square" lIns="0" tIns="0" rIns="0" bIns="0" anchor="ctr" anchorCtr="0">
              <a:noAutofit/>
            </a:bodyPr>
            <a:lstStyle/>
            <a:p>
              <a:pPr marL="0" lvl="0" indent="0" algn="l" rtl="0">
                <a:lnSpc>
                  <a:spcPct val="80000"/>
                </a:lnSpc>
                <a:spcBef>
                  <a:spcPts val="0"/>
                </a:spcBef>
                <a:spcAft>
                  <a:spcPts val="0"/>
                </a:spcAft>
                <a:buNone/>
              </a:pPr>
              <a:r>
                <a:rPr lang="en" sz="2650" b="1">
                  <a:solidFill>
                    <a:srgbClr val="FFFCE9"/>
                  </a:solidFill>
                  <a:latin typeface="Space Grotesk"/>
                  <a:ea typeface="Space Grotesk"/>
                  <a:cs typeface="Space Grotesk"/>
                  <a:sym typeface="Space Grotesk"/>
                </a:rPr>
                <a:t>Tasks</a:t>
              </a:r>
              <a:endParaRPr sz="2650" b="1">
                <a:solidFill>
                  <a:srgbClr val="FFFCE9"/>
                </a:solidFill>
                <a:latin typeface="Space Grotesk"/>
                <a:ea typeface="Space Grotesk"/>
                <a:cs typeface="Space Grotesk"/>
                <a:sym typeface="Space Grotesk"/>
              </a:endParaRPr>
            </a:p>
          </p:txBody>
        </p:sp>
      </p:grpSp>
      <p:sp>
        <p:nvSpPr>
          <p:cNvPr id="1312" name="Google Shape;1312;p51"/>
          <p:cNvSpPr/>
          <p:nvPr/>
        </p:nvSpPr>
        <p:spPr>
          <a:xfrm>
            <a:off x="3840975" y="5653050"/>
            <a:ext cx="2199600" cy="536400"/>
          </a:xfrm>
          <a:prstGeom prst="roundRect">
            <a:avLst>
              <a:gd name="adj" fmla="val 16667"/>
            </a:avLst>
          </a:prstGeom>
          <a:solidFill>
            <a:srgbClr val="E3E9BD"/>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i="1">
                <a:latin typeface="Work Sans"/>
                <a:ea typeface="Work Sans"/>
                <a:cs typeface="Work Sans"/>
                <a:sym typeface="Work Sans"/>
              </a:rPr>
              <a:t>Enter a new task…</a:t>
            </a:r>
            <a:endParaRPr i="1">
              <a:latin typeface="Work Sans"/>
              <a:ea typeface="Work Sans"/>
              <a:cs typeface="Work Sans"/>
              <a:sym typeface="Work Sans"/>
            </a:endParaRPr>
          </a:p>
        </p:txBody>
      </p:sp>
      <p:sp>
        <p:nvSpPr>
          <p:cNvPr id="1313" name="Google Shape;1313;p51"/>
          <p:cNvSpPr/>
          <p:nvPr/>
        </p:nvSpPr>
        <p:spPr>
          <a:xfrm>
            <a:off x="4263225" y="6359050"/>
            <a:ext cx="1355100" cy="396300"/>
          </a:xfrm>
          <a:prstGeom prst="roundRect">
            <a:avLst>
              <a:gd name="adj" fmla="val 16667"/>
            </a:avLst>
          </a:prstGeom>
          <a:solidFill>
            <a:srgbClr val="FFCA3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8FAFD"/>
                </a:solidFill>
                <a:latin typeface="Days One"/>
                <a:ea typeface="Days One"/>
                <a:cs typeface="Days One"/>
                <a:sym typeface="Days One"/>
              </a:rPr>
              <a:t>Add Task</a:t>
            </a:r>
            <a:endParaRPr>
              <a:solidFill>
                <a:srgbClr val="F8FAFD"/>
              </a:solidFill>
              <a:latin typeface="Days One"/>
              <a:ea typeface="Days One"/>
              <a:cs typeface="Days One"/>
              <a:sym typeface="Days One"/>
            </a:endParaRPr>
          </a:p>
        </p:txBody>
      </p:sp>
      <p:grpSp>
        <p:nvGrpSpPr>
          <p:cNvPr id="1314" name="Google Shape;1314;p51"/>
          <p:cNvGrpSpPr/>
          <p:nvPr/>
        </p:nvGrpSpPr>
        <p:grpSpPr>
          <a:xfrm>
            <a:off x="235725" y="1916203"/>
            <a:ext cx="2810100" cy="2759873"/>
            <a:chOff x="256125" y="1681437"/>
            <a:chExt cx="2810100" cy="2867400"/>
          </a:xfrm>
        </p:grpSpPr>
        <p:sp>
          <p:nvSpPr>
            <p:cNvPr id="1315" name="Google Shape;1315;p51"/>
            <p:cNvSpPr/>
            <p:nvPr/>
          </p:nvSpPr>
          <p:spPr>
            <a:xfrm>
              <a:off x="256125" y="1681437"/>
              <a:ext cx="2810100" cy="2867400"/>
            </a:xfrm>
            <a:prstGeom prst="roundRect">
              <a:avLst>
                <a:gd name="adj" fmla="val 8497"/>
              </a:avLst>
            </a:prstGeom>
            <a:solidFill>
              <a:srgbClr val="DDC0AD"/>
            </a:solidFill>
            <a:ln>
              <a:noFill/>
            </a:ln>
          </p:spPr>
          <p:txBody>
            <a:bodyPr spcFirstLastPara="1" wrap="square" lIns="112900" tIns="112900" rIns="112900" bIns="112900" anchor="ctr" anchorCtr="0">
              <a:noAutofit/>
            </a:bodyPr>
            <a:lstStyle/>
            <a:p>
              <a:pPr marL="0" lvl="0" indent="0" algn="ctr" rtl="0">
                <a:spcBef>
                  <a:spcPts val="0"/>
                </a:spcBef>
                <a:spcAft>
                  <a:spcPts val="0"/>
                </a:spcAft>
                <a:buNone/>
              </a:pPr>
              <a:endParaRPr sz="1729">
                <a:latin typeface="Nunito Sans"/>
                <a:ea typeface="Nunito Sans"/>
                <a:cs typeface="Nunito Sans"/>
                <a:sym typeface="Nunito Sans"/>
              </a:endParaRPr>
            </a:p>
          </p:txBody>
        </p:sp>
        <p:pic>
          <p:nvPicPr>
            <p:cNvPr id="1316" name="Google Shape;1316;p51" descr="Portrait of a woman standing outdoors while posing with her hands on her waist. "/>
            <p:cNvPicPr preferRelativeResize="0"/>
            <p:nvPr/>
          </p:nvPicPr>
          <p:blipFill rotWithShape="1">
            <a:blip r:embed="rId3">
              <a:alphaModFix/>
            </a:blip>
            <a:srcRect l="22201" r="23742" b="18851"/>
            <a:stretch/>
          </p:blipFill>
          <p:spPr>
            <a:xfrm>
              <a:off x="702707" y="3370897"/>
              <a:ext cx="395400" cy="395400"/>
            </a:xfrm>
            <a:prstGeom prst="ellipse">
              <a:avLst/>
            </a:prstGeom>
            <a:noFill/>
            <a:ln w="23525" cap="flat" cmpd="sng">
              <a:solidFill>
                <a:srgbClr val="006C80"/>
              </a:solidFill>
              <a:prstDash val="solid"/>
              <a:round/>
              <a:headEnd type="none" w="sm" len="sm"/>
              <a:tailEnd type="none" w="sm" len="sm"/>
            </a:ln>
          </p:spPr>
        </p:pic>
        <p:sp>
          <p:nvSpPr>
            <p:cNvPr id="1317" name="Google Shape;1317;p51"/>
            <p:cNvSpPr txBox="1"/>
            <p:nvPr/>
          </p:nvSpPr>
          <p:spPr>
            <a:xfrm>
              <a:off x="588750" y="2006564"/>
              <a:ext cx="2086200" cy="536400"/>
            </a:xfrm>
            <a:prstGeom prst="rect">
              <a:avLst/>
            </a:prstGeom>
            <a:noFill/>
            <a:ln>
              <a:noFill/>
            </a:ln>
          </p:spPr>
          <p:txBody>
            <a:bodyPr spcFirstLastPara="1" wrap="square" lIns="112900" tIns="112900" rIns="112900" bIns="112900" anchor="t" anchorCtr="0">
              <a:noAutofit/>
            </a:bodyPr>
            <a:lstStyle/>
            <a:p>
              <a:pPr marL="0" lvl="0" indent="0" algn="l" rtl="0">
                <a:lnSpc>
                  <a:spcPct val="80000"/>
                </a:lnSpc>
                <a:spcBef>
                  <a:spcPts val="0"/>
                </a:spcBef>
                <a:spcAft>
                  <a:spcPts val="0"/>
                </a:spcAft>
                <a:buSzPts val="1256"/>
                <a:buNone/>
              </a:pPr>
              <a:r>
                <a:rPr lang="en" sz="1942">
                  <a:solidFill>
                    <a:srgbClr val="FFFFFF"/>
                  </a:solidFill>
                  <a:latin typeface="Nunito Sans Black"/>
                  <a:ea typeface="Nunito Sans Black"/>
                  <a:cs typeface="Nunito Sans Black"/>
                  <a:sym typeface="Nunito Sans Black"/>
                </a:rPr>
                <a:t>Web Dev Team</a:t>
              </a:r>
              <a:endParaRPr sz="1942">
                <a:solidFill>
                  <a:srgbClr val="FFFFFF"/>
                </a:solidFill>
                <a:latin typeface="Nunito Sans Black"/>
                <a:ea typeface="Nunito Sans Black"/>
                <a:cs typeface="Nunito Sans Black"/>
                <a:sym typeface="Nunito Sans Black"/>
              </a:endParaRPr>
            </a:p>
          </p:txBody>
        </p:sp>
        <p:pic>
          <p:nvPicPr>
            <p:cNvPr id="1318" name="Google Shape;1318;p51" descr="A therapist smiles and sits with her legs crossed on a modern chair while taking notes on a clipboard. "/>
            <p:cNvPicPr preferRelativeResize="0"/>
            <p:nvPr/>
          </p:nvPicPr>
          <p:blipFill rotWithShape="1">
            <a:blip r:embed="rId4">
              <a:alphaModFix/>
            </a:blip>
            <a:srcRect l="22650" t="16117" r="30514" b="52666"/>
            <a:stretch/>
          </p:blipFill>
          <p:spPr>
            <a:xfrm>
              <a:off x="702707" y="3842538"/>
              <a:ext cx="395400" cy="395400"/>
            </a:xfrm>
            <a:prstGeom prst="ellipse">
              <a:avLst/>
            </a:prstGeom>
            <a:noFill/>
            <a:ln w="23525" cap="flat" cmpd="sng">
              <a:solidFill>
                <a:srgbClr val="006C80"/>
              </a:solidFill>
              <a:prstDash val="solid"/>
              <a:round/>
              <a:headEnd type="none" w="sm" len="sm"/>
              <a:tailEnd type="none" w="sm" len="sm"/>
            </a:ln>
          </p:spPr>
        </p:pic>
        <p:pic>
          <p:nvPicPr>
            <p:cNvPr id="1319" name="Google Shape;1319;p51" descr="A man with a blue shirt poses for the camera. "/>
            <p:cNvPicPr preferRelativeResize="0"/>
            <p:nvPr/>
          </p:nvPicPr>
          <p:blipFill rotWithShape="1">
            <a:blip r:embed="rId5">
              <a:alphaModFix/>
            </a:blip>
            <a:srcRect l="27883" t="15851" r="28618" b="55156"/>
            <a:stretch/>
          </p:blipFill>
          <p:spPr>
            <a:xfrm>
              <a:off x="1068428" y="3370897"/>
              <a:ext cx="395400" cy="395400"/>
            </a:xfrm>
            <a:prstGeom prst="ellipse">
              <a:avLst/>
            </a:prstGeom>
            <a:noFill/>
            <a:ln w="23525" cap="flat" cmpd="sng">
              <a:solidFill>
                <a:srgbClr val="006C80"/>
              </a:solidFill>
              <a:prstDash val="solid"/>
              <a:round/>
              <a:headEnd type="none" w="sm" len="sm"/>
              <a:tailEnd type="none" w="sm" len="sm"/>
            </a:ln>
          </p:spPr>
        </p:pic>
        <p:pic>
          <p:nvPicPr>
            <p:cNvPr id="1320" name="Google Shape;1320;p51" descr="A man wearing a hoodie is standing and smiling in a city park. "/>
            <p:cNvPicPr preferRelativeResize="0"/>
            <p:nvPr/>
          </p:nvPicPr>
          <p:blipFill rotWithShape="1">
            <a:blip r:embed="rId6">
              <a:alphaModFix/>
            </a:blip>
            <a:srcRect l="19461" r="13890"/>
            <a:stretch/>
          </p:blipFill>
          <p:spPr>
            <a:xfrm>
              <a:off x="1434149" y="3370897"/>
              <a:ext cx="395400" cy="395400"/>
            </a:xfrm>
            <a:prstGeom prst="ellipse">
              <a:avLst/>
            </a:prstGeom>
            <a:noFill/>
            <a:ln w="23525" cap="flat" cmpd="sng">
              <a:solidFill>
                <a:srgbClr val="006C80"/>
              </a:solidFill>
              <a:prstDash val="solid"/>
              <a:round/>
              <a:headEnd type="none" w="sm" len="sm"/>
              <a:tailEnd type="none" w="sm" len="sm"/>
            </a:ln>
          </p:spPr>
        </p:pic>
        <p:pic>
          <p:nvPicPr>
            <p:cNvPr id="1321" name="Google Shape;1321;p51" descr="A man wearing a blue shirt sits on a sofa chair while using his smartphone."/>
            <p:cNvPicPr preferRelativeResize="0"/>
            <p:nvPr/>
          </p:nvPicPr>
          <p:blipFill rotWithShape="1">
            <a:blip r:embed="rId7">
              <a:alphaModFix/>
            </a:blip>
            <a:srcRect l="28091" r="34197" b="35471"/>
            <a:stretch/>
          </p:blipFill>
          <p:spPr>
            <a:xfrm>
              <a:off x="1801340" y="3370897"/>
              <a:ext cx="395400" cy="395400"/>
            </a:xfrm>
            <a:prstGeom prst="ellipse">
              <a:avLst/>
            </a:prstGeom>
            <a:noFill/>
            <a:ln w="23525" cap="flat" cmpd="sng">
              <a:solidFill>
                <a:srgbClr val="006C80"/>
              </a:solidFill>
              <a:prstDash val="solid"/>
              <a:round/>
              <a:headEnd type="none" w="sm" len="sm"/>
              <a:tailEnd type="none" w="sm" len="sm"/>
            </a:ln>
          </p:spPr>
        </p:pic>
        <p:pic>
          <p:nvPicPr>
            <p:cNvPr id="1322" name="Google Shape;1322;p51" descr="A tourist takes a vacation photo in a Korean village. "/>
            <p:cNvPicPr preferRelativeResize="0"/>
            <p:nvPr/>
          </p:nvPicPr>
          <p:blipFill rotWithShape="1">
            <a:blip r:embed="rId8">
              <a:alphaModFix/>
            </a:blip>
            <a:srcRect l="46456" t="33511" r="36011" b="40183"/>
            <a:stretch/>
          </p:blipFill>
          <p:spPr>
            <a:xfrm>
              <a:off x="2168554" y="3370897"/>
              <a:ext cx="395400" cy="395400"/>
            </a:xfrm>
            <a:prstGeom prst="ellipse">
              <a:avLst/>
            </a:prstGeom>
            <a:noFill/>
            <a:ln w="23525" cap="flat" cmpd="sng">
              <a:solidFill>
                <a:srgbClr val="006C80"/>
              </a:solidFill>
              <a:prstDash val="solid"/>
              <a:round/>
              <a:headEnd type="none" w="sm" len="sm"/>
              <a:tailEnd type="none" w="sm" len="sm"/>
            </a:ln>
          </p:spPr>
        </p:pic>
        <p:pic>
          <p:nvPicPr>
            <p:cNvPr id="1323" name="Google Shape;1323;p51" descr="A smiling woman stands outdoors while wearing a pink dress. "/>
            <p:cNvPicPr preferRelativeResize="0"/>
            <p:nvPr/>
          </p:nvPicPr>
          <p:blipFill rotWithShape="1">
            <a:blip r:embed="rId9">
              <a:alphaModFix/>
            </a:blip>
            <a:srcRect l="37890" t="3171" r="14300" b="25093"/>
            <a:stretch/>
          </p:blipFill>
          <p:spPr>
            <a:xfrm>
              <a:off x="1068428" y="3842538"/>
              <a:ext cx="395400" cy="395400"/>
            </a:xfrm>
            <a:prstGeom prst="ellipse">
              <a:avLst/>
            </a:prstGeom>
            <a:noFill/>
            <a:ln w="23525" cap="flat" cmpd="sng">
              <a:solidFill>
                <a:srgbClr val="006C80"/>
              </a:solidFill>
              <a:prstDash val="solid"/>
              <a:round/>
              <a:headEnd type="none" w="sm" len="sm"/>
              <a:tailEnd type="none" w="sm" len="sm"/>
            </a:ln>
          </p:spPr>
        </p:pic>
        <p:pic>
          <p:nvPicPr>
            <p:cNvPr id="1324" name="Google Shape;1324;p51" descr="Portrait of a businesswoman using her tablet and standing against a bright yellow wall. "/>
            <p:cNvPicPr preferRelativeResize="0"/>
            <p:nvPr/>
          </p:nvPicPr>
          <p:blipFill rotWithShape="1">
            <a:blip r:embed="rId10">
              <a:alphaModFix/>
            </a:blip>
            <a:srcRect l="33013" t="10851" r="35639" b="42115"/>
            <a:stretch/>
          </p:blipFill>
          <p:spPr>
            <a:xfrm>
              <a:off x="1434149" y="3842538"/>
              <a:ext cx="395400" cy="395400"/>
            </a:xfrm>
            <a:prstGeom prst="ellipse">
              <a:avLst/>
            </a:prstGeom>
            <a:noFill/>
            <a:ln w="23525" cap="flat" cmpd="sng">
              <a:solidFill>
                <a:srgbClr val="006C80"/>
              </a:solidFill>
              <a:prstDash val="solid"/>
              <a:round/>
              <a:headEnd type="none" w="sm" len="sm"/>
              <a:tailEnd type="none" w="sm" len="sm"/>
            </a:ln>
          </p:spPr>
        </p:pic>
        <p:pic>
          <p:nvPicPr>
            <p:cNvPr id="1325" name="Google Shape;1325;p51" descr="A man with a green shirt and khaki pants sits down on a beach. "/>
            <p:cNvPicPr preferRelativeResize="0"/>
            <p:nvPr/>
          </p:nvPicPr>
          <p:blipFill rotWithShape="1">
            <a:blip r:embed="rId11">
              <a:alphaModFix/>
            </a:blip>
            <a:srcRect l="23150" t="15433" r="15654" b="43630"/>
            <a:stretch/>
          </p:blipFill>
          <p:spPr>
            <a:xfrm>
              <a:off x="1801340" y="3842538"/>
              <a:ext cx="395400" cy="395400"/>
            </a:xfrm>
            <a:prstGeom prst="ellipse">
              <a:avLst/>
            </a:prstGeom>
            <a:noFill/>
            <a:ln w="23525" cap="flat" cmpd="sng">
              <a:solidFill>
                <a:srgbClr val="006C80"/>
              </a:solidFill>
              <a:prstDash val="solid"/>
              <a:round/>
              <a:headEnd type="none" w="sm" len="sm"/>
              <a:tailEnd type="none" w="sm" len="sm"/>
            </a:ln>
          </p:spPr>
        </p:pic>
        <p:pic>
          <p:nvPicPr>
            <p:cNvPr id="1326" name="Google Shape;1326;p51" descr="A smiling man with a gray shirt. "/>
            <p:cNvPicPr preferRelativeResize="0"/>
            <p:nvPr/>
          </p:nvPicPr>
          <p:blipFill rotWithShape="1">
            <a:blip r:embed="rId12">
              <a:alphaModFix/>
            </a:blip>
            <a:srcRect b="24953"/>
            <a:stretch/>
          </p:blipFill>
          <p:spPr>
            <a:xfrm>
              <a:off x="2168554" y="3842538"/>
              <a:ext cx="395400" cy="395400"/>
            </a:xfrm>
            <a:prstGeom prst="ellipse">
              <a:avLst/>
            </a:prstGeom>
            <a:noFill/>
            <a:ln w="23525" cap="flat" cmpd="sng">
              <a:solidFill>
                <a:srgbClr val="006C80"/>
              </a:solidFill>
              <a:prstDash val="solid"/>
              <a:round/>
              <a:headEnd type="none" w="sm" len="sm"/>
              <a:tailEnd type="none" w="sm" len="sm"/>
            </a:ln>
          </p:spPr>
        </p:pic>
        <p:sp>
          <p:nvSpPr>
            <p:cNvPr id="1327" name="Google Shape;1327;p51"/>
            <p:cNvSpPr txBox="1"/>
            <p:nvPr/>
          </p:nvSpPr>
          <p:spPr>
            <a:xfrm>
              <a:off x="344025" y="2458888"/>
              <a:ext cx="2634300" cy="83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1"/>
                  </a:solidFill>
                  <a:latin typeface="Martian Mono"/>
                  <a:ea typeface="Martian Mono"/>
                  <a:cs typeface="Martian Mono"/>
                  <a:sym typeface="Martian Mono"/>
                </a:rPr>
                <a:t>Lead: Sheldon Cooper</a:t>
              </a:r>
              <a:endParaRPr sz="1300">
                <a:solidFill>
                  <a:schemeClr val="accent1"/>
                </a:solidFill>
                <a:latin typeface="Martian Mono"/>
                <a:ea typeface="Martian Mono"/>
                <a:cs typeface="Martian Mono"/>
                <a:sym typeface="Martian Mono"/>
              </a:endParaRPr>
            </a:p>
            <a:p>
              <a:pPr marL="0" lvl="0" indent="0" algn="l" rtl="0">
                <a:spcBef>
                  <a:spcPts val="0"/>
                </a:spcBef>
                <a:spcAft>
                  <a:spcPts val="0"/>
                </a:spcAft>
                <a:buNone/>
              </a:pPr>
              <a:endParaRPr sz="1300">
                <a:solidFill>
                  <a:schemeClr val="accent1"/>
                </a:solidFill>
                <a:latin typeface="Martian Mono"/>
                <a:ea typeface="Martian Mono"/>
                <a:cs typeface="Martian Mono"/>
                <a:sym typeface="Martian Mono"/>
              </a:endParaRPr>
            </a:p>
            <a:p>
              <a:pPr marL="0" lvl="0" indent="0" algn="l" rtl="0">
                <a:spcBef>
                  <a:spcPts val="0"/>
                </a:spcBef>
                <a:spcAft>
                  <a:spcPts val="0"/>
                </a:spcAft>
                <a:buNone/>
              </a:pPr>
              <a:r>
                <a:rPr lang="en" sz="1300">
                  <a:solidFill>
                    <a:schemeClr val="accent1"/>
                  </a:solidFill>
                  <a:latin typeface="Martian Mono"/>
                  <a:ea typeface="Martian Mono"/>
                  <a:cs typeface="Martian Mono"/>
                  <a:sym typeface="Martian Mono"/>
                </a:rPr>
                <a:t>sheldon@spock.com</a:t>
              </a:r>
              <a:endParaRPr sz="1300">
                <a:solidFill>
                  <a:schemeClr val="accent1"/>
                </a:solidFill>
                <a:latin typeface="Martian Mono"/>
                <a:ea typeface="Martian Mono"/>
                <a:cs typeface="Martian Mono"/>
                <a:sym typeface="Martian Mono"/>
              </a:endParaRPr>
            </a:p>
          </p:txBody>
        </p:sp>
      </p:grpSp>
      <p:sp>
        <p:nvSpPr>
          <p:cNvPr id="2" name="Google Shape;1375;p52">
            <a:extLst>
              <a:ext uri="{FF2B5EF4-FFF2-40B4-BE49-F238E27FC236}">
                <a16:creationId xmlns:a16="http://schemas.microsoft.com/office/drawing/2014/main" id="{F5AD58D6-6BCA-5ECD-047B-22C5EEA0E10C}"/>
              </a:ext>
            </a:extLst>
          </p:cNvPr>
          <p:cNvSpPr/>
          <p:nvPr/>
        </p:nvSpPr>
        <p:spPr>
          <a:xfrm>
            <a:off x="6542275" y="5862403"/>
            <a:ext cx="2199600" cy="899100"/>
          </a:xfrm>
          <a:prstGeom prst="roundRect">
            <a:avLst>
              <a:gd name="adj" fmla="val 16667"/>
            </a:avLst>
          </a:prstGeom>
          <a:solidFill>
            <a:srgbClr val="FEC8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latin typeface="Alexandria"/>
                <a:ea typeface="Alexandria"/>
                <a:cs typeface="Alexandria"/>
                <a:sym typeface="Alexandria"/>
              </a:rPr>
              <a:t>View client specifications</a:t>
            </a:r>
            <a:endParaRPr sz="1800" dirty="0">
              <a:latin typeface="Alexandria"/>
              <a:ea typeface="Alexandria"/>
              <a:cs typeface="Alexandria"/>
              <a:sym typeface="Alexandria"/>
            </a:endParaRPr>
          </a:p>
        </p:txBody>
      </p:sp>
      <p:sp>
        <p:nvSpPr>
          <p:cNvPr id="3" name="Google Shape;1232;p49">
            <a:extLst>
              <a:ext uri="{FF2B5EF4-FFF2-40B4-BE49-F238E27FC236}">
                <a16:creationId xmlns:a16="http://schemas.microsoft.com/office/drawing/2014/main" id="{F5F8135B-CFE4-30B7-62CD-9D130B437BA9}"/>
              </a:ext>
            </a:extLst>
          </p:cNvPr>
          <p:cNvSpPr/>
          <p:nvPr/>
        </p:nvSpPr>
        <p:spPr>
          <a:xfrm>
            <a:off x="0" y="4747062"/>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292" name="Google Shape;1292;p51"/>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My Department Screen</a:t>
            </a:r>
            <a:endParaRPr sz="1400" dirty="0">
              <a:solidFill>
                <a:srgbClr val="FFFFFF"/>
              </a:solidFill>
              <a:latin typeface="Work Sans"/>
              <a:ea typeface="Work Sans"/>
              <a:cs typeface="Work Sans"/>
              <a:sym typeface="Work Sans"/>
            </a:endParaRPr>
          </a:p>
        </p:txBody>
      </p:sp>
      <p:sp>
        <p:nvSpPr>
          <p:cNvPr id="6" name="Google Shape;1258;p49">
            <a:extLst>
              <a:ext uri="{FF2B5EF4-FFF2-40B4-BE49-F238E27FC236}">
                <a16:creationId xmlns:a16="http://schemas.microsoft.com/office/drawing/2014/main" id="{D25E5636-35E9-82B9-1FE2-D327A8A1EBD6}"/>
              </a:ext>
            </a:extLst>
          </p:cNvPr>
          <p:cNvSpPr/>
          <p:nvPr/>
        </p:nvSpPr>
        <p:spPr>
          <a:xfrm rot="3599210">
            <a:off x="4192302" y="3082120"/>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2545718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withEffect">
                                  <p:stCondLst>
                                    <p:cond delay="0"/>
                                  </p:stCondLst>
                                  <p:childTnLst>
                                    <p:set>
                                      <p:cBhvr>
                                        <p:cTn id="6" dur="1" fill="hold">
                                          <p:stCondLst>
                                            <p:cond delay="0"/>
                                          </p:stCondLst>
                                        </p:cTn>
                                        <p:tgtEl>
                                          <p:spTgt spid="1291"/>
                                        </p:tgtEl>
                                        <p:attrNameLst>
                                          <p:attrName>style.visibility</p:attrName>
                                        </p:attrNameLst>
                                      </p:cBhvr>
                                      <p:to>
                                        <p:strVal val="visible"/>
                                      </p:to>
                                    </p:set>
                                    <p:animEffect transition="in" filter="fade">
                                      <p:cBhvr>
                                        <p:cTn id="7" dur="500"/>
                                        <p:tgtEl>
                                          <p:spTgt spid="1291"/>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306"/>
                                        </p:tgtEl>
                                        <p:attrNameLst>
                                          <p:attrName>style.visibility</p:attrName>
                                        </p:attrNameLst>
                                      </p:cBhvr>
                                      <p:to>
                                        <p:strVal val="visible"/>
                                      </p:to>
                                    </p:set>
                                    <p:animEffect transition="in" filter="fade">
                                      <p:cBhvr>
                                        <p:cTn id="11" dur="1000"/>
                                        <p:tgtEl>
                                          <p:spTgt spid="1306"/>
                                        </p:tgtEl>
                                      </p:cBhvr>
                                    </p:animEffect>
                                    <p:anim calcmode="lin" valueType="num">
                                      <p:cBhvr>
                                        <p:cTn id="12" dur="1000" fill="hold"/>
                                        <p:tgtEl>
                                          <p:spTgt spid="1306"/>
                                        </p:tgtEl>
                                        <p:attrNameLst>
                                          <p:attrName>ppt_x</p:attrName>
                                        </p:attrNameLst>
                                      </p:cBhvr>
                                      <p:tavLst>
                                        <p:tav tm="0">
                                          <p:val>
                                            <p:strVal val="#ppt_x"/>
                                          </p:val>
                                        </p:tav>
                                        <p:tav tm="100000">
                                          <p:val>
                                            <p:strVal val="#ppt_x"/>
                                          </p:val>
                                        </p:tav>
                                      </p:tavLst>
                                    </p:anim>
                                    <p:anim calcmode="lin" valueType="num">
                                      <p:cBhvr>
                                        <p:cTn id="13" dur="1000" fill="hold"/>
                                        <p:tgtEl>
                                          <p:spTgt spid="1306"/>
                                        </p:tgtEl>
                                        <p:attrNameLst>
                                          <p:attrName>ppt_y</p:attrName>
                                        </p:attrNameLst>
                                      </p:cBhvr>
                                      <p:tavLst>
                                        <p:tav tm="0">
                                          <p:val>
                                            <p:strVal val="#ppt_y+.1"/>
                                          </p:val>
                                        </p:tav>
                                        <p:tav tm="100000">
                                          <p:val>
                                            <p:strVal val="#ppt_y"/>
                                          </p:val>
                                        </p:tav>
                                      </p:tavLst>
                                    </p:anim>
                                  </p:childTnLst>
                                </p:cTn>
                              </p:par>
                              <p:par>
                                <p:cTn id="14" presetID="47" presetClass="entr" presetSubtype="0" fill="hold" nodeType="withEffect">
                                  <p:stCondLst>
                                    <p:cond delay="0"/>
                                  </p:stCondLst>
                                  <p:childTnLst>
                                    <p:set>
                                      <p:cBhvr>
                                        <p:cTn id="15" dur="1" fill="hold">
                                          <p:stCondLst>
                                            <p:cond delay="0"/>
                                          </p:stCondLst>
                                        </p:cTn>
                                        <p:tgtEl>
                                          <p:spTgt spid="1285"/>
                                        </p:tgtEl>
                                        <p:attrNameLst>
                                          <p:attrName>style.visibility</p:attrName>
                                        </p:attrNameLst>
                                      </p:cBhvr>
                                      <p:to>
                                        <p:strVal val="visible"/>
                                      </p:to>
                                    </p:set>
                                    <p:animEffect transition="in" filter="fade">
                                      <p:cBhvr>
                                        <p:cTn id="16" dur="1000"/>
                                        <p:tgtEl>
                                          <p:spTgt spid="1285"/>
                                        </p:tgtEl>
                                      </p:cBhvr>
                                    </p:animEffect>
                                    <p:anim calcmode="lin" valueType="num">
                                      <p:cBhvr>
                                        <p:cTn id="17" dur="1000" fill="hold"/>
                                        <p:tgtEl>
                                          <p:spTgt spid="1285"/>
                                        </p:tgtEl>
                                        <p:attrNameLst>
                                          <p:attrName>ppt_x</p:attrName>
                                        </p:attrNameLst>
                                      </p:cBhvr>
                                      <p:tavLst>
                                        <p:tav tm="0">
                                          <p:val>
                                            <p:strVal val="#ppt_x"/>
                                          </p:val>
                                        </p:tav>
                                        <p:tav tm="100000">
                                          <p:val>
                                            <p:strVal val="#ppt_x"/>
                                          </p:val>
                                        </p:tav>
                                      </p:tavLst>
                                    </p:anim>
                                    <p:anim calcmode="lin" valueType="num">
                                      <p:cBhvr>
                                        <p:cTn id="18" dur="1000" fill="hold"/>
                                        <p:tgtEl>
                                          <p:spTgt spid="1285"/>
                                        </p:tgtEl>
                                        <p:attrNameLst>
                                          <p:attrName>ppt_y</p:attrName>
                                        </p:attrNameLst>
                                      </p:cBhvr>
                                      <p:tavLst>
                                        <p:tav tm="0">
                                          <p:val>
                                            <p:strVal val="#ppt_y-.1"/>
                                          </p:val>
                                        </p:tav>
                                        <p:tav tm="100000">
                                          <p:val>
                                            <p:strVal val="#ppt_y"/>
                                          </p:val>
                                        </p:tav>
                                      </p:tavLst>
                                    </p:anim>
                                  </p:childTnLst>
                                </p:cTn>
                              </p:par>
                              <p:par>
                                <p:cTn id="19" presetID="10" presetClass="entr" presetSubtype="0" fill="hold" nodeType="withEffect">
                                  <p:stCondLst>
                                    <p:cond delay="0"/>
                                  </p:stCondLst>
                                  <p:childTnLst>
                                    <p:set>
                                      <p:cBhvr>
                                        <p:cTn id="20" dur="1" fill="hold">
                                          <p:stCondLst>
                                            <p:cond delay="0"/>
                                          </p:stCondLst>
                                        </p:cTn>
                                        <p:tgtEl>
                                          <p:spTgt spid="1299"/>
                                        </p:tgtEl>
                                        <p:attrNameLst>
                                          <p:attrName>style.visibility</p:attrName>
                                        </p:attrNameLst>
                                      </p:cBhvr>
                                      <p:to>
                                        <p:strVal val="visible"/>
                                      </p:to>
                                    </p:set>
                                    <p:animEffect transition="in" filter="fade">
                                      <p:cBhvr>
                                        <p:cTn id="21" dur="1000"/>
                                        <p:tgtEl>
                                          <p:spTgt spid="1299"/>
                                        </p:tgtEl>
                                      </p:cBhvr>
                                    </p:animEffect>
                                  </p:childTnLst>
                                </p:cTn>
                              </p:par>
                              <p:par>
                                <p:cTn id="22" presetID="42" presetClass="entr" presetSubtype="0" fill="hold" nodeType="withEffect">
                                  <p:stCondLst>
                                    <p:cond delay="0"/>
                                  </p:stCondLst>
                                  <p:childTnLst>
                                    <p:set>
                                      <p:cBhvr>
                                        <p:cTn id="23" dur="1" fill="hold">
                                          <p:stCondLst>
                                            <p:cond delay="0"/>
                                          </p:stCondLst>
                                        </p:cTn>
                                        <p:tgtEl>
                                          <p:spTgt spid="1314"/>
                                        </p:tgtEl>
                                        <p:attrNameLst>
                                          <p:attrName>style.visibility</p:attrName>
                                        </p:attrNameLst>
                                      </p:cBhvr>
                                      <p:to>
                                        <p:strVal val="visible"/>
                                      </p:to>
                                    </p:set>
                                    <p:animEffect transition="in" filter="fade">
                                      <p:cBhvr>
                                        <p:cTn id="24" dur="1000"/>
                                        <p:tgtEl>
                                          <p:spTgt spid="1314"/>
                                        </p:tgtEl>
                                      </p:cBhvr>
                                    </p:animEffect>
                                    <p:anim calcmode="lin" valueType="num">
                                      <p:cBhvr>
                                        <p:cTn id="25" dur="1000" fill="hold"/>
                                        <p:tgtEl>
                                          <p:spTgt spid="1314"/>
                                        </p:tgtEl>
                                        <p:attrNameLst>
                                          <p:attrName>ppt_x</p:attrName>
                                        </p:attrNameLst>
                                      </p:cBhvr>
                                      <p:tavLst>
                                        <p:tav tm="0">
                                          <p:val>
                                            <p:strVal val="#ppt_x"/>
                                          </p:val>
                                        </p:tav>
                                        <p:tav tm="100000">
                                          <p:val>
                                            <p:strVal val="#ppt_x"/>
                                          </p:val>
                                        </p:tav>
                                      </p:tavLst>
                                    </p:anim>
                                    <p:anim calcmode="lin" valueType="num">
                                      <p:cBhvr>
                                        <p:cTn id="26" dur="1000" fill="hold"/>
                                        <p:tgtEl>
                                          <p:spTgt spid="1314"/>
                                        </p:tgtEl>
                                        <p:attrNameLst>
                                          <p:attrName>ppt_y</p:attrName>
                                        </p:attrNameLst>
                                      </p:cBhvr>
                                      <p:tavLst>
                                        <p:tav tm="0">
                                          <p:val>
                                            <p:strVal val="#ppt_y+.1"/>
                                          </p:val>
                                        </p:tav>
                                        <p:tav tm="100000">
                                          <p:val>
                                            <p:strVal val="#ppt_y"/>
                                          </p:val>
                                        </p:tav>
                                      </p:tavLst>
                                    </p:anim>
                                  </p:childTnLst>
                                </p:cTn>
                              </p:par>
                              <p:par>
                                <p:cTn id="27" presetID="10" presetClass="entr" presetSubtype="0" fill="hold" grpId="0" nodeType="withEffect">
                                  <p:stCondLst>
                                    <p:cond delay="0"/>
                                  </p:stCondLst>
                                  <p:childTnLst>
                                    <p:set>
                                      <p:cBhvr>
                                        <p:cTn id="28" dur="1" fill="hold">
                                          <p:stCondLst>
                                            <p:cond delay="0"/>
                                          </p:stCondLst>
                                        </p:cTn>
                                        <p:tgtEl>
                                          <p:spTgt spid="1296"/>
                                        </p:tgtEl>
                                        <p:attrNameLst>
                                          <p:attrName>style.visibility</p:attrName>
                                        </p:attrNameLst>
                                      </p:cBhvr>
                                      <p:to>
                                        <p:strVal val="visible"/>
                                      </p:to>
                                    </p:set>
                                    <p:animEffect transition="in" filter="fade">
                                      <p:cBhvr>
                                        <p:cTn id="29" dur="1000"/>
                                        <p:tgtEl>
                                          <p:spTgt spid="1296"/>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297"/>
                                        </p:tgtEl>
                                        <p:attrNameLst>
                                          <p:attrName>style.visibility</p:attrName>
                                        </p:attrNameLst>
                                      </p:cBhvr>
                                      <p:to>
                                        <p:strVal val="visible"/>
                                      </p:to>
                                    </p:set>
                                    <p:animEffect transition="in" filter="fade">
                                      <p:cBhvr>
                                        <p:cTn id="32" dur="500"/>
                                        <p:tgtEl>
                                          <p:spTgt spid="1297"/>
                                        </p:tgtEl>
                                      </p:cBhvr>
                                    </p:animEffect>
                                    <p:anim calcmode="lin" valueType="num">
                                      <p:cBhvr>
                                        <p:cTn id="33" dur="500" fill="hold"/>
                                        <p:tgtEl>
                                          <p:spTgt spid="1297"/>
                                        </p:tgtEl>
                                        <p:attrNameLst>
                                          <p:attrName>ppt_x</p:attrName>
                                        </p:attrNameLst>
                                      </p:cBhvr>
                                      <p:tavLst>
                                        <p:tav tm="0">
                                          <p:val>
                                            <p:strVal val="#ppt_x"/>
                                          </p:val>
                                        </p:tav>
                                        <p:tav tm="100000">
                                          <p:val>
                                            <p:strVal val="#ppt_x"/>
                                          </p:val>
                                        </p:tav>
                                      </p:tavLst>
                                    </p:anim>
                                    <p:anim calcmode="lin" valueType="num">
                                      <p:cBhvr>
                                        <p:cTn id="34" dur="500" fill="hold"/>
                                        <p:tgtEl>
                                          <p:spTgt spid="129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298"/>
                                        </p:tgtEl>
                                        <p:attrNameLst>
                                          <p:attrName>style.visibility</p:attrName>
                                        </p:attrNameLst>
                                      </p:cBhvr>
                                      <p:to>
                                        <p:strVal val="visible"/>
                                      </p:to>
                                    </p:set>
                                    <p:animEffect transition="in" filter="fade">
                                      <p:cBhvr>
                                        <p:cTn id="37" dur="500"/>
                                        <p:tgtEl>
                                          <p:spTgt spid="1298"/>
                                        </p:tgtEl>
                                      </p:cBhvr>
                                    </p:animEffect>
                                    <p:anim calcmode="lin" valueType="num">
                                      <p:cBhvr>
                                        <p:cTn id="38" dur="500" fill="hold"/>
                                        <p:tgtEl>
                                          <p:spTgt spid="1298"/>
                                        </p:tgtEl>
                                        <p:attrNameLst>
                                          <p:attrName>ppt_x</p:attrName>
                                        </p:attrNameLst>
                                      </p:cBhvr>
                                      <p:tavLst>
                                        <p:tav tm="0">
                                          <p:val>
                                            <p:strVal val="#ppt_x"/>
                                          </p:val>
                                        </p:tav>
                                        <p:tav tm="100000">
                                          <p:val>
                                            <p:strVal val="#ppt_x"/>
                                          </p:val>
                                        </p:tav>
                                      </p:tavLst>
                                    </p:anim>
                                    <p:anim calcmode="lin" valueType="num">
                                      <p:cBhvr>
                                        <p:cTn id="39" dur="500" fill="hold"/>
                                        <p:tgtEl>
                                          <p:spTgt spid="12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1" grpId="1" animBg="1"/>
      <p:bldP spid="1296" grpId="0"/>
      <p:bldP spid="1297" grpId="0" animBg="1"/>
      <p:bldP spid="129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284">
          <a:extLst>
            <a:ext uri="{FF2B5EF4-FFF2-40B4-BE49-F238E27FC236}">
              <a16:creationId xmlns:a16="http://schemas.microsoft.com/office/drawing/2014/main" id="{495A10EC-BA94-84DE-A95B-CF53E789A260}"/>
            </a:ext>
          </a:extLst>
        </p:cNvPr>
        <p:cNvGrpSpPr/>
        <p:nvPr/>
      </p:nvGrpSpPr>
      <p:grpSpPr>
        <a:xfrm>
          <a:off x="0" y="0"/>
          <a:ext cx="0" cy="0"/>
          <a:chOff x="0" y="0"/>
          <a:chExt cx="0" cy="0"/>
        </a:xfrm>
      </p:grpSpPr>
      <p:grpSp>
        <p:nvGrpSpPr>
          <p:cNvPr id="1285" name="Google Shape;1285;p51">
            <a:extLst>
              <a:ext uri="{FF2B5EF4-FFF2-40B4-BE49-F238E27FC236}">
                <a16:creationId xmlns:a16="http://schemas.microsoft.com/office/drawing/2014/main" id="{7E124E00-6917-9BC2-CCB7-4ABCFD4A5BBD}"/>
              </a:ext>
            </a:extLst>
          </p:cNvPr>
          <p:cNvGrpSpPr/>
          <p:nvPr/>
        </p:nvGrpSpPr>
        <p:grpSpPr>
          <a:xfrm>
            <a:off x="6526925" y="123248"/>
            <a:ext cx="2199600" cy="5529793"/>
            <a:chOff x="6534350" y="1872693"/>
            <a:chExt cx="2199600" cy="5301307"/>
          </a:xfrm>
        </p:grpSpPr>
        <p:sp>
          <p:nvSpPr>
            <p:cNvPr id="1286" name="Google Shape;1286;p51">
              <a:extLst>
                <a:ext uri="{FF2B5EF4-FFF2-40B4-BE49-F238E27FC236}">
                  <a16:creationId xmlns:a16="http://schemas.microsoft.com/office/drawing/2014/main" id="{0FDDA454-9D72-A447-1CBB-78BD487BB153}"/>
                </a:ext>
              </a:extLst>
            </p:cNvPr>
            <p:cNvSpPr/>
            <p:nvPr/>
          </p:nvSpPr>
          <p:spPr>
            <a:xfrm>
              <a:off x="6534350" y="1872700"/>
              <a:ext cx="2199600" cy="5301300"/>
            </a:xfrm>
            <a:prstGeom prst="roundRect">
              <a:avLst>
                <a:gd name="adj" fmla="val 6261"/>
              </a:avLst>
            </a:prstGeom>
            <a:solidFill>
              <a:srgbClr val="DDC0AD"/>
            </a:solidFill>
            <a:ln>
              <a:noFill/>
            </a:ln>
          </p:spPr>
          <p:txBody>
            <a:bodyPr spcFirstLastPara="1" wrap="square" lIns="67325" tIns="67325" rIns="67325" bIns="67325" anchor="ctr" anchorCtr="0">
              <a:noAutofit/>
            </a:bodyPr>
            <a:lstStyle/>
            <a:p>
              <a:pPr marL="0" lvl="0" indent="0" algn="ctr" rtl="0">
                <a:spcBef>
                  <a:spcPts val="0"/>
                </a:spcBef>
                <a:spcAft>
                  <a:spcPts val="0"/>
                </a:spcAft>
                <a:buNone/>
              </a:pPr>
              <a:endParaRPr sz="1031">
                <a:latin typeface="Space Grotesk"/>
                <a:ea typeface="Space Grotesk"/>
                <a:cs typeface="Space Grotesk"/>
                <a:sym typeface="Space Grotesk"/>
              </a:endParaRPr>
            </a:p>
          </p:txBody>
        </p:sp>
        <p:sp>
          <p:nvSpPr>
            <p:cNvPr id="1287" name="Google Shape;1287;p51">
              <a:extLst>
                <a:ext uri="{FF2B5EF4-FFF2-40B4-BE49-F238E27FC236}">
                  <a16:creationId xmlns:a16="http://schemas.microsoft.com/office/drawing/2014/main" id="{F9348E08-739B-D7EA-B5F4-C2C9D13848BE}"/>
                </a:ext>
              </a:extLst>
            </p:cNvPr>
            <p:cNvSpPr txBox="1"/>
            <p:nvPr/>
          </p:nvSpPr>
          <p:spPr>
            <a:xfrm>
              <a:off x="6762200" y="2818888"/>
              <a:ext cx="1743900" cy="2391900"/>
            </a:xfrm>
            <a:prstGeom prst="rect">
              <a:avLst/>
            </a:prstGeom>
            <a:noFill/>
            <a:ln>
              <a:noFill/>
            </a:ln>
          </p:spPr>
          <p:txBody>
            <a:bodyPr spcFirstLastPara="1" wrap="square" lIns="0" tIns="0" rIns="0" bIns="0" anchor="t" anchorCtr="0">
              <a:noAutofit/>
            </a:bodyPr>
            <a:lstStyle/>
            <a:p>
              <a:pPr marL="0" lvl="0" indent="0" algn="l" rtl="0">
                <a:lnSpc>
                  <a:spcPct val="130000"/>
                </a:lnSpc>
                <a:spcBef>
                  <a:spcPts val="0"/>
                </a:spcBef>
                <a:spcAft>
                  <a:spcPts val="0"/>
                </a:spcAft>
                <a:buNone/>
              </a:pPr>
              <a:r>
                <a:rPr lang="en" sz="1325">
                  <a:solidFill>
                    <a:srgbClr val="FFFCE9"/>
                  </a:solidFill>
                  <a:latin typeface="Martian Mono"/>
                  <a:ea typeface="Martian Mono"/>
                  <a:cs typeface="Martian Mono"/>
                  <a:sym typeface="Martian Mono"/>
                </a:rPr>
                <a:t>[12:30 PM]</a:t>
              </a: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r>
                <a:rPr lang="en" sz="1325">
                  <a:solidFill>
                    <a:srgbClr val="FFFCE9"/>
                  </a:solidFill>
                  <a:latin typeface="Martian Mono"/>
                  <a:ea typeface="Martian Mono"/>
                  <a:cs typeface="Martian Mono"/>
                  <a:sym typeface="Martian Mono"/>
                </a:rPr>
                <a:t>Rahul updated database schema</a:t>
              </a: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r>
                <a:rPr lang="en" sz="1325">
                  <a:solidFill>
                    <a:srgbClr val="FFFCE9"/>
                  </a:solidFill>
                  <a:latin typeface="Martian Mono"/>
                  <a:ea typeface="Martian Mono"/>
                  <a:cs typeface="Martian Mono"/>
                  <a:sym typeface="Martian Mono"/>
                </a:rPr>
                <a:t>[2:10 PM]</a:t>
              </a: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r>
                <a:rPr lang="en" sz="1325">
                  <a:solidFill>
                    <a:srgbClr val="FFFCE9"/>
                  </a:solidFill>
                  <a:latin typeface="Martian Mono"/>
                  <a:ea typeface="Martian Mono"/>
                  <a:cs typeface="Martian Mono"/>
                  <a:sym typeface="Martian Mono"/>
                </a:rPr>
                <a:t>Client specifications modified </a:t>
              </a: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endParaRPr sz="1325">
                <a:solidFill>
                  <a:srgbClr val="FFFCE9"/>
                </a:solidFill>
                <a:latin typeface="Martian Mono"/>
                <a:ea typeface="Martian Mono"/>
                <a:cs typeface="Martian Mono"/>
                <a:sym typeface="Martian Mono"/>
              </a:endParaRPr>
            </a:p>
          </p:txBody>
        </p:sp>
        <p:sp>
          <p:nvSpPr>
            <p:cNvPr id="1288" name="Google Shape;1288;p51">
              <a:extLst>
                <a:ext uri="{FF2B5EF4-FFF2-40B4-BE49-F238E27FC236}">
                  <a16:creationId xmlns:a16="http://schemas.microsoft.com/office/drawing/2014/main" id="{E5C15299-2C41-5F70-8EDF-CC682A270DE1}"/>
                </a:ext>
              </a:extLst>
            </p:cNvPr>
            <p:cNvSpPr txBox="1"/>
            <p:nvPr/>
          </p:nvSpPr>
          <p:spPr>
            <a:xfrm>
              <a:off x="6777550" y="1872693"/>
              <a:ext cx="1743900" cy="957300"/>
            </a:xfrm>
            <a:prstGeom prst="rect">
              <a:avLst/>
            </a:prstGeom>
            <a:noFill/>
            <a:ln>
              <a:noFill/>
            </a:ln>
          </p:spPr>
          <p:txBody>
            <a:bodyPr spcFirstLastPara="1" wrap="square" lIns="0" tIns="0" rIns="0" bIns="0" anchor="ctr" anchorCtr="0">
              <a:noAutofit/>
            </a:bodyPr>
            <a:lstStyle/>
            <a:p>
              <a:pPr marL="0" lvl="0" indent="0" algn="l" rtl="0">
                <a:lnSpc>
                  <a:spcPct val="80000"/>
                </a:lnSpc>
                <a:spcBef>
                  <a:spcPts val="0"/>
                </a:spcBef>
                <a:spcAft>
                  <a:spcPts val="0"/>
                </a:spcAft>
                <a:buNone/>
              </a:pPr>
              <a:r>
                <a:rPr lang="en" sz="2650" b="1">
                  <a:solidFill>
                    <a:srgbClr val="FFFCE9"/>
                  </a:solidFill>
                  <a:latin typeface="Space Grotesk"/>
                  <a:ea typeface="Space Grotesk"/>
                  <a:cs typeface="Space Grotesk"/>
                  <a:sym typeface="Space Grotesk"/>
                </a:rPr>
                <a:t>Recent Logs</a:t>
              </a:r>
              <a:endParaRPr sz="2650" b="1">
                <a:solidFill>
                  <a:srgbClr val="FFFCE9"/>
                </a:solidFill>
                <a:latin typeface="Space Grotesk"/>
                <a:ea typeface="Space Grotesk"/>
                <a:cs typeface="Space Grotesk"/>
                <a:sym typeface="Space Grotesk"/>
              </a:endParaRPr>
            </a:p>
          </p:txBody>
        </p:sp>
        <p:sp>
          <p:nvSpPr>
            <p:cNvPr id="1289" name="Google Shape;1289;p51">
              <a:extLst>
                <a:ext uri="{FF2B5EF4-FFF2-40B4-BE49-F238E27FC236}">
                  <a16:creationId xmlns:a16="http://schemas.microsoft.com/office/drawing/2014/main" id="{E5BD48D8-5909-BBA3-AC95-4A94DD5377E5}"/>
                </a:ext>
              </a:extLst>
            </p:cNvPr>
            <p:cNvSpPr/>
            <p:nvPr/>
          </p:nvSpPr>
          <p:spPr>
            <a:xfrm>
              <a:off x="6700850" y="5277988"/>
              <a:ext cx="1866600" cy="1045800"/>
            </a:xfrm>
            <a:prstGeom prst="roundRect">
              <a:avLst>
                <a:gd name="adj" fmla="val 16667"/>
              </a:avLst>
            </a:prstGeom>
            <a:solidFill>
              <a:srgbClr val="BFD2F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lt2"/>
                  </a:solidFill>
                  <a:latin typeface="Work Sans"/>
                  <a:ea typeface="Work Sans"/>
                  <a:cs typeface="Work Sans"/>
                  <a:sym typeface="Work Sans"/>
                </a:rPr>
                <a:t>Type a log…</a:t>
              </a:r>
              <a:endParaRPr i="1">
                <a:solidFill>
                  <a:schemeClr val="lt2"/>
                </a:solidFill>
                <a:latin typeface="Work Sans"/>
                <a:ea typeface="Work Sans"/>
                <a:cs typeface="Work Sans"/>
                <a:sym typeface="Work Sans"/>
              </a:endParaRPr>
            </a:p>
          </p:txBody>
        </p:sp>
        <p:sp>
          <p:nvSpPr>
            <p:cNvPr id="1290" name="Google Shape;1290;p51">
              <a:extLst>
                <a:ext uri="{FF2B5EF4-FFF2-40B4-BE49-F238E27FC236}">
                  <a16:creationId xmlns:a16="http://schemas.microsoft.com/office/drawing/2014/main" id="{06F3D94C-9361-A9CC-916B-8F275367EFCD}"/>
                </a:ext>
              </a:extLst>
            </p:cNvPr>
            <p:cNvSpPr/>
            <p:nvPr/>
          </p:nvSpPr>
          <p:spPr>
            <a:xfrm>
              <a:off x="6956600" y="6458177"/>
              <a:ext cx="1355100" cy="396300"/>
            </a:xfrm>
            <a:prstGeom prst="roundRect">
              <a:avLst>
                <a:gd name="adj" fmla="val 16667"/>
              </a:avLst>
            </a:prstGeom>
            <a:solidFill>
              <a:srgbClr val="1A998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8FAFD"/>
                  </a:solidFill>
                  <a:latin typeface="Days One"/>
                  <a:ea typeface="Days One"/>
                  <a:cs typeface="Days One"/>
                  <a:sym typeface="Days One"/>
                </a:rPr>
                <a:t>Add Log</a:t>
              </a:r>
              <a:endParaRPr>
                <a:solidFill>
                  <a:srgbClr val="F8FAFD"/>
                </a:solidFill>
                <a:latin typeface="Days One"/>
                <a:ea typeface="Days One"/>
                <a:cs typeface="Days One"/>
                <a:sym typeface="Days One"/>
              </a:endParaRPr>
            </a:p>
          </p:txBody>
        </p:sp>
      </p:grpSp>
      <p:sp>
        <p:nvSpPr>
          <p:cNvPr id="1291" name="Google Shape;1291;p51">
            <a:extLst>
              <a:ext uri="{FF2B5EF4-FFF2-40B4-BE49-F238E27FC236}">
                <a16:creationId xmlns:a16="http://schemas.microsoft.com/office/drawing/2014/main" id="{39A8AC13-C703-E286-221C-E25709A70B4F}"/>
              </a:ext>
            </a:extLst>
          </p:cNvPr>
          <p:cNvSpPr/>
          <p:nvPr/>
        </p:nvSpPr>
        <p:spPr>
          <a:xfrm>
            <a:off x="-27375" y="-5475"/>
            <a:ext cx="3336300" cy="5217900"/>
          </a:xfrm>
          <a:prstGeom prst="rect">
            <a:avLst/>
          </a:prstGeom>
          <a:solidFill>
            <a:srgbClr val="DDC0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93" name="Google Shape;1293;p51">
            <a:extLst>
              <a:ext uri="{FF2B5EF4-FFF2-40B4-BE49-F238E27FC236}">
                <a16:creationId xmlns:a16="http://schemas.microsoft.com/office/drawing/2014/main" id="{B5CAEB3A-D682-0585-6567-80596156ECD8}"/>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94" name="Google Shape;1294;p51">
            <a:extLst>
              <a:ext uri="{FF2B5EF4-FFF2-40B4-BE49-F238E27FC236}">
                <a16:creationId xmlns:a16="http://schemas.microsoft.com/office/drawing/2014/main" id="{58CC7E82-F841-73B9-15A4-80F7B4913298}"/>
              </a:ext>
            </a:extLst>
          </p:cNvPr>
          <p:cNvSpPr/>
          <p:nvPr/>
        </p:nvSpPr>
        <p:spPr>
          <a:xfrm>
            <a:off x="8923043" y="-15107"/>
            <a:ext cx="217200" cy="3145327"/>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95" name="Google Shape;1295;p51">
            <a:extLst>
              <a:ext uri="{FF2B5EF4-FFF2-40B4-BE49-F238E27FC236}">
                <a16:creationId xmlns:a16="http://schemas.microsoft.com/office/drawing/2014/main" id="{EA04B513-07C5-5F03-D85F-38460E89FBBD}"/>
              </a:ext>
            </a:extLst>
          </p:cNvPr>
          <p:cNvSpPr txBox="1"/>
          <p:nvPr/>
        </p:nvSpPr>
        <p:spPr>
          <a:xfrm>
            <a:off x="346425" y="583600"/>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8BEF3"/>
                </a:solidFill>
                <a:latin typeface="Martian Mono"/>
                <a:ea typeface="Martian Mono"/>
                <a:cs typeface="Martian Mono"/>
                <a:sym typeface="Martian Mono"/>
              </a:rPr>
              <a:t>&lt;</a:t>
            </a:r>
            <a:endParaRPr sz="1300">
              <a:solidFill>
                <a:srgbClr val="F8BEF3"/>
              </a:solidFill>
              <a:latin typeface="Martian Mono"/>
              <a:ea typeface="Martian Mono"/>
              <a:cs typeface="Martian Mono"/>
              <a:sym typeface="Martian Mono"/>
            </a:endParaRPr>
          </a:p>
        </p:txBody>
      </p:sp>
      <p:sp>
        <p:nvSpPr>
          <p:cNvPr id="1296" name="Google Shape;1296;p51">
            <a:extLst>
              <a:ext uri="{FF2B5EF4-FFF2-40B4-BE49-F238E27FC236}">
                <a16:creationId xmlns:a16="http://schemas.microsoft.com/office/drawing/2014/main" id="{A67BEE94-6370-8A75-90E1-2AF5C02AEBF7}"/>
              </a:ext>
            </a:extLst>
          </p:cNvPr>
          <p:cNvSpPr txBox="1"/>
          <p:nvPr/>
        </p:nvSpPr>
        <p:spPr>
          <a:xfrm>
            <a:off x="3445100" y="123200"/>
            <a:ext cx="3081900" cy="53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Dela Gothic One"/>
                <a:ea typeface="Dela Gothic One"/>
                <a:cs typeface="Dela Gothic One"/>
                <a:sym typeface="Dela Gothic One"/>
              </a:rPr>
              <a:t>API Creation For Deli Foods</a:t>
            </a:r>
            <a:endParaRPr sz="1300" dirty="0">
              <a:solidFill>
                <a:schemeClr val="accent1"/>
              </a:solidFill>
              <a:latin typeface="Dela Gothic One"/>
              <a:ea typeface="Dela Gothic One"/>
              <a:cs typeface="Dela Gothic One"/>
              <a:sym typeface="Dela Gothic One"/>
            </a:endParaRPr>
          </a:p>
          <a:p>
            <a:pPr marL="0" lvl="0" indent="0" algn="l" rtl="0">
              <a:spcBef>
                <a:spcPts val="0"/>
              </a:spcBef>
              <a:spcAft>
                <a:spcPts val="0"/>
              </a:spcAft>
              <a:buNone/>
            </a:pPr>
            <a:r>
              <a:rPr lang="en" sz="1300" dirty="0">
                <a:solidFill>
                  <a:schemeClr val="accent1"/>
                </a:solidFill>
                <a:latin typeface="Alexandria"/>
                <a:ea typeface="Alexandria"/>
                <a:cs typeface="Alexandria"/>
                <a:sym typeface="Alexandria"/>
              </a:rPr>
              <a:t>#deliFoods_01_API</a:t>
            </a:r>
            <a:endParaRPr sz="1300" dirty="0">
              <a:solidFill>
                <a:schemeClr val="accent1"/>
              </a:solidFill>
              <a:latin typeface="Alexandria"/>
              <a:ea typeface="Alexandria"/>
              <a:cs typeface="Alexandria"/>
              <a:sym typeface="Alexandria"/>
            </a:endParaRPr>
          </a:p>
        </p:txBody>
      </p:sp>
      <p:sp>
        <p:nvSpPr>
          <p:cNvPr id="1297" name="Google Shape;1297;p51">
            <a:extLst>
              <a:ext uri="{FF2B5EF4-FFF2-40B4-BE49-F238E27FC236}">
                <a16:creationId xmlns:a16="http://schemas.microsoft.com/office/drawing/2014/main" id="{E47F57FC-4866-A75B-0BDE-2061ECB908FB}"/>
              </a:ext>
            </a:extLst>
          </p:cNvPr>
          <p:cNvSpPr/>
          <p:nvPr/>
        </p:nvSpPr>
        <p:spPr>
          <a:xfrm>
            <a:off x="3445100" y="659600"/>
            <a:ext cx="937926" cy="261792"/>
          </a:xfrm>
          <a:prstGeom prst="flowChartTerminator">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lt2"/>
                </a:solidFill>
                <a:latin typeface="Martian Mono"/>
                <a:ea typeface="Martian Mono"/>
                <a:cs typeface="Martian Mono"/>
                <a:sym typeface="Martian Mono"/>
              </a:rPr>
              <a:t>Active</a:t>
            </a:r>
            <a:endParaRPr sz="1100" dirty="0">
              <a:solidFill>
                <a:schemeClr val="lt2"/>
              </a:solidFill>
              <a:latin typeface="Martian Mono"/>
              <a:ea typeface="Martian Mono"/>
              <a:cs typeface="Martian Mono"/>
              <a:sym typeface="Martian Mono"/>
            </a:endParaRPr>
          </a:p>
        </p:txBody>
      </p:sp>
      <p:sp>
        <p:nvSpPr>
          <p:cNvPr id="1298" name="Google Shape;1298;p51">
            <a:extLst>
              <a:ext uri="{FF2B5EF4-FFF2-40B4-BE49-F238E27FC236}">
                <a16:creationId xmlns:a16="http://schemas.microsoft.com/office/drawing/2014/main" id="{5FFF115C-C884-85E6-694C-78D3093049F0}"/>
              </a:ext>
            </a:extLst>
          </p:cNvPr>
          <p:cNvSpPr/>
          <p:nvPr/>
        </p:nvSpPr>
        <p:spPr>
          <a:xfrm>
            <a:off x="4480600" y="659600"/>
            <a:ext cx="1117854" cy="261792"/>
          </a:xfrm>
          <a:prstGeom prst="flowChartTerminator">
            <a:avLst/>
          </a:prstGeom>
          <a:solidFill>
            <a:srgbClr val="AA6D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lt2"/>
                </a:solidFill>
                <a:latin typeface="Martian Mono"/>
                <a:ea typeface="Martian Mono"/>
                <a:cs typeface="Martian Mono"/>
                <a:sym typeface="Martian Mono"/>
              </a:rPr>
              <a:t>16/05/25</a:t>
            </a:r>
            <a:endParaRPr sz="1100" dirty="0">
              <a:solidFill>
                <a:schemeClr val="lt2"/>
              </a:solidFill>
              <a:latin typeface="Martian Mono"/>
              <a:ea typeface="Martian Mono"/>
              <a:cs typeface="Martian Mono"/>
              <a:sym typeface="Martian Mono"/>
            </a:endParaRPr>
          </a:p>
        </p:txBody>
      </p:sp>
      <p:grpSp>
        <p:nvGrpSpPr>
          <p:cNvPr id="1299" name="Google Shape;1299;p51">
            <a:extLst>
              <a:ext uri="{FF2B5EF4-FFF2-40B4-BE49-F238E27FC236}">
                <a16:creationId xmlns:a16="http://schemas.microsoft.com/office/drawing/2014/main" id="{688F1ABE-B03C-3C28-7197-D9945BD2204A}"/>
              </a:ext>
            </a:extLst>
          </p:cNvPr>
          <p:cNvGrpSpPr/>
          <p:nvPr/>
        </p:nvGrpSpPr>
        <p:grpSpPr>
          <a:xfrm>
            <a:off x="846222" y="123210"/>
            <a:ext cx="2199606" cy="1792879"/>
            <a:chOff x="3471975" y="1989326"/>
            <a:chExt cx="2199606" cy="1792879"/>
          </a:xfrm>
        </p:grpSpPr>
        <p:sp>
          <p:nvSpPr>
            <p:cNvPr id="1300" name="Google Shape;1300;p51">
              <a:extLst>
                <a:ext uri="{FF2B5EF4-FFF2-40B4-BE49-F238E27FC236}">
                  <a16:creationId xmlns:a16="http://schemas.microsoft.com/office/drawing/2014/main" id="{773A9A94-C9FC-455A-F6B1-7358031C8072}"/>
                </a:ext>
              </a:extLst>
            </p:cNvPr>
            <p:cNvSpPr/>
            <p:nvPr/>
          </p:nvSpPr>
          <p:spPr>
            <a:xfrm>
              <a:off x="3471975" y="2151800"/>
              <a:ext cx="2199600" cy="668400"/>
            </a:xfrm>
            <a:prstGeom prst="roundRect">
              <a:avLst>
                <a:gd name="adj" fmla="val 14231"/>
              </a:avLst>
            </a:prstGeom>
            <a:solidFill>
              <a:srgbClr val="DDC0AD"/>
            </a:solidFill>
            <a:ln>
              <a:noFill/>
            </a:ln>
          </p:spPr>
          <p:txBody>
            <a:bodyPr spcFirstLastPara="1" wrap="square" lIns="91425" tIns="91425" rIns="91425" bIns="9125" anchor="ctr" anchorCtr="0">
              <a:noAutofit/>
            </a:bodyPr>
            <a:lstStyle/>
            <a:p>
              <a:pPr marL="0" marR="0" lvl="0" indent="0" algn="l" rtl="0">
                <a:lnSpc>
                  <a:spcPct val="80000"/>
                </a:lnSpc>
                <a:spcBef>
                  <a:spcPts val="0"/>
                </a:spcBef>
                <a:spcAft>
                  <a:spcPts val="0"/>
                </a:spcAft>
                <a:buNone/>
              </a:pPr>
              <a:r>
                <a:rPr lang="en" sz="4000" b="1" dirty="0">
                  <a:solidFill>
                    <a:srgbClr val="AA6D34"/>
                  </a:solidFill>
                  <a:latin typeface="DM Sans ExtraBold"/>
                  <a:ea typeface="DM Sans ExtraBold"/>
                  <a:cs typeface="DM Sans ExtraBold"/>
                  <a:sym typeface="DM Sans ExtraBold"/>
                </a:rPr>
                <a:t>52%</a:t>
              </a:r>
              <a:endParaRPr sz="4000" b="1" dirty="0">
                <a:solidFill>
                  <a:srgbClr val="AA6D34"/>
                </a:solidFill>
                <a:latin typeface="DM Sans ExtraBold"/>
                <a:ea typeface="DM Sans ExtraBold"/>
                <a:cs typeface="DM Sans ExtraBold"/>
                <a:sym typeface="DM Sans ExtraBold"/>
              </a:endParaRPr>
            </a:p>
          </p:txBody>
        </p:sp>
        <p:sp>
          <p:nvSpPr>
            <p:cNvPr id="1301" name="Google Shape;1301;p51">
              <a:extLst>
                <a:ext uri="{FF2B5EF4-FFF2-40B4-BE49-F238E27FC236}">
                  <a16:creationId xmlns:a16="http://schemas.microsoft.com/office/drawing/2014/main" id="{87153695-C920-19F3-E1AA-9CA87EC38B04}"/>
                </a:ext>
              </a:extLst>
            </p:cNvPr>
            <p:cNvSpPr txBox="1"/>
            <p:nvPr/>
          </p:nvSpPr>
          <p:spPr>
            <a:xfrm>
              <a:off x="3511502" y="1989326"/>
              <a:ext cx="2120700" cy="107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00">
                  <a:solidFill>
                    <a:srgbClr val="A47FA7"/>
                  </a:solidFill>
                  <a:latin typeface="Inter SemiBold"/>
                  <a:ea typeface="Inter SemiBold"/>
                  <a:cs typeface="Inter SemiBold"/>
                  <a:sym typeface="Inter SemiBold"/>
                </a:rPr>
                <a:t>PERCENTAGE OF ALL TASKS DONE</a:t>
              </a:r>
              <a:endParaRPr sz="700">
                <a:solidFill>
                  <a:srgbClr val="A47FA7"/>
                </a:solidFill>
                <a:latin typeface="Inter SemiBold"/>
                <a:ea typeface="Inter SemiBold"/>
                <a:cs typeface="Inter SemiBold"/>
                <a:sym typeface="Inter SemiBold"/>
              </a:endParaRPr>
            </a:p>
          </p:txBody>
        </p:sp>
        <p:sp>
          <p:nvSpPr>
            <p:cNvPr id="1302" name="Google Shape;1302;p51">
              <a:extLst>
                <a:ext uri="{FF2B5EF4-FFF2-40B4-BE49-F238E27FC236}">
                  <a16:creationId xmlns:a16="http://schemas.microsoft.com/office/drawing/2014/main" id="{8D71A7CB-063B-AB13-004F-3B2F2EF74C74}"/>
                </a:ext>
              </a:extLst>
            </p:cNvPr>
            <p:cNvSpPr/>
            <p:nvPr/>
          </p:nvSpPr>
          <p:spPr>
            <a:xfrm>
              <a:off x="4980442" y="2217751"/>
              <a:ext cx="533100" cy="533100"/>
            </a:xfrm>
            <a:prstGeom prst="ellipse">
              <a:avLst/>
            </a:prstGeom>
            <a:solidFill>
              <a:srgbClr val="F2E1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DM Sans"/>
                <a:ea typeface="DM Sans"/>
                <a:cs typeface="DM Sans"/>
                <a:sym typeface="DM Sans"/>
              </a:endParaRPr>
            </a:p>
          </p:txBody>
        </p:sp>
        <p:sp>
          <p:nvSpPr>
            <p:cNvPr id="1303" name="Google Shape;1303;p51">
              <a:extLst>
                <a:ext uri="{FF2B5EF4-FFF2-40B4-BE49-F238E27FC236}">
                  <a16:creationId xmlns:a16="http://schemas.microsoft.com/office/drawing/2014/main" id="{063C1208-574F-1DB2-060E-0B939FB14CC0}"/>
                </a:ext>
              </a:extLst>
            </p:cNvPr>
            <p:cNvSpPr/>
            <p:nvPr/>
          </p:nvSpPr>
          <p:spPr>
            <a:xfrm>
              <a:off x="4980426" y="2217760"/>
              <a:ext cx="533100" cy="533100"/>
            </a:xfrm>
            <a:prstGeom prst="arc">
              <a:avLst>
                <a:gd name="adj1" fmla="val 16262153"/>
                <a:gd name="adj2" fmla="val 6206242"/>
              </a:avLst>
            </a:prstGeom>
            <a:solidFill>
              <a:srgbClr val="AA6D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DM Sans"/>
                <a:ea typeface="DM Sans"/>
                <a:cs typeface="DM Sans"/>
                <a:sym typeface="DM Sans"/>
              </a:endParaRPr>
            </a:p>
          </p:txBody>
        </p:sp>
        <p:sp>
          <p:nvSpPr>
            <p:cNvPr id="1304" name="Google Shape;1304;p51">
              <a:extLst>
                <a:ext uri="{FF2B5EF4-FFF2-40B4-BE49-F238E27FC236}">
                  <a16:creationId xmlns:a16="http://schemas.microsoft.com/office/drawing/2014/main" id="{A902D602-3BAF-89B7-8FD5-4FEB6AC714E2}"/>
                </a:ext>
              </a:extLst>
            </p:cNvPr>
            <p:cNvSpPr/>
            <p:nvPr/>
          </p:nvSpPr>
          <p:spPr>
            <a:xfrm>
              <a:off x="3471981" y="3113805"/>
              <a:ext cx="2199600" cy="668400"/>
            </a:xfrm>
            <a:prstGeom prst="roundRect">
              <a:avLst>
                <a:gd name="adj" fmla="val 14231"/>
              </a:avLst>
            </a:prstGeom>
            <a:solidFill>
              <a:srgbClr val="DDC0AD"/>
            </a:solidFill>
            <a:ln>
              <a:noFill/>
            </a:ln>
          </p:spPr>
          <p:txBody>
            <a:bodyPr spcFirstLastPara="1" wrap="square" lIns="91425" tIns="91425" rIns="91425" bIns="9125" anchor="ctr" anchorCtr="0">
              <a:noAutofit/>
            </a:bodyPr>
            <a:lstStyle/>
            <a:p>
              <a:pPr marL="0" lvl="0" indent="0" algn="l" rtl="0">
                <a:lnSpc>
                  <a:spcPct val="80000"/>
                </a:lnSpc>
                <a:spcBef>
                  <a:spcPts val="0"/>
                </a:spcBef>
                <a:spcAft>
                  <a:spcPts val="0"/>
                </a:spcAft>
                <a:buNone/>
              </a:pPr>
              <a:r>
                <a:rPr lang="en" sz="4000" b="1" dirty="0">
                  <a:solidFill>
                    <a:srgbClr val="707BA8"/>
                  </a:solidFill>
                  <a:latin typeface="DM Sans ExtraBold"/>
                  <a:ea typeface="DM Sans ExtraBold"/>
                  <a:cs typeface="DM Sans ExtraBold"/>
                  <a:sym typeface="DM Sans ExtraBold"/>
                </a:rPr>
                <a:t>21 Days</a:t>
              </a:r>
              <a:endParaRPr sz="4000" b="1" dirty="0">
                <a:solidFill>
                  <a:srgbClr val="707BA8"/>
                </a:solidFill>
                <a:latin typeface="DM Sans ExtraBold"/>
                <a:ea typeface="DM Sans ExtraBold"/>
                <a:cs typeface="DM Sans ExtraBold"/>
                <a:sym typeface="DM Sans ExtraBold"/>
              </a:endParaRPr>
            </a:p>
          </p:txBody>
        </p:sp>
        <p:sp>
          <p:nvSpPr>
            <p:cNvPr id="1305" name="Google Shape;1305;p51">
              <a:extLst>
                <a:ext uri="{FF2B5EF4-FFF2-40B4-BE49-F238E27FC236}">
                  <a16:creationId xmlns:a16="http://schemas.microsoft.com/office/drawing/2014/main" id="{0D3DAB27-7A41-E92B-9839-D826FB3A5C70}"/>
                </a:ext>
              </a:extLst>
            </p:cNvPr>
            <p:cNvSpPr txBox="1"/>
            <p:nvPr/>
          </p:nvSpPr>
          <p:spPr>
            <a:xfrm>
              <a:off x="3511502" y="2951338"/>
              <a:ext cx="2120700" cy="107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00">
                  <a:solidFill>
                    <a:srgbClr val="707BA8"/>
                  </a:solidFill>
                  <a:latin typeface="Inter SemiBold"/>
                  <a:ea typeface="Inter SemiBold"/>
                  <a:cs typeface="Inter SemiBold"/>
                  <a:sym typeface="Inter SemiBold"/>
                </a:rPr>
                <a:t>TIME LEFT</a:t>
              </a:r>
              <a:endParaRPr sz="700">
                <a:solidFill>
                  <a:srgbClr val="707BA8"/>
                </a:solidFill>
                <a:latin typeface="Inter SemiBold"/>
                <a:ea typeface="Inter SemiBold"/>
                <a:cs typeface="Inter SemiBold"/>
                <a:sym typeface="Inter SemiBold"/>
              </a:endParaRPr>
            </a:p>
          </p:txBody>
        </p:sp>
      </p:grpSp>
      <p:grpSp>
        <p:nvGrpSpPr>
          <p:cNvPr id="1306" name="Google Shape;1306;p51">
            <a:extLst>
              <a:ext uri="{FF2B5EF4-FFF2-40B4-BE49-F238E27FC236}">
                <a16:creationId xmlns:a16="http://schemas.microsoft.com/office/drawing/2014/main" id="{299A9C03-E6E3-C6B3-4EFE-F7C5A285BCB4}"/>
              </a:ext>
            </a:extLst>
          </p:cNvPr>
          <p:cNvGrpSpPr/>
          <p:nvPr/>
        </p:nvGrpSpPr>
        <p:grpSpPr>
          <a:xfrm>
            <a:off x="3516661" y="1087941"/>
            <a:ext cx="2809989" cy="6012992"/>
            <a:chOff x="2795550" y="228600"/>
            <a:chExt cx="3552900" cy="4686300"/>
          </a:xfrm>
          <a:solidFill>
            <a:srgbClr val="707BA8"/>
          </a:solidFill>
        </p:grpSpPr>
        <p:sp>
          <p:nvSpPr>
            <p:cNvPr id="1307" name="Google Shape;1307;p51">
              <a:extLst>
                <a:ext uri="{FF2B5EF4-FFF2-40B4-BE49-F238E27FC236}">
                  <a16:creationId xmlns:a16="http://schemas.microsoft.com/office/drawing/2014/main" id="{9D485FDC-5DAC-FA38-BB87-6E5B27EB0B14}"/>
                </a:ext>
              </a:extLst>
            </p:cNvPr>
            <p:cNvSpPr/>
            <p:nvPr/>
          </p:nvSpPr>
          <p:spPr>
            <a:xfrm>
              <a:off x="2795550" y="228600"/>
              <a:ext cx="3552900" cy="4686300"/>
            </a:xfrm>
            <a:prstGeom prst="roundRect">
              <a:avLst>
                <a:gd name="adj" fmla="val 6261"/>
              </a:avLst>
            </a:prstGeom>
            <a:grpFill/>
            <a:ln>
              <a:noFill/>
            </a:ln>
          </p:spPr>
          <p:txBody>
            <a:bodyPr spcFirstLastPara="1" wrap="square" lIns="67325" tIns="67325" rIns="67325" bIns="67325" anchor="ctr" anchorCtr="0">
              <a:noAutofit/>
            </a:bodyPr>
            <a:lstStyle/>
            <a:p>
              <a:pPr marL="0" lvl="0" indent="0" algn="ctr" rtl="0">
                <a:spcBef>
                  <a:spcPts val="0"/>
                </a:spcBef>
                <a:spcAft>
                  <a:spcPts val="0"/>
                </a:spcAft>
                <a:buNone/>
              </a:pPr>
              <a:endParaRPr sz="1031">
                <a:latin typeface="Space Grotesk"/>
                <a:ea typeface="Space Grotesk"/>
                <a:cs typeface="Space Grotesk"/>
                <a:sym typeface="Space Grotesk"/>
              </a:endParaRPr>
            </a:p>
          </p:txBody>
        </p:sp>
        <p:sp>
          <p:nvSpPr>
            <p:cNvPr id="1308" name="Google Shape;1308;p51">
              <a:extLst>
                <a:ext uri="{FF2B5EF4-FFF2-40B4-BE49-F238E27FC236}">
                  <a16:creationId xmlns:a16="http://schemas.microsoft.com/office/drawing/2014/main" id="{71B4F710-0002-8EA6-4914-D376C24111D3}"/>
                </a:ext>
              </a:extLst>
            </p:cNvPr>
            <p:cNvSpPr txBox="1"/>
            <p:nvPr/>
          </p:nvSpPr>
          <p:spPr>
            <a:xfrm>
              <a:off x="3163519" y="827852"/>
              <a:ext cx="2817000" cy="3819900"/>
            </a:xfrm>
            <a:prstGeom prst="rect">
              <a:avLst/>
            </a:prstGeom>
            <a:grpFill/>
            <a:ln>
              <a:noFill/>
            </a:ln>
          </p:spPr>
          <p:txBody>
            <a:bodyPr spcFirstLastPara="1" wrap="square" lIns="0" tIns="0" rIns="0" bIns="0" anchor="t" anchorCtr="0">
              <a:noAutofit/>
            </a:bodyPr>
            <a:lstStyle/>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Implement restaurant/admin dashboard APIs</a:t>
              </a:r>
              <a:endParaRPr sz="1325">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Create notification system for order updates</a:t>
              </a:r>
              <a:endParaRPr sz="1325">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Add API rate limiting and security validation</a:t>
              </a:r>
              <a:endParaRPr sz="1325">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Test API endpoints and fix response errors</a:t>
              </a:r>
              <a:endParaRPr sz="1325">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Write API documentation for frontend integration</a:t>
              </a:r>
              <a:endParaRPr sz="1325">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Optimize database queries for faster response times </a:t>
              </a:r>
              <a:endParaRPr sz="1325">
                <a:solidFill>
                  <a:srgbClr val="FFFCE9"/>
                </a:solidFill>
                <a:latin typeface="Space Grotesk"/>
                <a:ea typeface="Space Grotesk"/>
                <a:cs typeface="Space Grotesk"/>
                <a:sym typeface="Space Grotesk"/>
              </a:endParaRPr>
            </a:p>
          </p:txBody>
        </p:sp>
        <p:sp>
          <p:nvSpPr>
            <p:cNvPr id="1309" name="Google Shape;1309;p51">
              <a:extLst>
                <a:ext uri="{FF2B5EF4-FFF2-40B4-BE49-F238E27FC236}">
                  <a16:creationId xmlns:a16="http://schemas.microsoft.com/office/drawing/2014/main" id="{809F97B7-8700-80B1-A45E-B052E3B27A68}"/>
                </a:ext>
              </a:extLst>
            </p:cNvPr>
            <p:cNvSpPr txBox="1"/>
            <p:nvPr/>
          </p:nvSpPr>
          <p:spPr>
            <a:xfrm>
              <a:off x="3163519" y="228603"/>
              <a:ext cx="2817000" cy="681300"/>
            </a:xfrm>
            <a:prstGeom prst="rect">
              <a:avLst/>
            </a:prstGeom>
            <a:grpFill/>
            <a:ln>
              <a:noFill/>
            </a:ln>
          </p:spPr>
          <p:txBody>
            <a:bodyPr spcFirstLastPara="1" wrap="square" lIns="0" tIns="0" rIns="0" bIns="0" anchor="ctr" anchorCtr="0">
              <a:noAutofit/>
            </a:bodyPr>
            <a:lstStyle/>
            <a:p>
              <a:pPr marL="0" lvl="0" indent="0" algn="l" rtl="0">
                <a:lnSpc>
                  <a:spcPct val="80000"/>
                </a:lnSpc>
                <a:spcBef>
                  <a:spcPts val="0"/>
                </a:spcBef>
                <a:spcAft>
                  <a:spcPts val="0"/>
                </a:spcAft>
                <a:buNone/>
              </a:pPr>
              <a:r>
                <a:rPr lang="en" sz="2650" b="1">
                  <a:solidFill>
                    <a:srgbClr val="FFFCE9"/>
                  </a:solidFill>
                  <a:latin typeface="Space Grotesk"/>
                  <a:ea typeface="Space Grotesk"/>
                  <a:cs typeface="Space Grotesk"/>
                  <a:sym typeface="Space Grotesk"/>
                </a:rPr>
                <a:t>Tasks</a:t>
              </a:r>
              <a:endParaRPr sz="2650" b="1">
                <a:solidFill>
                  <a:srgbClr val="FFFCE9"/>
                </a:solidFill>
                <a:latin typeface="Space Grotesk"/>
                <a:ea typeface="Space Grotesk"/>
                <a:cs typeface="Space Grotesk"/>
                <a:sym typeface="Space Grotesk"/>
              </a:endParaRPr>
            </a:p>
          </p:txBody>
        </p:sp>
      </p:grpSp>
      <p:sp>
        <p:nvSpPr>
          <p:cNvPr id="1312" name="Google Shape;1312;p51">
            <a:extLst>
              <a:ext uri="{FF2B5EF4-FFF2-40B4-BE49-F238E27FC236}">
                <a16:creationId xmlns:a16="http://schemas.microsoft.com/office/drawing/2014/main" id="{F6D2A661-E0BF-30DF-E8EE-2C955463A1FF}"/>
              </a:ext>
            </a:extLst>
          </p:cNvPr>
          <p:cNvSpPr/>
          <p:nvPr/>
        </p:nvSpPr>
        <p:spPr>
          <a:xfrm>
            <a:off x="3840975" y="5653050"/>
            <a:ext cx="2199600" cy="536400"/>
          </a:xfrm>
          <a:prstGeom prst="roundRect">
            <a:avLst>
              <a:gd name="adj" fmla="val 16667"/>
            </a:avLst>
          </a:prstGeom>
          <a:solidFill>
            <a:srgbClr val="E3E9BD"/>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i="1">
                <a:latin typeface="Work Sans"/>
                <a:ea typeface="Work Sans"/>
                <a:cs typeface="Work Sans"/>
                <a:sym typeface="Work Sans"/>
              </a:rPr>
              <a:t>Enter a new task…</a:t>
            </a:r>
            <a:endParaRPr i="1">
              <a:latin typeface="Work Sans"/>
              <a:ea typeface="Work Sans"/>
              <a:cs typeface="Work Sans"/>
              <a:sym typeface="Work Sans"/>
            </a:endParaRPr>
          </a:p>
        </p:txBody>
      </p:sp>
      <p:sp>
        <p:nvSpPr>
          <p:cNvPr id="1313" name="Google Shape;1313;p51">
            <a:extLst>
              <a:ext uri="{FF2B5EF4-FFF2-40B4-BE49-F238E27FC236}">
                <a16:creationId xmlns:a16="http://schemas.microsoft.com/office/drawing/2014/main" id="{6FECF58A-FADC-89E8-C722-02AA864B2B67}"/>
              </a:ext>
            </a:extLst>
          </p:cNvPr>
          <p:cNvSpPr/>
          <p:nvPr/>
        </p:nvSpPr>
        <p:spPr>
          <a:xfrm>
            <a:off x="4263225" y="6359050"/>
            <a:ext cx="1355100" cy="396300"/>
          </a:xfrm>
          <a:prstGeom prst="roundRect">
            <a:avLst>
              <a:gd name="adj" fmla="val 16667"/>
            </a:avLst>
          </a:prstGeom>
          <a:solidFill>
            <a:srgbClr val="FFCA3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8FAFD"/>
                </a:solidFill>
                <a:latin typeface="Days One"/>
                <a:ea typeface="Days One"/>
                <a:cs typeface="Days One"/>
                <a:sym typeface="Days One"/>
              </a:rPr>
              <a:t>Add Task</a:t>
            </a:r>
            <a:endParaRPr>
              <a:solidFill>
                <a:srgbClr val="F8FAFD"/>
              </a:solidFill>
              <a:latin typeface="Days One"/>
              <a:ea typeface="Days One"/>
              <a:cs typeface="Days One"/>
              <a:sym typeface="Days One"/>
            </a:endParaRPr>
          </a:p>
        </p:txBody>
      </p:sp>
      <p:grpSp>
        <p:nvGrpSpPr>
          <p:cNvPr id="1314" name="Google Shape;1314;p51">
            <a:extLst>
              <a:ext uri="{FF2B5EF4-FFF2-40B4-BE49-F238E27FC236}">
                <a16:creationId xmlns:a16="http://schemas.microsoft.com/office/drawing/2014/main" id="{16719928-9007-2CA9-0D8F-7AB379FCA4E4}"/>
              </a:ext>
            </a:extLst>
          </p:cNvPr>
          <p:cNvGrpSpPr/>
          <p:nvPr/>
        </p:nvGrpSpPr>
        <p:grpSpPr>
          <a:xfrm>
            <a:off x="235725" y="1916203"/>
            <a:ext cx="2810100" cy="2759873"/>
            <a:chOff x="256125" y="1681437"/>
            <a:chExt cx="2810100" cy="2867400"/>
          </a:xfrm>
        </p:grpSpPr>
        <p:sp>
          <p:nvSpPr>
            <p:cNvPr id="1315" name="Google Shape;1315;p51">
              <a:extLst>
                <a:ext uri="{FF2B5EF4-FFF2-40B4-BE49-F238E27FC236}">
                  <a16:creationId xmlns:a16="http://schemas.microsoft.com/office/drawing/2014/main" id="{CC6F75A9-30DC-5F6F-F901-93D52CC2D081}"/>
                </a:ext>
              </a:extLst>
            </p:cNvPr>
            <p:cNvSpPr/>
            <p:nvPr/>
          </p:nvSpPr>
          <p:spPr>
            <a:xfrm>
              <a:off x="256125" y="1681437"/>
              <a:ext cx="2810100" cy="2867400"/>
            </a:xfrm>
            <a:prstGeom prst="roundRect">
              <a:avLst>
                <a:gd name="adj" fmla="val 8497"/>
              </a:avLst>
            </a:prstGeom>
            <a:solidFill>
              <a:srgbClr val="DDC0AD"/>
            </a:solidFill>
            <a:ln>
              <a:noFill/>
            </a:ln>
          </p:spPr>
          <p:txBody>
            <a:bodyPr spcFirstLastPara="1" wrap="square" lIns="112900" tIns="112900" rIns="112900" bIns="112900" anchor="ctr" anchorCtr="0">
              <a:noAutofit/>
            </a:bodyPr>
            <a:lstStyle/>
            <a:p>
              <a:pPr marL="0" lvl="0" indent="0" algn="ctr" rtl="0">
                <a:spcBef>
                  <a:spcPts val="0"/>
                </a:spcBef>
                <a:spcAft>
                  <a:spcPts val="0"/>
                </a:spcAft>
                <a:buNone/>
              </a:pPr>
              <a:endParaRPr sz="1729">
                <a:latin typeface="Nunito Sans"/>
                <a:ea typeface="Nunito Sans"/>
                <a:cs typeface="Nunito Sans"/>
                <a:sym typeface="Nunito Sans"/>
              </a:endParaRPr>
            </a:p>
          </p:txBody>
        </p:sp>
        <p:pic>
          <p:nvPicPr>
            <p:cNvPr id="1316" name="Google Shape;1316;p51" descr="Portrait of a woman standing outdoors while posing with her hands on her waist. ">
              <a:extLst>
                <a:ext uri="{FF2B5EF4-FFF2-40B4-BE49-F238E27FC236}">
                  <a16:creationId xmlns:a16="http://schemas.microsoft.com/office/drawing/2014/main" id="{EDD66FF6-E517-C956-B328-B5A7F96307E3}"/>
                </a:ext>
              </a:extLst>
            </p:cNvPr>
            <p:cNvPicPr preferRelativeResize="0"/>
            <p:nvPr/>
          </p:nvPicPr>
          <p:blipFill rotWithShape="1">
            <a:blip r:embed="rId3">
              <a:alphaModFix/>
            </a:blip>
            <a:srcRect l="22201" r="23742" b="18851"/>
            <a:stretch/>
          </p:blipFill>
          <p:spPr>
            <a:xfrm>
              <a:off x="702707" y="3370897"/>
              <a:ext cx="395400" cy="395400"/>
            </a:xfrm>
            <a:prstGeom prst="ellipse">
              <a:avLst/>
            </a:prstGeom>
            <a:noFill/>
            <a:ln w="23525" cap="flat" cmpd="sng">
              <a:solidFill>
                <a:srgbClr val="006C80"/>
              </a:solidFill>
              <a:prstDash val="solid"/>
              <a:round/>
              <a:headEnd type="none" w="sm" len="sm"/>
              <a:tailEnd type="none" w="sm" len="sm"/>
            </a:ln>
          </p:spPr>
        </p:pic>
        <p:sp>
          <p:nvSpPr>
            <p:cNvPr id="1317" name="Google Shape;1317;p51">
              <a:extLst>
                <a:ext uri="{FF2B5EF4-FFF2-40B4-BE49-F238E27FC236}">
                  <a16:creationId xmlns:a16="http://schemas.microsoft.com/office/drawing/2014/main" id="{9D53020A-5C82-6951-C748-F02F6AB1E161}"/>
                </a:ext>
              </a:extLst>
            </p:cNvPr>
            <p:cNvSpPr txBox="1"/>
            <p:nvPr/>
          </p:nvSpPr>
          <p:spPr>
            <a:xfrm>
              <a:off x="588750" y="2006564"/>
              <a:ext cx="2086200" cy="536400"/>
            </a:xfrm>
            <a:prstGeom prst="rect">
              <a:avLst/>
            </a:prstGeom>
            <a:noFill/>
            <a:ln>
              <a:noFill/>
            </a:ln>
          </p:spPr>
          <p:txBody>
            <a:bodyPr spcFirstLastPara="1" wrap="square" lIns="112900" tIns="112900" rIns="112900" bIns="112900" anchor="t" anchorCtr="0">
              <a:noAutofit/>
            </a:bodyPr>
            <a:lstStyle/>
            <a:p>
              <a:pPr marL="0" lvl="0" indent="0" algn="l" rtl="0">
                <a:lnSpc>
                  <a:spcPct val="80000"/>
                </a:lnSpc>
                <a:spcBef>
                  <a:spcPts val="0"/>
                </a:spcBef>
                <a:spcAft>
                  <a:spcPts val="0"/>
                </a:spcAft>
                <a:buSzPts val="1256"/>
                <a:buNone/>
              </a:pPr>
              <a:r>
                <a:rPr lang="en" sz="1942">
                  <a:solidFill>
                    <a:srgbClr val="FFFFFF"/>
                  </a:solidFill>
                  <a:latin typeface="Nunito Sans Black"/>
                  <a:ea typeface="Nunito Sans Black"/>
                  <a:cs typeface="Nunito Sans Black"/>
                  <a:sym typeface="Nunito Sans Black"/>
                </a:rPr>
                <a:t>Web Dev Team</a:t>
              </a:r>
              <a:endParaRPr sz="1942">
                <a:solidFill>
                  <a:srgbClr val="FFFFFF"/>
                </a:solidFill>
                <a:latin typeface="Nunito Sans Black"/>
                <a:ea typeface="Nunito Sans Black"/>
                <a:cs typeface="Nunito Sans Black"/>
                <a:sym typeface="Nunito Sans Black"/>
              </a:endParaRPr>
            </a:p>
          </p:txBody>
        </p:sp>
        <p:pic>
          <p:nvPicPr>
            <p:cNvPr id="1318" name="Google Shape;1318;p51" descr="A therapist smiles and sits with her legs crossed on a modern chair while taking notes on a clipboard. ">
              <a:extLst>
                <a:ext uri="{FF2B5EF4-FFF2-40B4-BE49-F238E27FC236}">
                  <a16:creationId xmlns:a16="http://schemas.microsoft.com/office/drawing/2014/main" id="{57E42460-FB27-49ED-2D76-C49B05E52679}"/>
                </a:ext>
              </a:extLst>
            </p:cNvPr>
            <p:cNvPicPr preferRelativeResize="0"/>
            <p:nvPr/>
          </p:nvPicPr>
          <p:blipFill rotWithShape="1">
            <a:blip r:embed="rId4">
              <a:alphaModFix/>
            </a:blip>
            <a:srcRect l="22650" t="16117" r="30514" b="52666"/>
            <a:stretch/>
          </p:blipFill>
          <p:spPr>
            <a:xfrm>
              <a:off x="702707" y="3842538"/>
              <a:ext cx="395400" cy="395400"/>
            </a:xfrm>
            <a:prstGeom prst="ellipse">
              <a:avLst/>
            </a:prstGeom>
            <a:noFill/>
            <a:ln w="23525" cap="flat" cmpd="sng">
              <a:solidFill>
                <a:srgbClr val="006C80"/>
              </a:solidFill>
              <a:prstDash val="solid"/>
              <a:round/>
              <a:headEnd type="none" w="sm" len="sm"/>
              <a:tailEnd type="none" w="sm" len="sm"/>
            </a:ln>
          </p:spPr>
        </p:pic>
        <p:pic>
          <p:nvPicPr>
            <p:cNvPr id="1319" name="Google Shape;1319;p51" descr="A man with a blue shirt poses for the camera. ">
              <a:extLst>
                <a:ext uri="{FF2B5EF4-FFF2-40B4-BE49-F238E27FC236}">
                  <a16:creationId xmlns:a16="http://schemas.microsoft.com/office/drawing/2014/main" id="{E881E795-0F2A-15F5-00FA-A9982B35EC81}"/>
                </a:ext>
              </a:extLst>
            </p:cNvPr>
            <p:cNvPicPr preferRelativeResize="0"/>
            <p:nvPr/>
          </p:nvPicPr>
          <p:blipFill rotWithShape="1">
            <a:blip r:embed="rId5">
              <a:alphaModFix/>
            </a:blip>
            <a:srcRect l="27883" t="15851" r="28618" b="55156"/>
            <a:stretch/>
          </p:blipFill>
          <p:spPr>
            <a:xfrm>
              <a:off x="1068428" y="3370897"/>
              <a:ext cx="395400" cy="395400"/>
            </a:xfrm>
            <a:prstGeom prst="ellipse">
              <a:avLst/>
            </a:prstGeom>
            <a:noFill/>
            <a:ln w="23525" cap="flat" cmpd="sng">
              <a:solidFill>
                <a:srgbClr val="006C80"/>
              </a:solidFill>
              <a:prstDash val="solid"/>
              <a:round/>
              <a:headEnd type="none" w="sm" len="sm"/>
              <a:tailEnd type="none" w="sm" len="sm"/>
            </a:ln>
          </p:spPr>
        </p:pic>
        <p:pic>
          <p:nvPicPr>
            <p:cNvPr id="1320" name="Google Shape;1320;p51" descr="A man wearing a hoodie is standing and smiling in a city park. ">
              <a:extLst>
                <a:ext uri="{FF2B5EF4-FFF2-40B4-BE49-F238E27FC236}">
                  <a16:creationId xmlns:a16="http://schemas.microsoft.com/office/drawing/2014/main" id="{CEE06A97-F1BD-82C3-29BE-5D1D6950B311}"/>
                </a:ext>
              </a:extLst>
            </p:cNvPr>
            <p:cNvPicPr preferRelativeResize="0"/>
            <p:nvPr/>
          </p:nvPicPr>
          <p:blipFill rotWithShape="1">
            <a:blip r:embed="rId6">
              <a:alphaModFix/>
            </a:blip>
            <a:srcRect l="19461" r="13890"/>
            <a:stretch/>
          </p:blipFill>
          <p:spPr>
            <a:xfrm>
              <a:off x="1434149" y="3370897"/>
              <a:ext cx="395400" cy="395400"/>
            </a:xfrm>
            <a:prstGeom prst="ellipse">
              <a:avLst/>
            </a:prstGeom>
            <a:noFill/>
            <a:ln w="23525" cap="flat" cmpd="sng">
              <a:solidFill>
                <a:srgbClr val="006C80"/>
              </a:solidFill>
              <a:prstDash val="solid"/>
              <a:round/>
              <a:headEnd type="none" w="sm" len="sm"/>
              <a:tailEnd type="none" w="sm" len="sm"/>
            </a:ln>
          </p:spPr>
        </p:pic>
        <p:pic>
          <p:nvPicPr>
            <p:cNvPr id="1321" name="Google Shape;1321;p51" descr="A man wearing a blue shirt sits on a sofa chair while using his smartphone.">
              <a:extLst>
                <a:ext uri="{FF2B5EF4-FFF2-40B4-BE49-F238E27FC236}">
                  <a16:creationId xmlns:a16="http://schemas.microsoft.com/office/drawing/2014/main" id="{264AA5C9-5859-A26A-4E22-DEB73AF833D0}"/>
                </a:ext>
              </a:extLst>
            </p:cNvPr>
            <p:cNvPicPr preferRelativeResize="0"/>
            <p:nvPr/>
          </p:nvPicPr>
          <p:blipFill rotWithShape="1">
            <a:blip r:embed="rId7">
              <a:alphaModFix/>
            </a:blip>
            <a:srcRect l="28091" r="34197" b="35471"/>
            <a:stretch/>
          </p:blipFill>
          <p:spPr>
            <a:xfrm>
              <a:off x="1801340" y="3370897"/>
              <a:ext cx="395400" cy="395400"/>
            </a:xfrm>
            <a:prstGeom prst="ellipse">
              <a:avLst/>
            </a:prstGeom>
            <a:noFill/>
            <a:ln w="23525" cap="flat" cmpd="sng">
              <a:solidFill>
                <a:srgbClr val="006C80"/>
              </a:solidFill>
              <a:prstDash val="solid"/>
              <a:round/>
              <a:headEnd type="none" w="sm" len="sm"/>
              <a:tailEnd type="none" w="sm" len="sm"/>
            </a:ln>
          </p:spPr>
        </p:pic>
        <p:pic>
          <p:nvPicPr>
            <p:cNvPr id="1322" name="Google Shape;1322;p51" descr="A tourist takes a vacation photo in a Korean village. ">
              <a:extLst>
                <a:ext uri="{FF2B5EF4-FFF2-40B4-BE49-F238E27FC236}">
                  <a16:creationId xmlns:a16="http://schemas.microsoft.com/office/drawing/2014/main" id="{F0F2D1A1-A351-AFAF-E42E-1C7814A55190}"/>
                </a:ext>
              </a:extLst>
            </p:cNvPr>
            <p:cNvPicPr preferRelativeResize="0"/>
            <p:nvPr/>
          </p:nvPicPr>
          <p:blipFill rotWithShape="1">
            <a:blip r:embed="rId8">
              <a:alphaModFix/>
            </a:blip>
            <a:srcRect l="46456" t="33511" r="36011" b="40183"/>
            <a:stretch/>
          </p:blipFill>
          <p:spPr>
            <a:xfrm>
              <a:off x="2168554" y="3370897"/>
              <a:ext cx="395400" cy="395400"/>
            </a:xfrm>
            <a:prstGeom prst="ellipse">
              <a:avLst/>
            </a:prstGeom>
            <a:noFill/>
            <a:ln w="23525" cap="flat" cmpd="sng">
              <a:solidFill>
                <a:srgbClr val="006C80"/>
              </a:solidFill>
              <a:prstDash val="solid"/>
              <a:round/>
              <a:headEnd type="none" w="sm" len="sm"/>
              <a:tailEnd type="none" w="sm" len="sm"/>
            </a:ln>
          </p:spPr>
        </p:pic>
        <p:pic>
          <p:nvPicPr>
            <p:cNvPr id="1323" name="Google Shape;1323;p51" descr="A smiling woman stands outdoors while wearing a pink dress. ">
              <a:extLst>
                <a:ext uri="{FF2B5EF4-FFF2-40B4-BE49-F238E27FC236}">
                  <a16:creationId xmlns:a16="http://schemas.microsoft.com/office/drawing/2014/main" id="{B1E594BB-5F52-9DCF-34B5-BA385BDF416F}"/>
                </a:ext>
              </a:extLst>
            </p:cNvPr>
            <p:cNvPicPr preferRelativeResize="0"/>
            <p:nvPr/>
          </p:nvPicPr>
          <p:blipFill rotWithShape="1">
            <a:blip r:embed="rId9">
              <a:alphaModFix/>
            </a:blip>
            <a:srcRect l="37890" t="3171" r="14300" b="25093"/>
            <a:stretch/>
          </p:blipFill>
          <p:spPr>
            <a:xfrm>
              <a:off x="1068428" y="3842538"/>
              <a:ext cx="395400" cy="395400"/>
            </a:xfrm>
            <a:prstGeom prst="ellipse">
              <a:avLst/>
            </a:prstGeom>
            <a:noFill/>
            <a:ln w="23525" cap="flat" cmpd="sng">
              <a:solidFill>
                <a:srgbClr val="006C80"/>
              </a:solidFill>
              <a:prstDash val="solid"/>
              <a:round/>
              <a:headEnd type="none" w="sm" len="sm"/>
              <a:tailEnd type="none" w="sm" len="sm"/>
            </a:ln>
          </p:spPr>
        </p:pic>
        <p:pic>
          <p:nvPicPr>
            <p:cNvPr id="1324" name="Google Shape;1324;p51" descr="Portrait of a businesswoman using her tablet and standing against a bright yellow wall. ">
              <a:extLst>
                <a:ext uri="{FF2B5EF4-FFF2-40B4-BE49-F238E27FC236}">
                  <a16:creationId xmlns:a16="http://schemas.microsoft.com/office/drawing/2014/main" id="{FC1F217B-7A6D-A615-EBE7-BF39E9FFE5D8}"/>
                </a:ext>
              </a:extLst>
            </p:cNvPr>
            <p:cNvPicPr preferRelativeResize="0"/>
            <p:nvPr/>
          </p:nvPicPr>
          <p:blipFill rotWithShape="1">
            <a:blip r:embed="rId10">
              <a:alphaModFix/>
            </a:blip>
            <a:srcRect l="33013" t="10851" r="35639" b="42115"/>
            <a:stretch/>
          </p:blipFill>
          <p:spPr>
            <a:xfrm>
              <a:off x="1434149" y="3842538"/>
              <a:ext cx="395400" cy="395400"/>
            </a:xfrm>
            <a:prstGeom prst="ellipse">
              <a:avLst/>
            </a:prstGeom>
            <a:noFill/>
            <a:ln w="23525" cap="flat" cmpd="sng">
              <a:solidFill>
                <a:srgbClr val="006C80"/>
              </a:solidFill>
              <a:prstDash val="solid"/>
              <a:round/>
              <a:headEnd type="none" w="sm" len="sm"/>
              <a:tailEnd type="none" w="sm" len="sm"/>
            </a:ln>
          </p:spPr>
        </p:pic>
        <p:pic>
          <p:nvPicPr>
            <p:cNvPr id="1325" name="Google Shape;1325;p51" descr="A man with a green shirt and khaki pants sits down on a beach. ">
              <a:extLst>
                <a:ext uri="{FF2B5EF4-FFF2-40B4-BE49-F238E27FC236}">
                  <a16:creationId xmlns:a16="http://schemas.microsoft.com/office/drawing/2014/main" id="{A3BBDA82-9473-EA0E-D6B1-734211A76AFA}"/>
                </a:ext>
              </a:extLst>
            </p:cNvPr>
            <p:cNvPicPr preferRelativeResize="0"/>
            <p:nvPr/>
          </p:nvPicPr>
          <p:blipFill rotWithShape="1">
            <a:blip r:embed="rId11">
              <a:alphaModFix/>
            </a:blip>
            <a:srcRect l="23150" t="15433" r="15654" b="43630"/>
            <a:stretch/>
          </p:blipFill>
          <p:spPr>
            <a:xfrm>
              <a:off x="1801340" y="3842538"/>
              <a:ext cx="395400" cy="395400"/>
            </a:xfrm>
            <a:prstGeom prst="ellipse">
              <a:avLst/>
            </a:prstGeom>
            <a:noFill/>
            <a:ln w="23525" cap="flat" cmpd="sng">
              <a:solidFill>
                <a:srgbClr val="006C80"/>
              </a:solidFill>
              <a:prstDash val="solid"/>
              <a:round/>
              <a:headEnd type="none" w="sm" len="sm"/>
              <a:tailEnd type="none" w="sm" len="sm"/>
            </a:ln>
          </p:spPr>
        </p:pic>
        <p:pic>
          <p:nvPicPr>
            <p:cNvPr id="1326" name="Google Shape;1326;p51" descr="A smiling man with a gray shirt. ">
              <a:extLst>
                <a:ext uri="{FF2B5EF4-FFF2-40B4-BE49-F238E27FC236}">
                  <a16:creationId xmlns:a16="http://schemas.microsoft.com/office/drawing/2014/main" id="{0A9758E2-3C74-1A75-7E44-872EE67EA76B}"/>
                </a:ext>
              </a:extLst>
            </p:cNvPr>
            <p:cNvPicPr preferRelativeResize="0"/>
            <p:nvPr/>
          </p:nvPicPr>
          <p:blipFill rotWithShape="1">
            <a:blip r:embed="rId12">
              <a:alphaModFix/>
            </a:blip>
            <a:srcRect b="24953"/>
            <a:stretch/>
          </p:blipFill>
          <p:spPr>
            <a:xfrm>
              <a:off x="2168554" y="3842538"/>
              <a:ext cx="395400" cy="395400"/>
            </a:xfrm>
            <a:prstGeom prst="ellipse">
              <a:avLst/>
            </a:prstGeom>
            <a:noFill/>
            <a:ln w="23525" cap="flat" cmpd="sng">
              <a:solidFill>
                <a:srgbClr val="006C80"/>
              </a:solidFill>
              <a:prstDash val="solid"/>
              <a:round/>
              <a:headEnd type="none" w="sm" len="sm"/>
              <a:tailEnd type="none" w="sm" len="sm"/>
            </a:ln>
          </p:spPr>
        </p:pic>
        <p:sp>
          <p:nvSpPr>
            <p:cNvPr id="1327" name="Google Shape;1327;p51">
              <a:extLst>
                <a:ext uri="{FF2B5EF4-FFF2-40B4-BE49-F238E27FC236}">
                  <a16:creationId xmlns:a16="http://schemas.microsoft.com/office/drawing/2014/main" id="{9BCBCCDB-54C0-E0B8-3F8E-5F2C8F440E9C}"/>
                </a:ext>
              </a:extLst>
            </p:cNvPr>
            <p:cNvSpPr txBox="1"/>
            <p:nvPr/>
          </p:nvSpPr>
          <p:spPr>
            <a:xfrm>
              <a:off x="344025" y="2458888"/>
              <a:ext cx="2634300" cy="83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1"/>
                  </a:solidFill>
                  <a:latin typeface="Martian Mono"/>
                  <a:ea typeface="Martian Mono"/>
                  <a:cs typeface="Martian Mono"/>
                  <a:sym typeface="Martian Mono"/>
                </a:rPr>
                <a:t>Lead: Sheldon Cooper</a:t>
              </a:r>
              <a:endParaRPr sz="1300">
                <a:solidFill>
                  <a:schemeClr val="accent1"/>
                </a:solidFill>
                <a:latin typeface="Martian Mono"/>
                <a:ea typeface="Martian Mono"/>
                <a:cs typeface="Martian Mono"/>
                <a:sym typeface="Martian Mono"/>
              </a:endParaRPr>
            </a:p>
            <a:p>
              <a:pPr marL="0" lvl="0" indent="0" algn="l" rtl="0">
                <a:spcBef>
                  <a:spcPts val="0"/>
                </a:spcBef>
                <a:spcAft>
                  <a:spcPts val="0"/>
                </a:spcAft>
                <a:buNone/>
              </a:pPr>
              <a:endParaRPr sz="1300">
                <a:solidFill>
                  <a:schemeClr val="accent1"/>
                </a:solidFill>
                <a:latin typeface="Martian Mono"/>
                <a:ea typeface="Martian Mono"/>
                <a:cs typeface="Martian Mono"/>
                <a:sym typeface="Martian Mono"/>
              </a:endParaRPr>
            </a:p>
            <a:p>
              <a:pPr marL="0" lvl="0" indent="0" algn="l" rtl="0">
                <a:spcBef>
                  <a:spcPts val="0"/>
                </a:spcBef>
                <a:spcAft>
                  <a:spcPts val="0"/>
                </a:spcAft>
                <a:buNone/>
              </a:pPr>
              <a:r>
                <a:rPr lang="en" sz="1300">
                  <a:solidFill>
                    <a:schemeClr val="accent1"/>
                  </a:solidFill>
                  <a:latin typeface="Martian Mono"/>
                  <a:ea typeface="Martian Mono"/>
                  <a:cs typeface="Martian Mono"/>
                  <a:sym typeface="Martian Mono"/>
                </a:rPr>
                <a:t>sheldon@spock.com</a:t>
              </a:r>
              <a:endParaRPr sz="1300">
                <a:solidFill>
                  <a:schemeClr val="accent1"/>
                </a:solidFill>
                <a:latin typeface="Martian Mono"/>
                <a:ea typeface="Martian Mono"/>
                <a:cs typeface="Martian Mono"/>
                <a:sym typeface="Martian Mono"/>
              </a:endParaRPr>
            </a:p>
          </p:txBody>
        </p:sp>
      </p:grpSp>
      <p:sp>
        <p:nvSpPr>
          <p:cNvPr id="2" name="Google Shape;1375;p52">
            <a:extLst>
              <a:ext uri="{FF2B5EF4-FFF2-40B4-BE49-F238E27FC236}">
                <a16:creationId xmlns:a16="http://schemas.microsoft.com/office/drawing/2014/main" id="{D07ED4AB-B5B5-C850-F610-1B9FB2CB85DB}"/>
              </a:ext>
            </a:extLst>
          </p:cNvPr>
          <p:cNvSpPr/>
          <p:nvPr/>
        </p:nvSpPr>
        <p:spPr>
          <a:xfrm>
            <a:off x="6542275" y="5862403"/>
            <a:ext cx="2199600" cy="899100"/>
          </a:xfrm>
          <a:prstGeom prst="roundRect">
            <a:avLst>
              <a:gd name="adj" fmla="val 16667"/>
            </a:avLst>
          </a:prstGeom>
          <a:solidFill>
            <a:srgbClr val="FEC8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latin typeface="Alexandria"/>
                <a:ea typeface="Alexandria"/>
                <a:cs typeface="Alexandria"/>
                <a:sym typeface="Alexandria"/>
              </a:rPr>
              <a:t>View client specifications</a:t>
            </a:r>
            <a:endParaRPr sz="1800" dirty="0">
              <a:latin typeface="Alexandria"/>
              <a:ea typeface="Alexandria"/>
              <a:cs typeface="Alexandria"/>
              <a:sym typeface="Alexandria"/>
            </a:endParaRPr>
          </a:p>
        </p:txBody>
      </p:sp>
      <p:sp>
        <p:nvSpPr>
          <p:cNvPr id="3" name="Google Shape;1232;p49">
            <a:extLst>
              <a:ext uri="{FF2B5EF4-FFF2-40B4-BE49-F238E27FC236}">
                <a16:creationId xmlns:a16="http://schemas.microsoft.com/office/drawing/2014/main" id="{FA3805B7-E15E-7C99-70E2-A83EA8393D95}"/>
              </a:ext>
            </a:extLst>
          </p:cNvPr>
          <p:cNvSpPr/>
          <p:nvPr/>
        </p:nvSpPr>
        <p:spPr>
          <a:xfrm>
            <a:off x="0" y="4747062"/>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292" name="Google Shape;1292;p51">
            <a:extLst>
              <a:ext uri="{FF2B5EF4-FFF2-40B4-BE49-F238E27FC236}">
                <a16:creationId xmlns:a16="http://schemas.microsoft.com/office/drawing/2014/main" id="{1C87E71E-00EC-C6B9-E29C-8382B8B72343}"/>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My Department Screen</a:t>
            </a:r>
            <a:endParaRPr sz="1400" dirty="0">
              <a:solidFill>
                <a:srgbClr val="FFFFFF"/>
              </a:solidFill>
              <a:latin typeface="Work Sans"/>
              <a:ea typeface="Work Sans"/>
              <a:cs typeface="Work Sans"/>
              <a:sym typeface="Work Sans"/>
            </a:endParaRPr>
          </a:p>
        </p:txBody>
      </p:sp>
      <p:sp>
        <p:nvSpPr>
          <p:cNvPr id="4" name="Google Shape;1258;p49">
            <a:extLst>
              <a:ext uri="{FF2B5EF4-FFF2-40B4-BE49-F238E27FC236}">
                <a16:creationId xmlns:a16="http://schemas.microsoft.com/office/drawing/2014/main" id="{A9BE7BD9-668A-CAD4-F4A0-6279D3A87069}"/>
              </a:ext>
            </a:extLst>
          </p:cNvPr>
          <p:cNvSpPr/>
          <p:nvPr/>
        </p:nvSpPr>
        <p:spPr>
          <a:xfrm rot="3599210">
            <a:off x="8871169" y="3065492"/>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14798082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331"/>
        <p:cNvGrpSpPr/>
        <p:nvPr/>
      </p:nvGrpSpPr>
      <p:grpSpPr>
        <a:xfrm>
          <a:off x="0" y="0"/>
          <a:ext cx="0" cy="0"/>
          <a:chOff x="0" y="0"/>
          <a:chExt cx="0" cy="0"/>
        </a:xfrm>
      </p:grpSpPr>
      <p:grpSp>
        <p:nvGrpSpPr>
          <p:cNvPr id="1332" name="Google Shape;1332;p52"/>
          <p:cNvGrpSpPr/>
          <p:nvPr/>
        </p:nvGrpSpPr>
        <p:grpSpPr>
          <a:xfrm>
            <a:off x="6528838" y="-2174894"/>
            <a:ext cx="2199600" cy="5529793"/>
            <a:chOff x="6534350" y="1872693"/>
            <a:chExt cx="2199600" cy="5301307"/>
          </a:xfrm>
        </p:grpSpPr>
        <p:sp>
          <p:nvSpPr>
            <p:cNvPr id="1333" name="Google Shape;1333;p52"/>
            <p:cNvSpPr/>
            <p:nvPr/>
          </p:nvSpPr>
          <p:spPr>
            <a:xfrm>
              <a:off x="6534350" y="1872700"/>
              <a:ext cx="2199600" cy="5301300"/>
            </a:xfrm>
            <a:prstGeom prst="roundRect">
              <a:avLst>
                <a:gd name="adj" fmla="val 6261"/>
              </a:avLst>
            </a:prstGeom>
            <a:solidFill>
              <a:srgbClr val="DDC0AD"/>
            </a:solidFill>
            <a:ln>
              <a:noFill/>
            </a:ln>
          </p:spPr>
          <p:txBody>
            <a:bodyPr spcFirstLastPara="1" wrap="square" lIns="67325" tIns="67325" rIns="67325" bIns="67325" anchor="ctr" anchorCtr="0">
              <a:noAutofit/>
            </a:bodyPr>
            <a:lstStyle/>
            <a:p>
              <a:pPr marL="0" lvl="0" indent="0" algn="ctr" rtl="0">
                <a:spcBef>
                  <a:spcPts val="0"/>
                </a:spcBef>
                <a:spcAft>
                  <a:spcPts val="0"/>
                </a:spcAft>
                <a:buNone/>
              </a:pPr>
              <a:endParaRPr sz="1031">
                <a:latin typeface="Space Grotesk"/>
                <a:ea typeface="Space Grotesk"/>
                <a:cs typeface="Space Grotesk"/>
                <a:sym typeface="Space Grotesk"/>
              </a:endParaRPr>
            </a:p>
          </p:txBody>
        </p:sp>
        <p:sp>
          <p:nvSpPr>
            <p:cNvPr id="1334" name="Google Shape;1334;p52"/>
            <p:cNvSpPr txBox="1"/>
            <p:nvPr/>
          </p:nvSpPr>
          <p:spPr>
            <a:xfrm>
              <a:off x="6762200" y="2818888"/>
              <a:ext cx="1743900" cy="2391900"/>
            </a:xfrm>
            <a:prstGeom prst="rect">
              <a:avLst/>
            </a:prstGeom>
            <a:noFill/>
            <a:ln>
              <a:noFill/>
            </a:ln>
          </p:spPr>
          <p:txBody>
            <a:bodyPr spcFirstLastPara="1" wrap="square" lIns="0" tIns="0" rIns="0" bIns="0" anchor="t" anchorCtr="0">
              <a:noAutofit/>
            </a:bodyPr>
            <a:lstStyle/>
            <a:p>
              <a:pPr marL="0" lvl="0" indent="0" algn="l" rtl="0">
                <a:lnSpc>
                  <a:spcPct val="130000"/>
                </a:lnSpc>
                <a:spcBef>
                  <a:spcPts val="0"/>
                </a:spcBef>
                <a:spcAft>
                  <a:spcPts val="0"/>
                </a:spcAft>
                <a:buNone/>
              </a:pPr>
              <a:r>
                <a:rPr lang="en" sz="1325">
                  <a:solidFill>
                    <a:srgbClr val="FFFCE9"/>
                  </a:solidFill>
                  <a:latin typeface="Martian Mono"/>
                  <a:ea typeface="Martian Mono"/>
                  <a:cs typeface="Martian Mono"/>
                  <a:sym typeface="Martian Mono"/>
                </a:rPr>
                <a:t>[12:30 PM]</a:t>
              </a: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r>
                <a:rPr lang="en" sz="1325">
                  <a:solidFill>
                    <a:srgbClr val="FFFCE9"/>
                  </a:solidFill>
                  <a:latin typeface="Martian Mono"/>
                  <a:ea typeface="Martian Mono"/>
                  <a:cs typeface="Martian Mono"/>
                  <a:sym typeface="Martian Mono"/>
                </a:rPr>
                <a:t>Rahul updated database schema</a:t>
              </a: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r>
                <a:rPr lang="en" sz="1325">
                  <a:solidFill>
                    <a:srgbClr val="FFFCE9"/>
                  </a:solidFill>
                  <a:latin typeface="Martian Mono"/>
                  <a:ea typeface="Martian Mono"/>
                  <a:cs typeface="Martian Mono"/>
                  <a:sym typeface="Martian Mono"/>
                </a:rPr>
                <a:t>[2:10 PM]</a:t>
              </a: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r>
                <a:rPr lang="en" sz="1325">
                  <a:solidFill>
                    <a:srgbClr val="FFFCE9"/>
                  </a:solidFill>
                  <a:latin typeface="Martian Mono"/>
                  <a:ea typeface="Martian Mono"/>
                  <a:cs typeface="Martian Mono"/>
                  <a:sym typeface="Martian Mono"/>
                </a:rPr>
                <a:t>Client specifications modified </a:t>
              </a: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endParaRPr sz="1325">
                <a:solidFill>
                  <a:srgbClr val="FFFCE9"/>
                </a:solidFill>
                <a:latin typeface="Martian Mono"/>
                <a:ea typeface="Martian Mono"/>
                <a:cs typeface="Martian Mono"/>
                <a:sym typeface="Martian Mono"/>
              </a:endParaRPr>
            </a:p>
          </p:txBody>
        </p:sp>
        <p:sp>
          <p:nvSpPr>
            <p:cNvPr id="1335" name="Google Shape;1335;p52"/>
            <p:cNvSpPr txBox="1"/>
            <p:nvPr/>
          </p:nvSpPr>
          <p:spPr>
            <a:xfrm>
              <a:off x="6777550" y="1872693"/>
              <a:ext cx="1743900" cy="957300"/>
            </a:xfrm>
            <a:prstGeom prst="rect">
              <a:avLst/>
            </a:prstGeom>
            <a:noFill/>
            <a:ln>
              <a:noFill/>
            </a:ln>
          </p:spPr>
          <p:txBody>
            <a:bodyPr spcFirstLastPara="1" wrap="square" lIns="0" tIns="0" rIns="0" bIns="0" anchor="ctr" anchorCtr="0">
              <a:noAutofit/>
            </a:bodyPr>
            <a:lstStyle/>
            <a:p>
              <a:pPr marL="0" lvl="0" indent="0" algn="l" rtl="0">
                <a:lnSpc>
                  <a:spcPct val="80000"/>
                </a:lnSpc>
                <a:spcBef>
                  <a:spcPts val="0"/>
                </a:spcBef>
                <a:spcAft>
                  <a:spcPts val="0"/>
                </a:spcAft>
                <a:buNone/>
              </a:pPr>
              <a:r>
                <a:rPr lang="en" sz="2650" b="1">
                  <a:solidFill>
                    <a:srgbClr val="FFFCE9"/>
                  </a:solidFill>
                  <a:latin typeface="Space Grotesk"/>
                  <a:ea typeface="Space Grotesk"/>
                  <a:cs typeface="Space Grotesk"/>
                  <a:sym typeface="Space Grotesk"/>
                </a:rPr>
                <a:t>Recent Logs</a:t>
              </a:r>
              <a:endParaRPr sz="2650" b="1">
                <a:solidFill>
                  <a:srgbClr val="FFFCE9"/>
                </a:solidFill>
                <a:latin typeface="Space Grotesk"/>
                <a:ea typeface="Space Grotesk"/>
                <a:cs typeface="Space Grotesk"/>
                <a:sym typeface="Space Grotesk"/>
              </a:endParaRPr>
            </a:p>
          </p:txBody>
        </p:sp>
        <p:sp>
          <p:nvSpPr>
            <p:cNvPr id="1336" name="Google Shape;1336;p52"/>
            <p:cNvSpPr/>
            <p:nvPr/>
          </p:nvSpPr>
          <p:spPr>
            <a:xfrm>
              <a:off x="6700850" y="5277988"/>
              <a:ext cx="1866600" cy="1045800"/>
            </a:xfrm>
            <a:prstGeom prst="roundRect">
              <a:avLst>
                <a:gd name="adj" fmla="val 16667"/>
              </a:avLst>
            </a:prstGeom>
            <a:solidFill>
              <a:srgbClr val="BFD2F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lt2"/>
                  </a:solidFill>
                  <a:latin typeface="Work Sans"/>
                  <a:ea typeface="Work Sans"/>
                  <a:cs typeface="Work Sans"/>
                  <a:sym typeface="Work Sans"/>
                </a:rPr>
                <a:t>Type a log…</a:t>
              </a:r>
              <a:endParaRPr i="1">
                <a:solidFill>
                  <a:schemeClr val="lt2"/>
                </a:solidFill>
                <a:latin typeface="Work Sans"/>
                <a:ea typeface="Work Sans"/>
                <a:cs typeface="Work Sans"/>
                <a:sym typeface="Work Sans"/>
              </a:endParaRPr>
            </a:p>
          </p:txBody>
        </p:sp>
        <p:sp>
          <p:nvSpPr>
            <p:cNvPr id="1337" name="Google Shape;1337;p52"/>
            <p:cNvSpPr/>
            <p:nvPr/>
          </p:nvSpPr>
          <p:spPr>
            <a:xfrm>
              <a:off x="6956600" y="6458177"/>
              <a:ext cx="1355100" cy="396300"/>
            </a:xfrm>
            <a:prstGeom prst="roundRect">
              <a:avLst>
                <a:gd name="adj" fmla="val 16667"/>
              </a:avLst>
            </a:prstGeom>
            <a:solidFill>
              <a:srgbClr val="1A998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8FAFD"/>
                  </a:solidFill>
                  <a:latin typeface="Days One"/>
                  <a:ea typeface="Days One"/>
                  <a:cs typeface="Days One"/>
                  <a:sym typeface="Days One"/>
                </a:rPr>
                <a:t>Add Log</a:t>
              </a:r>
              <a:endParaRPr>
                <a:solidFill>
                  <a:srgbClr val="F8FAFD"/>
                </a:solidFill>
                <a:latin typeface="Days One"/>
                <a:ea typeface="Days One"/>
                <a:cs typeface="Days One"/>
                <a:sym typeface="Days One"/>
              </a:endParaRPr>
            </a:p>
          </p:txBody>
        </p:sp>
      </p:grpSp>
      <p:sp>
        <p:nvSpPr>
          <p:cNvPr id="1338" name="Google Shape;1338;p52"/>
          <p:cNvSpPr/>
          <p:nvPr/>
        </p:nvSpPr>
        <p:spPr>
          <a:xfrm>
            <a:off x="-27375" y="-5475"/>
            <a:ext cx="3336300" cy="5217900"/>
          </a:xfrm>
          <a:prstGeom prst="rect">
            <a:avLst/>
          </a:prstGeom>
          <a:solidFill>
            <a:srgbClr val="DDC0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0" name="Google Shape;1340;p52"/>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1" name="Google Shape;1341;p52"/>
          <p:cNvSpPr/>
          <p:nvPr/>
        </p:nvSpPr>
        <p:spPr>
          <a:xfrm>
            <a:off x="8926800" y="2705100"/>
            <a:ext cx="217200" cy="24384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2" name="Google Shape;1342;p52"/>
          <p:cNvSpPr txBox="1"/>
          <p:nvPr/>
        </p:nvSpPr>
        <p:spPr>
          <a:xfrm>
            <a:off x="346425" y="583600"/>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8BEF3"/>
                </a:solidFill>
                <a:latin typeface="Martian Mono"/>
                <a:ea typeface="Martian Mono"/>
                <a:cs typeface="Martian Mono"/>
                <a:sym typeface="Martian Mono"/>
              </a:rPr>
              <a:t>&lt;</a:t>
            </a:r>
            <a:endParaRPr sz="1300">
              <a:solidFill>
                <a:srgbClr val="F8BEF3"/>
              </a:solidFill>
              <a:latin typeface="Martian Mono"/>
              <a:ea typeface="Martian Mono"/>
              <a:cs typeface="Martian Mono"/>
              <a:sym typeface="Martian Mono"/>
            </a:endParaRPr>
          </a:p>
        </p:txBody>
      </p:sp>
      <p:sp>
        <p:nvSpPr>
          <p:cNvPr id="1343" name="Google Shape;1343;p52"/>
          <p:cNvSpPr txBox="1"/>
          <p:nvPr/>
        </p:nvSpPr>
        <p:spPr>
          <a:xfrm>
            <a:off x="3380700" y="-2659900"/>
            <a:ext cx="3081900" cy="53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1"/>
                </a:solidFill>
                <a:latin typeface="Dela Gothic One"/>
                <a:ea typeface="Dela Gothic One"/>
                <a:cs typeface="Dela Gothic One"/>
                <a:sym typeface="Dela Gothic One"/>
              </a:rPr>
              <a:t>API Creation For Deli Foods</a:t>
            </a:r>
            <a:endParaRPr sz="1300">
              <a:solidFill>
                <a:schemeClr val="accent1"/>
              </a:solidFill>
              <a:latin typeface="Dela Gothic One"/>
              <a:ea typeface="Dela Gothic One"/>
              <a:cs typeface="Dela Gothic One"/>
              <a:sym typeface="Dela Gothic One"/>
            </a:endParaRPr>
          </a:p>
          <a:p>
            <a:pPr marL="0" lvl="0" indent="0" algn="l" rtl="0">
              <a:spcBef>
                <a:spcPts val="0"/>
              </a:spcBef>
              <a:spcAft>
                <a:spcPts val="0"/>
              </a:spcAft>
              <a:buNone/>
            </a:pPr>
            <a:r>
              <a:rPr lang="en" sz="1300">
                <a:solidFill>
                  <a:schemeClr val="accent1"/>
                </a:solidFill>
                <a:latin typeface="Alexandria"/>
                <a:ea typeface="Alexandria"/>
                <a:cs typeface="Alexandria"/>
                <a:sym typeface="Alexandria"/>
              </a:rPr>
              <a:t>#deliFoods_01_API</a:t>
            </a:r>
            <a:endParaRPr sz="1300">
              <a:solidFill>
                <a:schemeClr val="accent1"/>
              </a:solidFill>
              <a:latin typeface="Alexandria"/>
              <a:ea typeface="Alexandria"/>
              <a:cs typeface="Alexandria"/>
              <a:sym typeface="Alexandria"/>
            </a:endParaRPr>
          </a:p>
        </p:txBody>
      </p:sp>
      <p:sp>
        <p:nvSpPr>
          <p:cNvPr id="1344" name="Google Shape;1344;p52"/>
          <p:cNvSpPr/>
          <p:nvPr/>
        </p:nvSpPr>
        <p:spPr>
          <a:xfrm>
            <a:off x="3380700" y="-2123500"/>
            <a:ext cx="937926" cy="261792"/>
          </a:xfrm>
          <a:prstGeom prst="flowChartTerminator">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2"/>
                </a:solidFill>
                <a:latin typeface="Martian Mono"/>
                <a:ea typeface="Martian Mono"/>
                <a:cs typeface="Martian Mono"/>
                <a:sym typeface="Martian Mono"/>
              </a:rPr>
              <a:t>Active</a:t>
            </a:r>
            <a:endParaRPr sz="1100">
              <a:solidFill>
                <a:schemeClr val="lt2"/>
              </a:solidFill>
              <a:latin typeface="Martian Mono"/>
              <a:ea typeface="Martian Mono"/>
              <a:cs typeface="Martian Mono"/>
              <a:sym typeface="Martian Mono"/>
            </a:endParaRPr>
          </a:p>
        </p:txBody>
      </p:sp>
      <p:sp>
        <p:nvSpPr>
          <p:cNvPr id="1345" name="Google Shape;1345;p52"/>
          <p:cNvSpPr/>
          <p:nvPr/>
        </p:nvSpPr>
        <p:spPr>
          <a:xfrm>
            <a:off x="4500475" y="-2123500"/>
            <a:ext cx="1117854" cy="261792"/>
          </a:xfrm>
          <a:prstGeom prst="flowChartTerminator">
            <a:avLst/>
          </a:prstGeom>
          <a:solidFill>
            <a:srgbClr val="AA6D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2"/>
                </a:solidFill>
                <a:latin typeface="Martian Mono"/>
                <a:ea typeface="Martian Mono"/>
                <a:cs typeface="Martian Mono"/>
                <a:sym typeface="Martian Mono"/>
              </a:rPr>
              <a:t>16/05/25</a:t>
            </a:r>
            <a:endParaRPr sz="1100">
              <a:solidFill>
                <a:schemeClr val="lt2"/>
              </a:solidFill>
              <a:latin typeface="Martian Mono"/>
              <a:ea typeface="Martian Mono"/>
              <a:cs typeface="Martian Mono"/>
              <a:sym typeface="Martian Mono"/>
            </a:endParaRPr>
          </a:p>
        </p:txBody>
      </p:sp>
      <p:grpSp>
        <p:nvGrpSpPr>
          <p:cNvPr id="1346" name="Google Shape;1346;p52"/>
          <p:cNvGrpSpPr/>
          <p:nvPr/>
        </p:nvGrpSpPr>
        <p:grpSpPr>
          <a:xfrm>
            <a:off x="846222" y="123210"/>
            <a:ext cx="2199606" cy="1792879"/>
            <a:chOff x="3471975" y="1989326"/>
            <a:chExt cx="2199606" cy="1792879"/>
          </a:xfrm>
        </p:grpSpPr>
        <p:sp>
          <p:nvSpPr>
            <p:cNvPr id="1347" name="Google Shape;1347;p52"/>
            <p:cNvSpPr/>
            <p:nvPr/>
          </p:nvSpPr>
          <p:spPr>
            <a:xfrm>
              <a:off x="3471975" y="2151800"/>
              <a:ext cx="2199600" cy="668400"/>
            </a:xfrm>
            <a:prstGeom prst="roundRect">
              <a:avLst>
                <a:gd name="adj" fmla="val 14231"/>
              </a:avLst>
            </a:prstGeom>
            <a:solidFill>
              <a:srgbClr val="DDC0AD"/>
            </a:solidFill>
            <a:ln>
              <a:noFill/>
            </a:ln>
          </p:spPr>
          <p:txBody>
            <a:bodyPr spcFirstLastPara="1" wrap="square" lIns="91425" tIns="91425" rIns="91425" bIns="9125" anchor="ctr" anchorCtr="0">
              <a:noAutofit/>
            </a:bodyPr>
            <a:lstStyle/>
            <a:p>
              <a:pPr marL="0" marR="0" lvl="0" indent="0" algn="l" rtl="0">
                <a:lnSpc>
                  <a:spcPct val="80000"/>
                </a:lnSpc>
                <a:spcBef>
                  <a:spcPts val="0"/>
                </a:spcBef>
                <a:spcAft>
                  <a:spcPts val="0"/>
                </a:spcAft>
                <a:buNone/>
              </a:pPr>
              <a:r>
                <a:rPr lang="en" sz="4000" b="1" dirty="0">
                  <a:solidFill>
                    <a:srgbClr val="AA6D34"/>
                  </a:solidFill>
                  <a:latin typeface="DM Sans ExtraBold"/>
                  <a:ea typeface="DM Sans ExtraBold"/>
                  <a:cs typeface="DM Sans ExtraBold"/>
                  <a:sym typeface="DM Sans ExtraBold"/>
                </a:rPr>
                <a:t>52%</a:t>
              </a:r>
              <a:endParaRPr sz="4000" b="1" dirty="0">
                <a:solidFill>
                  <a:srgbClr val="AA6D34"/>
                </a:solidFill>
                <a:latin typeface="DM Sans ExtraBold"/>
                <a:ea typeface="DM Sans ExtraBold"/>
                <a:cs typeface="DM Sans ExtraBold"/>
                <a:sym typeface="DM Sans ExtraBold"/>
              </a:endParaRPr>
            </a:p>
          </p:txBody>
        </p:sp>
        <p:sp>
          <p:nvSpPr>
            <p:cNvPr id="1348" name="Google Shape;1348;p52"/>
            <p:cNvSpPr txBox="1"/>
            <p:nvPr/>
          </p:nvSpPr>
          <p:spPr>
            <a:xfrm>
              <a:off x="3511502" y="1989326"/>
              <a:ext cx="2120700" cy="107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00">
                  <a:solidFill>
                    <a:srgbClr val="A47FA7"/>
                  </a:solidFill>
                  <a:latin typeface="Inter SemiBold"/>
                  <a:ea typeface="Inter SemiBold"/>
                  <a:cs typeface="Inter SemiBold"/>
                  <a:sym typeface="Inter SemiBold"/>
                </a:rPr>
                <a:t>PERCENTAGE OF ALL TASKS DONE</a:t>
              </a:r>
              <a:endParaRPr sz="700">
                <a:solidFill>
                  <a:srgbClr val="A47FA7"/>
                </a:solidFill>
                <a:latin typeface="Inter SemiBold"/>
                <a:ea typeface="Inter SemiBold"/>
                <a:cs typeface="Inter SemiBold"/>
                <a:sym typeface="Inter SemiBold"/>
              </a:endParaRPr>
            </a:p>
          </p:txBody>
        </p:sp>
        <p:sp>
          <p:nvSpPr>
            <p:cNvPr id="1349" name="Google Shape;1349;p52"/>
            <p:cNvSpPr/>
            <p:nvPr/>
          </p:nvSpPr>
          <p:spPr>
            <a:xfrm>
              <a:off x="4980442" y="2217751"/>
              <a:ext cx="533100" cy="533100"/>
            </a:xfrm>
            <a:prstGeom prst="ellipse">
              <a:avLst/>
            </a:prstGeom>
            <a:solidFill>
              <a:srgbClr val="F2E1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DM Sans"/>
                <a:ea typeface="DM Sans"/>
                <a:cs typeface="DM Sans"/>
                <a:sym typeface="DM Sans"/>
              </a:endParaRPr>
            </a:p>
          </p:txBody>
        </p:sp>
        <p:sp>
          <p:nvSpPr>
            <p:cNvPr id="1350" name="Google Shape;1350;p52"/>
            <p:cNvSpPr/>
            <p:nvPr/>
          </p:nvSpPr>
          <p:spPr>
            <a:xfrm>
              <a:off x="4980426" y="2217760"/>
              <a:ext cx="533100" cy="533100"/>
            </a:xfrm>
            <a:prstGeom prst="arc">
              <a:avLst>
                <a:gd name="adj1" fmla="val 16262153"/>
                <a:gd name="adj2" fmla="val 6206242"/>
              </a:avLst>
            </a:prstGeom>
            <a:solidFill>
              <a:srgbClr val="AA6D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DM Sans"/>
                <a:ea typeface="DM Sans"/>
                <a:cs typeface="DM Sans"/>
                <a:sym typeface="DM Sans"/>
              </a:endParaRPr>
            </a:p>
          </p:txBody>
        </p:sp>
        <p:sp>
          <p:nvSpPr>
            <p:cNvPr id="1351" name="Google Shape;1351;p52"/>
            <p:cNvSpPr/>
            <p:nvPr/>
          </p:nvSpPr>
          <p:spPr>
            <a:xfrm>
              <a:off x="3471981" y="3113805"/>
              <a:ext cx="2199600" cy="668400"/>
            </a:xfrm>
            <a:prstGeom prst="roundRect">
              <a:avLst>
                <a:gd name="adj" fmla="val 14231"/>
              </a:avLst>
            </a:prstGeom>
            <a:solidFill>
              <a:srgbClr val="DDC0AD"/>
            </a:solidFill>
            <a:ln>
              <a:noFill/>
            </a:ln>
          </p:spPr>
          <p:txBody>
            <a:bodyPr spcFirstLastPara="1" wrap="square" lIns="91425" tIns="91425" rIns="91425" bIns="9125" anchor="ctr" anchorCtr="0">
              <a:noAutofit/>
            </a:bodyPr>
            <a:lstStyle/>
            <a:p>
              <a:pPr marL="0" lvl="0" indent="0" algn="l" rtl="0">
                <a:lnSpc>
                  <a:spcPct val="80000"/>
                </a:lnSpc>
                <a:spcBef>
                  <a:spcPts val="0"/>
                </a:spcBef>
                <a:spcAft>
                  <a:spcPts val="0"/>
                </a:spcAft>
                <a:buNone/>
              </a:pPr>
              <a:r>
                <a:rPr lang="en" sz="4000" b="1" dirty="0">
                  <a:solidFill>
                    <a:srgbClr val="707BA8"/>
                  </a:solidFill>
                  <a:latin typeface="DM Sans ExtraBold"/>
                  <a:ea typeface="DM Sans ExtraBold"/>
                  <a:cs typeface="DM Sans ExtraBold"/>
                  <a:sym typeface="DM Sans ExtraBold"/>
                </a:rPr>
                <a:t>21 Days</a:t>
              </a:r>
              <a:endParaRPr sz="4000" b="1" dirty="0">
                <a:solidFill>
                  <a:srgbClr val="707BA8"/>
                </a:solidFill>
                <a:latin typeface="DM Sans ExtraBold"/>
                <a:ea typeface="DM Sans ExtraBold"/>
                <a:cs typeface="DM Sans ExtraBold"/>
                <a:sym typeface="DM Sans ExtraBold"/>
              </a:endParaRPr>
            </a:p>
          </p:txBody>
        </p:sp>
        <p:sp>
          <p:nvSpPr>
            <p:cNvPr id="1352" name="Google Shape;1352;p52"/>
            <p:cNvSpPr txBox="1"/>
            <p:nvPr/>
          </p:nvSpPr>
          <p:spPr>
            <a:xfrm>
              <a:off x="3511502" y="2951338"/>
              <a:ext cx="2120700" cy="107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00">
                  <a:solidFill>
                    <a:srgbClr val="707BA8"/>
                  </a:solidFill>
                  <a:latin typeface="Inter SemiBold"/>
                  <a:ea typeface="Inter SemiBold"/>
                  <a:cs typeface="Inter SemiBold"/>
                  <a:sym typeface="Inter SemiBold"/>
                </a:rPr>
                <a:t>TIME LEFT</a:t>
              </a:r>
              <a:endParaRPr sz="700">
                <a:solidFill>
                  <a:srgbClr val="707BA8"/>
                </a:solidFill>
                <a:latin typeface="Inter SemiBold"/>
                <a:ea typeface="Inter SemiBold"/>
                <a:cs typeface="Inter SemiBold"/>
                <a:sym typeface="Inter SemiBold"/>
              </a:endParaRPr>
            </a:p>
          </p:txBody>
        </p:sp>
      </p:grpSp>
      <p:grpSp>
        <p:nvGrpSpPr>
          <p:cNvPr id="1353" name="Google Shape;1353;p52"/>
          <p:cNvGrpSpPr/>
          <p:nvPr/>
        </p:nvGrpSpPr>
        <p:grpSpPr>
          <a:xfrm>
            <a:off x="3520498" y="-1599344"/>
            <a:ext cx="2809989" cy="6064343"/>
            <a:chOff x="2795550" y="228600"/>
            <a:chExt cx="3552900" cy="4686300"/>
          </a:xfrm>
          <a:solidFill>
            <a:srgbClr val="707BA8"/>
          </a:solidFill>
        </p:grpSpPr>
        <p:sp>
          <p:nvSpPr>
            <p:cNvPr id="1354" name="Google Shape;1354;p52"/>
            <p:cNvSpPr/>
            <p:nvPr/>
          </p:nvSpPr>
          <p:spPr>
            <a:xfrm>
              <a:off x="2795550" y="228600"/>
              <a:ext cx="3552900" cy="4686300"/>
            </a:xfrm>
            <a:prstGeom prst="roundRect">
              <a:avLst>
                <a:gd name="adj" fmla="val 6261"/>
              </a:avLst>
            </a:prstGeom>
            <a:grpFill/>
            <a:ln>
              <a:noFill/>
            </a:ln>
          </p:spPr>
          <p:txBody>
            <a:bodyPr spcFirstLastPara="1" wrap="square" lIns="67325" tIns="67325" rIns="67325" bIns="67325" anchor="ctr" anchorCtr="0">
              <a:noAutofit/>
            </a:bodyPr>
            <a:lstStyle/>
            <a:p>
              <a:pPr marL="0" lvl="0" indent="0" algn="ctr" rtl="0">
                <a:spcBef>
                  <a:spcPts val="0"/>
                </a:spcBef>
                <a:spcAft>
                  <a:spcPts val="0"/>
                </a:spcAft>
                <a:buNone/>
              </a:pPr>
              <a:endParaRPr sz="1031">
                <a:latin typeface="Space Grotesk"/>
                <a:ea typeface="Space Grotesk"/>
                <a:cs typeface="Space Grotesk"/>
                <a:sym typeface="Space Grotesk"/>
              </a:endParaRPr>
            </a:p>
          </p:txBody>
        </p:sp>
        <p:sp>
          <p:nvSpPr>
            <p:cNvPr id="1355" name="Google Shape;1355;p52"/>
            <p:cNvSpPr txBox="1"/>
            <p:nvPr/>
          </p:nvSpPr>
          <p:spPr>
            <a:xfrm>
              <a:off x="3163519" y="827852"/>
              <a:ext cx="2817000" cy="3819900"/>
            </a:xfrm>
            <a:prstGeom prst="rect">
              <a:avLst/>
            </a:prstGeom>
            <a:grpFill/>
            <a:ln>
              <a:noFill/>
            </a:ln>
          </p:spPr>
          <p:txBody>
            <a:bodyPr spcFirstLastPara="1" wrap="square" lIns="0" tIns="0" rIns="0" bIns="0" anchor="t" anchorCtr="0">
              <a:noAutofit/>
            </a:bodyPr>
            <a:lstStyle/>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Implement restaurant/admin dashboard APIs</a:t>
              </a:r>
              <a:endParaRPr sz="1325">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Create notification system for order updates</a:t>
              </a:r>
              <a:endParaRPr sz="1325">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Add API rate limiting and security validation</a:t>
              </a:r>
              <a:endParaRPr sz="1325">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Test API endpoints and fix response errors</a:t>
              </a:r>
              <a:endParaRPr sz="1325">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Write API documentation for frontend integration</a:t>
              </a:r>
              <a:endParaRPr sz="1325">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a:solidFill>
                    <a:srgbClr val="FFFCE9"/>
                  </a:solidFill>
                  <a:latin typeface="Space Grotesk"/>
                  <a:ea typeface="Space Grotesk"/>
                  <a:cs typeface="Space Grotesk"/>
                  <a:sym typeface="Space Grotesk"/>
                </a:rPr>
                <a:t>☐ Optimize database queries for faster response times </a:t>
              </a:r>
              <a:endParaRPr sz="1325">
                <a:solidFill>
                  <a:srgbClr val="FFFCE9"/>
                </a:solidFill>
                <a:latin typeface="Space Grotesk"/>
                <a:ea typeface="Space Grotesk"/>
                <a:cs typeface="Space Grotesk"/>
                <a:sym typeface="Space Grotesk"/>
              </a:endParaRPr>
            </a:p>
          </p:txBody>
        </p:sp>
        <p:sp>
          <p:nvSpPr>
            <p:cNvPr id="1356" name="Google Shape;1356;p52"/>
            <p:cNvSpPr txBox="1"/>
            <p:nvPr/>
          </p:nvSpPr>
          <p:spPr>
            <a:xfrm>
              <a:off x="3163519" y="228603"/>
              <a:ext cx="2817000" cy="681300"/>
            </a:xfrm>
            <a:prstGeom prst="rect">
              <a:avLst/>
            </a:prstGeom>
            <a:grpFill/>
            <a:ln>
              <a:noFill/>
            </a:ln>
          </p:spPr>
          <p:txBody>
            <a:bodyPr spcFirstLastPara="1" wrap="square" lIns="0" tIns="0" rIns="0" bIns="0" anchor="ctr" anchorCtr="0">
              <a:noAutofit/>
            </a:bodyPr>
            <a:lstStyle/>
            <a:p>
              <a:pPr marL="0" lvl="0" indent="0" algn="l" rtl="0">
                <a:lnSpc>
                  <a:spcPct val="80000"/>
                </a:lnSpc>
                <a:spcBef>
                  <a:spcPts val="0"/>
                </a:spcBef>
                <a:spcAft>
                  <a:spcPts val="0"/>
                </a:spcAft>
                <a:buNone/>
              </a:pPr>
              <a:r>
                <a:rPr lang="en" sz="2650" b="1">
                  <a:solidFill>
                    <a:srgbClr val="FFFCE9"/>
                  </a:solidFill>
                  <a:latin typeface="Space Grotesk"/>
                  <a:ea typeface="Space Grotesk"/>
                  <a:cs typeface="Space Grotesk"/>
                  <a:sym typeface="Space Grotesk"/>
                </a:rPr>
                <a:t>Tasks</a:t>
              </a:r>
              <a:endParaRPr sz="2650" b="1">
                <a:solidFill>
                  <a:srgbClr val="FFFCE9"/>
                </a:solidFill>
                <a:latin typeface="Space Grotesk"/>
                <a:ea typeface="Space Grotesk"/>
                <a:cs typeface="Space Grotesk"/>
                <a:sym typeface="Space Grotesk"/>
              </a:endParaRPr>
            </a:p>
          </p:txBody>
        </p:sp>
      </p:grpSp>
      <p:sp>
        <p:nvSpPr>
          <p:cNvPr id="1359" name="Google Shape;1359;p52"/>
          <p:cNvSpPr/>
          <p:nvPr/>
        </p:nvSpPr>
        <p:spPr>
          <a:xfrm>
            <a:off x="3819075" y="3027946"/>
            <a:ext cx="2199600" cy="536400"/>
          </a:xfrm>
          <a:prstGeom prst="roundRect">
            <a:avLst>
              <a:gd name="adj" fmla="val 16667"/>
            </a:avLst>
          </a:prstGeom>
          <a:solidFill>
            <a:srgbClr val="EBE6D6"/>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i="1">
                <a:latin typeface="Work Sans"/>
                <a:ea typeface="Work Sans"/>
                <a:cs typeface="Work Sans"/>
                <a:sym typeface="Work Sans"/>
              </a:rPr>
              <a:t>Enter a new task…</a:t>
            </a:r>
            <a:endParaRPr i="1">
              <a:latin typeface="Work Sans"/>
              <a:ea typeface="Work Sans"/>
              <a:cs typeface="Work Sans"/>
              <a:sym typeface="Work Sans"/>
            </a:endParaRPr>
          </a:p>
        </p:txBody>
      </p:sp>
      <p:sp>
        <p:nvSpPr>
          <p:cNvPr id="1360" name="Google Shape;1360;p52"/>
          <p:cNvSpPr/>
          <p:nvPr/>
        </p:nvSpPr>
        <p:spPr>
          <a:xfrm>
            <a:off x="4247938" y="3736883"/>
            <a:ext cx="1355100" cy="396300"/>
          </a:xfrm>
          <a:prstGeom prst="roundRect">
            <a:avLst>
              <a:gd name="adj" fmla="val 16667"/>
            </a:avLst>
          </a:prstGeom>
          <a:solidFill>
            <a:srgbClr val="FFCA3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F8FAFD"/>
                </a:solidFill>
                <a:latin typeface="Days One"/>
                <a:ea typeface="Days One"/>
                <a:cs typeface="Days One"/>
                <a:sym typeface="Days One"/>
              </a:rPr>
              <a:t>Add Task</a:t>
            </a:r>
            <a:endParaRPr dirty="0">
              <a:solidFill>
                <a:srgbClr val="F8FAFD"/>
              </a:solidFill>
              <a:latin typeface="Days One"/>
              <a:ea typeface="Days One"/>
              <a:cs typeface="Days One"/>
              <a:sym typeface="Days One"/>
            </a:endParaRPr>
          </a:p>
        </p:txBody>
      </p:sp>
      <p:grpSp>
        <p:nvGrpSpPr>
          <p:cNvPr id="1361" name="Google Shape;1361;p52"/>
          <p:cNvGrpSpPr/>
          <p:nvPr/>
        </p:nvGrpSpPr>
        <p:grpSpPr>
          <a:xfrm>
            <a:off x="235725" y="1916203"/>
            <a:ext cx="2810100" cy="2759873"/>
            <a:chOff x="256125" y="1681437"/>
            <a:chExt cx="2810100" cy="2867400"/>
          </a:xfrm>
        </p:grpSpPr>
        <p:sp>
          <p:nvSpPr>
            <p:cNvPr id="1362" name="Google Shape;1362;p52"/>
            <p:cNvSpPr/>
            <p:nvPr/>
          </p:nvSpPr>
          <p:spPr>
            <a:xfrm>
              <a:off x="256125" y="1681437"/>
              <a:ext cx="2810100" cy="2867400"/>
            </a:xfrm>
            <a:prstGeom prst="roundRect">
              <a:avLst>
                <a:gd name="adj" fmla="val 8497"/>
              </a:avLst>
            </a:prstGeom>
            <a:solidFill>
              <a:srgbClr val="DDC0AD"/>
            </a:solidFill>
            <a:ln>
              <a:noFill/>
            </a:ln>
          </p:spPr>
          <p:txBody>
            <a:bodyPr spcFirstLastPara="1" wrap="square" lIns="112900" tIns="112900" rIns="112900" bIns="112900" anchor="ctr" anchorCtr="0">
              <a:noAutofit/>
            </a:bodyPr>
            <a:lstStyle/>
            <a:p>
              <a:pPr marL="0" lvl="0" indent="0" algn="ctr" rtl="0">
                <a:spcBef>
                  <a:spcPts val="0"/>
                </a:spcBef>
                <a:spcAft>
                  <a:spcPts val="0"/>
                </a:spcAft>
                <a:buNone/>
              </a:pPr>
              <a:endParaRPr sz="1729">
                <a:latin typeface="Nunito Sans"/>
                <a:ea typeface="Nunito Sans"/>
                <a:cs typeface="Nunito Sans"/>
                <a:sym typeface="Nunito Sans"/>
              </a:endParaRPr>
            </a:p>
          </p:txBody>
        </p:sp>
        <p:pic>
          <p:nvPicPr>
            <p:cNvPr id="1363" name="Google Shape;1363;p52" descr="Portrait of a woman standing outdoors while posing with her hands on her waist. "/>
            <p:cNvPicPr preferRelativeResize="0"/>
            <p:nvPr/>
          </p:nvPicPr>
          <p:blipFill rotWithShape="1">
            <a:blip r:embed="rId3">
              <a:alphaModFix/>
            </a:blip>
            <a:srcRect l="22201" r="23742" b="18851"/>
            <a:stretch/>
          </p:blipFill>
          <p:spPr>
            <a:xfrm>
              <a:off x="702707" y="3370897"/>
              <a:ext cx="395400" cy="395400"/>
            </a:xfrm>
            <a:prstGeom prst="ellipse">
              <a:avLst/>
            </a:prstGeom>
            <a:noFill/>
            <a:ln w="23525" cap="flat" cmpd="sng">
              <a:solidFill>
                <a:srgbClr val="006C80"/>
              </a:solidFill>
              <a:prstDash val="solid"/>
              <a:round/>
              <a:headEnd type="none" w="sm" len="sm"/>
              <a:tailEnd type="none" w="sm" len="sm"/>
            </a:ln>
          </p:spPr>
        </p:pic>
        <p:sp>
          <p:nvSpPr>
            <p:cNvPr id="1364" name="Google Shape;1364;p52"/>
            <p:cNvSpPr txBox="1"/>
            <p:nvPr/>
          </p:nvSpPr>
          <p:spPr>
            <a:xfrm>
              <a:off x="588750" y="2006564"/>
              <a:ext cx="2086200" cy="536400"/>
            </a:xfrm>
            <a:prstGeom prst="rect">
              <a:avLst/>
            </a:prstGeom>
            <a:noFill/>
            <a:ln>
              <a:noFill/>
            </a:ln>
          </p:spPr>
          <p:txBody>
            <a:bodyPr spcFirstLastPara="1" wrap="square" lIns="112900" tIns="112900" rIns="112900" bIns="112900" anchor="t" anchorCtr="0">
              <a:noAutofit/>
            </a:bodyPr>
            <a:lstStyle/>
            <a:p>
              <a:pPr marL="0" lvl="0" indent="0" algn="l" rtl="0">
                <a:lnSpc>
                  <a:spcPct val="80000"/>
                </a:lnSpc>
                <a:spcBef>
                  <a:spcPts val="0"/>
                </a:spcBef>
                <a:spcAft>
                  <a:spcPts val="0"/>
                </a:spcAft>
                <a:buSzPts val="1256"/>
                <a:buNone/>
              </a:pPr>
              <a:r>
                <a:rPr lang="en" sz="1942">
                  <a:solidFill>
                    <a:srgbClr val="FFFFFF"/>
                  </a:solidFill>
                  <a:latin typeface="Nunito Sans Black"/>
                  <a:ea typeface="Nunito Sans Black"/>
                  <a:cs typeface="Nunito Sans Black"/>
                  <a:sym typeface="Nunito Sans Black"/>
                </a:rPr>
                <a:t>Web Dev Team</a:t>
              </a:r>
              <a:endParaRPr sz="1942">
                <a:solidFill>
                  <a:srgbClr val="FFFFFF"/>
                </a:solidFill>
                <a:latin typeface="Nunito Sans Black"/>
                <a:ea typeface="Nunito Sans Black"/>
                <a:cs typeface="Nunito Sans Black"/>
                <a:sym typeface="Nunito Sans Black"/>
              </a:endParaRPr>
            </a:p>
          </p:txBody>
        </p:sp>
        <p:pic>
          <p:nvPicPr>
            <p:cNvPr id="1365" name="Google Shape;1365;p52" descr="A therapist smiles and sits with her legs crossed on a modern chair while taking notes on a clipboard. "/>
            <p:cNvPicPr preferRelativeResize="0"/>
            <p:nvPr/>
          </p:nvPicPr>
          <p:blipFill rotWithShape="1">
            <a:blip r:embed="rId4">
              <a:alphaModFix/>
            </a:blip>
            <a:srcRect l="22650" t="16117" r="30514" b="52666"/>
            <a:stretch/>
          </p:blipFill>
          <p:spPr>
            <a:xfrm>
              <a:off x="702707" y="3842538"/>
              <a:ext cx="395400" cy="395400"/>
            </a:xfrm>
            <a:prstGeom prst="ellipse">
              <a:avLst/>
            </a:prstGeom>
            <a:noFill/>
            <a:ln w="23525" cap="flat" cmpd="sng">
              <a:solidFill>
                <a:srgbClr val="006C80"/>
              </a:solidFill>
              <a:prstDash val="solid"/>
              <a:round/>
              <a:headEnd type="none" w="sm" len="sm"/>
              <a:tailEnd type="none" w="sm" len="sm"/>
            </a:ln>
          </p:spPr>
        </p:pic>
        <p:pic>
          <p:nvPicPr>
            <p:cNvPr id="1366" name="Google Shape;1366;p52" descr="A man with a blue shirt poses for the camera. "/>
            <p:cNvPicPr preferRelativeResize="0"/>
            <p:nvPr/>
          </p:nvPicPr>
          <p:blipFill rotWithShape="1">
            <a:blip r:embed="rId5">
              <a:alphaModFix/>
            </a:blip>
            <a:srcRect l="27883" t="15851" r="28618" b="55156"/>
            <a:stretch/>
          </p:blipFill>
          <p:spPr>
            <a:xfrm>
              <a:off x="1068428" y="3370897"/>
              <a:ext cx="395400" cy="395400"/>
            </a:xfrm>
            <a:prstGeom prst="ellipse">
              <a:avLst/>
            </a:prstGeom>
            <a:noFill/>
            <a:ln w="23525" cap="flat" cmpd="sng">
              <a:solidFill>
                <a:srgbClr val="006C80"/>
              </a:solidFill>
              <a:prstDash val="solid"/>
              <a:round/>
              <a:headEnd type="none" w="sm" len="sm"/>
              <a:tailEnd type="none" w="sm" len="sm"/>
            </a:ln>
          </p:spPr>
        </p:pic>
        <p:pic>
          <p:nvPicPr>
            <p:cNvPr id="1367" name="Google Shape;1367;p52" descr="A man wearing a hoodie is standing and smiling in a city park. "/>
            <p:cNvPicPr preferRelativeResize="0"/>
            <p:nvPr/>
          </p:nvPicPr>
          <p:blipFill rotWithShape="1">
            <a:blip r:embed="rId6">
              <a:alphaModFix/>
            </a:blip>
            <a:srcRect l="19461" r="13890"/>
            <a:stretch/>
          </p:blipFill>
          <p:spPr>
            <a:xfrm>
              <a:off x="1434149" y="3370897"/>
              <a:ext cx="395400" cy="395400"/>
            </a:xfrm>
            <a:prstGeom prst="ellipse">
              <a:avLst/>
            </a:prstGeom>
            <a:noFill/>
            <a:ln w="23525" cap="flat" cmpd="sng">
              <a:solidFill>
                <a:srgbClr val="006C80"/>
              </a:solidFill>
              <a:prstDash val="solid"/>
              <a:round/>
              <a:headEnd type="none" w="sm" len="sm"/>
              <a:tailEnd type="none" w="sm" len="sm"/>
            </a:ln>
          </p:spPr>
        </p:pic>
        <p:pic>
          <p:nvPicPr>
            <p:cNvPr id="1368" name="Google Shape;1368;p52" descr="A man wearing a blue shirt sits on a sofa chair while using his smartphone."/>
            <p:cNvPicPr preferRelativeResize="0"/>
            <p:nvPr/>
          </p:nvPicPr>
          <p:blipFill rotWithShape="1">
            <a:blip r:embed="rId7">
              <a:alphaModFix/>
            </a:blip>
            <a:srcRect l="28091" r="34197" b="35471"/>
            <a:stretch/>
          </p:blipFill>
          <p:spPr>
            <a:xfrm>
              <a:off x="1801340" y="3370897"/>
              <a:ext cx="395400" cy="395400"/>
            </a:xfrm>
            <a:prstGeom prst="ellipse">
              <a:avLst/>
            </a:prstGeom>
            <a:noFill/>
            <a:ln w="23525" cap="flat" cmpd="sng">
              <a:solidFill>
                <a:srgbClr val="006C80"/>
              </a:solidFill>
              <a:prstDash val="solid"/>
              <a:round/>
              <a:headEnd type="none" w="sm" len="sm"/>
              <a:tailEnd type="none" w="sm" len="sm"/>
            </a:ln>
          </p:spPr>
        </p:pic>
        <p:pic>
          <p:nvPicPr>
            <p:cNvPr id="1369" name="Google Shape;1369;p52" descr="A tourist takes a vacation photo in a Korean village. "/>
            <p:cNvPicPr preferRelativeResize="0"/>
            <p:nvPr/>
          </p:nvPicPr>
          <p:blipFill rotWithShape="1">
            <a:blip r:embed="rId8">
              <a:alphaModFix/>
            </a:blip>
            <a:srcRect l="46456" t="33511" r="36011" b="40183"/>
            <a:stretch/>
          </p:blipFill>
          <p:spPr>
            <a:xfrm>
              <a:off x="2168554" y="3370897"/>
              <a:ext cx="395400" cy="395400"/>
            </a:xfrm>
            <a:prstGeom prst="ellipse">
              <a:avLst/>
            </a:prstGeom>
            <a:noFill/>
            <a:ln w="23525" cap="flat" cmpd="sng">
              <a:solidFill>
                <a:srgbClr val="006C80"/>
              </a:solidFill>
              <a:prstDash val="solid"/>
              <a:round/>
              <a:headEnd type="none" w="sm" len="sm"/>
              <a:tailEnd type="none" w="sm" len="sm"/>
            </a:ln>
          </p:spPr>
        </p:pic>
        <p:pic>
          <p:nvPicPr>
            <p:cNvPr id="1370" name="Google Shape;1370;p52" descr="A smiling woman stands outdoors while wearing a pink dress. "/>
            <p:cNvPicPr preferRelativeResize="0"/>
            <p:nvPr/>
          </p:nvPicPr>
          <p:blipFill rotWithShape="1">
            <a:blip r:embed="rId9">
              <a:alphaModFix/>
            </a:blip>
            <a:srcRect l="37890" t="3171" r="14300" b="25093"/>
            <a:stretch/>
          </p:blipFill>
          <p:spPr>
            <a:xfrm>
              <a:off x="1068428" y="3842538"/>
              <a:ext cx="395400" cy="395400"/>
            </a:xfrm>
            <a:prstGeom prst="ellipse">
              <a:avLst/>
            </a:prstGeom>
            <a:noFill/>
            <a:ln w="23525" cap="flat" cmpd="sng">
              <a:solidFill>
                <a:srgbClr val="006C80"/>
              </a:solidFill>
              <a:prstDash val="solid"/>
              <a:round/>
              <a:headEnd type="none" w="sm" len="sm"/>
              <a:tailEnd type="none" w="sm" len="sm"/>
            </a:ln>
          </p:spPr>
        </p:pic>
        <p:pic>
          <p:nvPicPr>
            <p:cNvPr id="1371" name="Google Shape;1371;p52" descr="Portrait of a businesswoman using her tablet and standing against a bright yellow wall. "/>
            <p:cNvPicPr preferRelativeResize="0"/>
            <p:nvPr/>
          </p:nvPicPr>
          <p:blipFill rotWithShape="1">
            <a:blip r:embed="rId10">
              <a:alphaModFix/>
            </a:blip>
            <a:srcRect l="33013" t="10851" r="35639" b="42115"/>
            <a:stretch/>
          </p:blipFill>
          <p:spPr>
            <a:xfrm>
              <a:off x="1434149" y="3842538"/>
              <a:ext cx="395400" cy="395400"/>
            </a:xfrm>
            <a:prstGeom prst="ellipse">
              <a:avLst/>
            </a:prstGeom>
            <a:noFill/>
            <a:ln w="23525" cap="flat" cmpd="sng">
              <a:solidFill>
                <a:srgbClr val="006C80"/>
              </a:solidFill>
              <a:prstDash val="solid"/>
              <a:round/>
              <a:headEnd type="none" w="sm" len="sm"/>
              <a:tailEnd type="none" w="sm" len="sm"/>
            </a:ln>
          </p:spPr>
        </p:pic>
        <p:pic>
          <p:nvPicPr>
            <p:cNvPr id="1372" name="Google Shape;1372;p52" descr="A man with a green shirt and khaki pants sits down on a beach. "/>
            <p:cNvPicPr preferRelativeResize="0"/>
            <p:nvPr/>
          </p:nvPicPr>
          <p:blipFill rotWithShape="1">
            <a:blip r:embed="rId11">
              <a:alphaModFix/>
            </a:blip>
            <a:srcRect l="23150" t="15433" r="15654" b="43630"/>
            <a:stretch/>
          </p:blipFill>
          <p:spPr>
            <a:xfrm>
              <a:off x="1801340" y="3842538"/>
              <a:ext cx="395400" cy="395400"/>
            </a:xfrm>
            <a:prstGeom prst="ellipse">
              <a:avLst/>
            </a:prstGeom>
            <a:noFill/>
            <a:ln w="23525" cap="flat" cmpd="sng">
              <a:solidFill>
                <a:srgbClr val="006C80"/>
              </a:solidFill>
              <a:prstDash val="solid"/>
              <a:round/>
              <a:headEnd type="none" w="sm" len="sm"/>
              <a:tailEnd type="none" w="sm" len="sm"/>
            </a:ln>
          </p:spPr>
        </p:pic>
        <p:pic>
          <p:nvPicPr>
            <p:cNvPr id="1373" name="Google Shape;1373;p52" descr="A smiling man with a gray shirt. "/>
            <p:cNvPicPr preferRelativeResize="0"/>
            <p:nvPr/>
          </p:nvPicPr>
          <p:blipFill rotWithShape="1">
            <a:blip r:embed="rId12">
              <a:alphaModFix/>
            </a:blip>
            <a:srcRect b="24953"/>
            <a:stretch/>
          </p:blipFill>
          <p:spPr>
            <a:xfrm>
              <a:off x="2168554" y="3842538"/>
              <a:ext cx="395400" cy="395400"/>
            </a:xfrm>
            <a:prstGeom prst="ellipse">
              <a:avLst/>
            </a:prstGeom>
            <a:noFill/>
            <a:ln w="23525" cap="flat" cmpd="sng">
              <a:solidFill>
                <a:srgbClr val="006C80"/>
              </a:solidFill>
              <a:prstDash val="solid"/>
              <a:round/>
              <a:headEnd type="none" w="sm" len="sm"/>
              <a:tailEnd type="none" w="sm" len="sm"/>
            </a:ln>
          </p:spPr>
        </p:pic>
        <p:sp>
          <p:nvSpPr>
            <p:cNvPr id="1374" name="Google Shape;1374;p52"/>
            <p:cNvSpPr txBox="1"/>
            <p:nvPr/>
          </p:nvSpPr>
          <p:spPr>
            <a:xfrm>
              <a:off x="344025" y="2458888"/>
              <a:ext cx="2634300" cy="83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1"/>
                  </a:solidFill>
                  <a:latin typeface="Martian Mono"/>
                  <a:ea typeface="Martian Mono"/>
                  <a:cs typeface="Martian Mono"/>
                  <a:sym typeface="Martian Mono"/>
                </a:rPr>
                <a:t>Lead: Sheldon Cooper</a:t>
              </a:r>
              <a:endParaRPr sz="1300">
                <a:solidFill>
                  <a:schemeClr val="accent1"/>
                </a:solidFill>
                <a:latin typeface="Martian Mono"/>
                <a:ea typeface="Martian Mono"/>
                <a:cs typeface="Martian Mono"/>
                <a:sym typeface="Martian Mono"/>
              </a:endParaRPr>
            </a:p>
            <a:p>
              <a:pPr marL="0" lvl="0" indent="0" algn="l" rtl="0">
                <a:spcBef>
                  <a:spcPts val="0"/>
                </a:spcBef>
                <a:spcAft>
                  <a:spcPts val="0"/>
                </a:spcAft>
                <a:buNone/>
              </a:pPr>
              <a:endParaRPr sz="1300">
                <a:solidFill>
                  <a:schemeClr val="accent1"/>
                </a:solidFill>
                <a:latin typeface="Martian Mono"/>
                <a:ea typeface="Martian Mono"/>
                <a:cs typeface="Martian Mono"/>
                <a:sym typeface="Martian Mono"/>
              </a:endParaRPr>
            </a:p>
            <a:p>
              <a:pPr marL="0" lvl="0" indent="0" algn="l" rtl="0">
                <a:spcBef>
                  <a:spcPts val="0"/>
                </a:spcBef>
                <a:spcAft>
                  <a:spcPts val="0"/>
                </a:spcAft>
                <a:buNone/>
              </a:pPr>
              <a:r>
                <a:rPr lang="en" sz="1300">
                  <a:solidFill>
                    <a:schemeClr val="accent1"/>
                  </a:solidFill>
                  <a:latin typeface="Martian Mono"/>
                  <a:ea typeface="Martian Mono"/>
                  <a:cs typeface="Martian Mono"/>
                  <a:sym typeface="Martian Mono"/>
                </a:rPr>
                <a:t>sheldon@spock.com</a:t>
              </a:r>
              <a:endParaRPr sz="1300">
                <a:solidFill>
                  <a:schemeClr val="accent1"/>
                </a:solidFill>
                <a:latin typeface="Martian Mono"/>
                <a:ea typeface="Martian Mono"/>
                <a:cs typeface="Martian Mono"/>
                <a:sym typeface="Martian Mono"/>
              </a:endParaRPr>
            </a:p>
          </p:txBody>
        </p:sp>
      </p:grpSp>
      <p:sp>
        <p:nvSpPr>
          <p:cNvPr id="1375" name="Google Shape;1375;p52"/>
          <p:cNvSpPr/>
          <p:nvPr/>
        </p:nvSpPr>
        <p:spPr>
          <a:xfrm>
            <a:off x="6528825" y="3565900"/>
            <a:ext cx="2199600" cy="899100"/>
          </a:xfrm>
          <a:prstGeom prst="roundRect">
            <a:avLst>
              <a:gd name="adj" fmla="val 16667"/>
            </a:avLst>
          </a:prstGeom>
          <a:solidFill>
            <a:srgbClr val="FEC8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latin typeface="Days One" panose="020B0604020202020204" charset="0"/>
                <a:ea typeface="Alexandria"/>
                <a:cs typeface="Alexandria"/>
                <a:sym typeface="Alexandria"/>
              </a:rPr>
              <a:t>Download Client Specifications</a:t>
            </a:r>
            <a:endParaRPr sz="1600" dirty="0">
              <a:latin typeface="Days One" panose="020B0604020202020204" charset="0"/>
              <a:ea typeface="Alexandria"/>
              <a:cs typeface="Alexandria"/>
              <a:sym typeface="Alexandria"/>
            </a:endParaRPr>
          </a:p>
        </p:txBody>
      </p:sp>
      <p:sp>
        <p:nvSpPr>
          <p:cNvPr id="2" name="Google Shape;1232;p49">
            <a:extLst>
              <a:ext uri="{FF2B5EF4-FFF2-40B4-BE49-F238E27FC236}">
                <a16:creationId xmlns:a16="http://schemas.microsoft.com/office/drawing/2014/main" id="{9E1C1BB1-8BF0-7C83-4774-D18C8F5AFBC6}"/>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339" name="Google Shape;1339;p52"/>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My Department Screen</a:t>
            </a:r>
            <a:endParaRPr sz="1400" dirty="0">
              <a:solidFill>
                <a:srgbClr val="FFFFFF"/>
              </a:solidFill>
              <a:latin typeface="Work Sans"/>
              <a:ea typeface="Work Sans"/>
              <a:cs typeface="Work Sans"/>
              <a:sym typeface="Work Sans"/>
            </a:endParaRPr>
          </a:p>
        </p:txBody>
      </p:sp>
      <p:sp>
        <p:nvSpPr>
          <p:cNvPr id="3" name="Google Shape;1258;p49">
            <a:extLst>
              <a:ext uri="{FF2B5EF4-FFF2-40B4-BE49-F238E27FC236}">
                <a16:creationId xmlns:a16="http://schemas.microsoft.com/office/drawing/2014/main" id="{281970BD-915B-7D16-E875-D03F1C0731D9}"/>
              </a:ext>
            </a:extLst>
          </p:cNvPr>
          <p:cNvSpPr/>
          <p:nvPr/>
        </p:nvSpPr>
        <p:spPr>
          <a:xfrm rot="3599210">
            <a:off x="8903476" y="4794032"/>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843559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331">
          <a:extLst>
            <a:ext uri="{FF2B5EF4-FFF2-40B4-BE49-F238E27FC236}">
              <a16:creationId xmlns:a16="http://schemas.microsoft.com/office/drawing/2014/main" id="{28F65F06-26ED-00A5-85B0-24E5C4C26A59}"/>
            </a:ext>
          </a:extLst>
        </p:cNvPr>
        <p:cNvGrpSpPr/>
        <p:nvPr/>
      </p:nvGrpSpPr>
      <p:grpSpPr>
        <a:xfrm>
          <a:off x="0" y="0"/>
          <a:ext cx="0" cy="0"/>
          <a:chOff x="0" y="0"/>
          <a:chExt cx="0" cy="0"/>
        </a:xfrm>
      </p:grpSpPr>
      <p:grpSp>
        <p:nvGrpSpPr>
          <p:cNvPr id="1332" name="Google Shape;1332;p52">
            <a:extLst>
              <a:ext uri="{FF2B5EF4-FFF2-40B4-BE49-F238E27FC236}">
                <a16:creationId xmlns:a16="http://schemas.microsoft.com/office/drawing/2014/main" id="{4E77F958-321A-1714-DB65-E0218C2C8DD4}"/>
              </a:ext>
            </a:extLst>
          </p:cNvPr>
          <p:cNvGrpSpPr/>
          <p:nvPr/>
        </p:nvGrpSpPr>
        <p:grpSpPr>
          <a:xfrm>
            <a:off x="6528838" y="-2174894"/>
            <a:ext cx="2199600" cy="5529793"/>
            <a:chOff x="6534350" y="1872693"/>
            <a:chExt cx="2199600" cy="5301307"/>
          </a:xfrm>
        </p:grpSpPr>
        <p:sp>
          <p:nvSpPr>
            <p:cNvPr id="1333" name="Google Shape;1333;p52">
              <a:extLst>
                <a:ext uri="{FF2B5EF4-FFF2-40B4-BE49-F238E27FC236}">
                  <a16:creationId xmlns:a16="http://schemas.microsoft.com/office/drawing/2014/main" id="{31FB9233-88D4-72D1-2D6B-CBE8AED5F2ED}"/>
                </a:ext>
              </a:extLst>
            </p:cNvPr>
            <p:cNvSpPr/>
            <p:nvPr/>
          </p:nvSpPr>
          <p:spPr>
            <a:xfrm>
              <a:off x="6534350" y="1872700"/>
              <a:ext cx="2199600" cy="5301300"/>
            </a:xfrm>
            <a:prstGeom prst="roundRect">
              <a:avLst>
                <a:gd name="adj" fmla="val 6261"/>
              </a:avLst>
            </a:prstGeom>
            <a:solidFill>
              <a:srgbClr val="DDC0AD"/>
            </a:solidFill>
            <a:ln>
              <a:noFill/>
            </a:ln>
          </p:spPr>
          <p:txBody>
            <a:bodyPr spcFirstLastPara="1" wrap="square" lIns="67325" tIns="67325" rIns="67325" bIns="67325" anchor="ctr" anchorCtr="0">
              <a:noAutofit/>
            </a:bodyPr>
            <a:lstStyle/>
            <a:p>
              <a:pPr marL="0" lvl="0" indent="0" algn="ctr" rtl="0">
                <a:spcBef>
                  <a:spcPts val="0"/>
                </a:spcBef>
                <a:spcAft>
                  <a:spcPts val="0"/>
                </a:spcAft>
                <a:buNone/>
              </a:pPr>
              <a:endParaRPr sz="1031">
                <a:latin typeface="Space Grotesk"/>
                <a:ea typeface="Space Grotesk"/>
                <a:cs typeface="Space Grotesk"/>
                <a:sym typeface="Space Grotesk"/>
              </a:endParaRPr>
            </a:p>
          </p:txBody>
        </p:sp>
        <p:sp>
          <p:nvSpPr>
            <p:cNvPr id="1334" name="Google Shape;1334;p52">
              <a:extLst>
                <a:ext uri="{FF2B5EF4-FFF2-40B4-BE49-F238E27FC236}">
                  <a16:creationId xmlns:a16="http://schemas.microsoft.com/office/drawing/2014/main" id="{2C69AB2C-2B42-35E0-192B-C15487150092}"/>
                </a:ext>
              </a:extLst>
            </p:cNvPr>
            <p:cNvSpPr txBox="1"/>
            <p:nvPr/>
          </p:nvSpPr>
          <p:spPr>
            <a:xfrm>
              <a:off x="6762200" y="2818888"/>
              <a:ext cx="1743900" cy="2391900"/>
            </a:xfrm>
            <a:prstGeom prst="rect">
              <a:avLst/>
            </a:prstGeom>
            <a:noFill/>
            <a:ln>
              <a:noFill/>
            </a:ln>
          </p:spPr>
          <p:txBody>
            <a:bodyPr spcFirstLastPara="1" wrap="square" lIns="0" tIns="0" rIns="0" bIns="0" anchor="t" anchorCtr="0">
              <a:noAutofit/>
            </a:bodyPr>
            <a:lstStyle/>
            <a:p>
              <a:pPr marL="0" lvl="0" indent="0" algn="l" rtl="0">
                <a:lnSpc>
                  <a:spcPct val="130000"/>
                </a:lnSpc>
                <a:spcBef>
                  <a:spcPts val="0"/>
                </a:spcBef>
                <a:spcAft>
                  <a:spcPts val="0"/>
                </a:spcAft>
                <a:buNone/>
              </a:pPr>
              <a:r>
                <a:rPr lang="en" sz="1325">
                  <a:solidFill>
                    <a:srgbClr val="FFFCE9"/>
                  </a:solidFill>
                  <a:latin typeface="Martian Mono"/>
                  <a:ea typeface="Martian Mono"/>
                  <a:cs typeface="Martian Mono"/>
                  <a:sym typeface="Martian Mono"/>
                </a:rPr>
                <a:t>[12:30 PM]</a:t>
              </a: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r>
                <a:rPr lang="en" sz="1325">
                  <a:solidFill>
                    <a:srgbClr val="FFFCE9"/>
                  </a:solidFill>
                  <a:latin typeface="Martian Mono"/>
                  <a:ea typeface="Martian Mono"/>
                  <a:cs typeface="Martian Mono"/>
                  <a:sym typeface="Martian Mono"/>
                </a:rPr>
                <a:t>Rahul updated database schema</a:t>
              </a: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r>
                <a:rPr lang="en" sz="1325">
                  <a:solidFill>
                    <a:srgbClr val="FFFCE9"/>
                  </a:solidFill>
                  <a:latin typeface="Martian Mono"/>
                  <a:ea typeface="Martian Mono"/>
                  <a:cs typeface="Martian Mono"/>
                  <a:sym typeface="Martian Mono"/>
                </a:rPr>
                <a:t>[2:10 PM]</a:t>
              </a: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r>
                <a:rPr lang="en" sz="1325">
                  <a:solidFill>
                    <a:srgbClr val="FFFCE9"/>
                  </a:solidFill>
                  <a:latin typeface="Martian Mono"/>
                  <a:ea typeface="Martian Mono"/>
                  <a:cs typeface="Martian Mono"/>
                  <a:sym typeface="Martian Mono"/>
                </a:rPr>
                <a:t>Client specifications modified </a:t>
              </a: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endParaRPr sz="1325">
                <a:solidFill>
                  <a:srgbClr val="FFFCE9"/>
                </a:solidFill>
                <a:latin typeface="Martian Mono"/>
                <a:ea typeface="Martian Mono"/>
                <a:cs typeface="Martian Mono"/>
                <a:sym typeface="Martian Mono"/>
              </a:endParaRPr>
            </a:p>
            <a:p>
              <a:pPr marL="0" lvl="0" indent="0" algn="l" rtl="0">
                <a:lnSpc>
                  <a:spcPct val="130000"/>
                </a:lnSpc>
                <a:spcBef>
                  <a:spcPts val="0"/>
                </a:spcBef>
                <a:spcAft>
                  <a:spcPts val="0"/>
                </a:spcAft>
                <a:buNone/>
              </a:pPr>
              <a:endParaRPr sz="1325">
                <a:solidFill>
                  <a:srgbClr val="FFFCE9"/>
                </a:solidFill>
                <a:latin typeface="Martian Mono"/>
                <a:ea typeface="Martian Mono"/>
                <a:cs typeface="Martian Mono"/>
                <a:sym typeface="Martian Mono"/>
              </a:endParaRPr>
            </a:p>
          </p:txBody>
        </p:sp>
        <p:sp>
          <p:nvSpPr>
            <p:cNvPr id="1335" name="Google Shape;1335;p52">
              <a:extLst>
                <a:ext uri="{FF2B5EF4-FFF2-40B4-BE49-F238E27FC236}">
                  <a16:creationId xmlns:a16="http://schemas.microsoft.com/office/drawing/2014/main" id="{9EC13120-57B2-19EC-9AAB-50B11DCAC5F1}"/>
                </a:ext>
              </a:extLst>
            </p:cNvPr>
            <p:cNvSpPr txBox="1"/>
            <p:nvPr/>
          </p:nvSpPr>
          <p:spPr>
            <a:xfrm>
              <a:off x="6777550" y="1872693"/>
              <a:ext cx="1743900" cy="957300"/>
            </a:xfrm>
            <a:prstGeom prst="rect">
              <a:avLst/>
            </a:prstGeom>
            <a:noFill/>
            <a:ln>
              <a:noFill/>
            </a:ln>
          </p:spPr>
          <p:txBody>
            <a:bodyPr spcFirstLastPara="1" wrap="square" lIns="0" tIns="0" rIns="0" bIns="0" anchor="ctr" anchorCtr="0">
              <a:noAutofit/>
            </a:bodyPr>
            <a:lstStyle/>
            <a:p>
              <a:pPr marL="0" lvl="0" indent="0" algn="l" rtl="0">
                <a:lnSpc>
                  <a:spcPct val="80000"/>
                </a:lnSpc>
                <a:spcBef>
                  <a:spcPts val="0"/>
                </a:spcBef>
                <a:spcAft>
                  <a:spcPts val="0"/>
                </a:spcAft>
                <a:buNone/>
              </a:pPr>
              <a:r>
                <a:rPr lang="en" sz="2650" b="1">
                  <a:solidFill>
                    <a:srgbClr val="FFFCE9"/>
                  </a:solidFill>
                  <a:latin typeface="Space Grotesk"/>
                  <a:ea typeface="Space Grotesk"/>
                  <a:cs typeface="Space Grotesk"/>
                  <a:sym typeface="Space Grotesk"/>
                </a:rPr>
                <a:t>Recent Logs</a:t>
              </a:r>
              <a:endParaRPr sz="2650" b="1">
                <a:solidFill>
                  <a:srgbClr val="FFFCE9"/>
                </a:solidFill>
                <a:latin typeface="Space Grotesk"/>
                <a:ea typeface="Space Grotesk"/>
                <a:cs typeface="Space Grotesk"/>
                <a:sym typeface="Space Grotesk"/>
              </a:endParaRPr>
            </a:p>
          </p:txBody>
        </p:sp>
        <p:sp>
          <p:nvSpPr>
            <p:cNvPr id="1336" name="Google Shape;1336;p52">
              <a:extLst>
                <a:ext uri="{FF2B5EF4-FFF2-40B4-BE49-F238E27FC236}">
                  <a16:creationId xmlns:a16="http://schemas.microsoft.com/office/drawing/2014/main" id="{CBA79E35-0DD8-01E2-9AE1-7D0DE913A118}"/>
                </a:ext>
              </a:extLst>
            </p:cNvPr>
            <p:cNvSpPr/>
            <p:nvPr/>
          </p:nvSpPr>
          <p:spPr>
            <a:xfrm>
              <a:off x="6700850" y="5277988"/>
              <a:ext cx="1866600" cy="1045800"/>
            </a:xfrm>
            <a:prstGeom prst="roundRect">
              <a:avLst>
                <a:gd name="adj" fmla="val 16667"/>
              </a:avLst>
            </a:prstGeom>
            <a:solidFill>
              <a:srgbClr val="BFD2F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lt2"/>
                  </a:solidFill>
                  <a:latin typeface="Work Sans"/>
                  <a:ea typeface="Work Sans"/>
                  <a:cs typeface="Work Sans"/>
                  <a:sym typeface="Work Sans"/>
                </a:rPr>
                <a:t>Type a log…</a:t>
              </a:r>
              <a:endParaRPr i="1">
                <a:solidFill>
                  <a:schemeClr val="lt2"/>
                </a:solidFill>
                <a:latin typeface="Work Sans"/>
                <a:ea typeface="Work Sans"/>
                <a:cs typeface="Work Sans"/>
                <a:sym typeface="Work Sans"/>
              </a:endParaRPr>
            </a:p>
          </p:txBody>
        </p:sp>
        <p:sp>
          <p:nvSpPr>
            <p:cNvPr id="1337" name="Google Shape;1337;p52">
              <a:extLst>
                <a:ext uri="{FF2B5EF4-FFF2-40B4-BE49-F238E27FC236}">
                  <a16:creationId xmlns:a16="http://schemas.microsoft.com/office/drawing/2014/main" id="{FF96542C-CA6E-40F2-04CE-9E5A1131CC3F}"/>
                </a:ext>
              </a:extLst>
            </p:cNvPr>
            <p:cNvSpPr/>
            <p:nvPr/>
          </p:nvSpPr>
          <p:spPr>
            <a:xfrm>
              <a:off x="6956600" y="6458177"/>
              <a:ext cx="1355100" cy="396300"/>
            </a:xfrm>
            <a:prstGeom prst="roundRect">
              <a:avLst>
                <a:gd name="adj" fmla="val 16667"/>
              </a:avLst>
            </a:prstGeom>
            <a:solidFill>
              <a:srgbClr val="1A998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8FAFD"/>
                  </a:solidFill>
                  <a:latin typeface="Days One"/>
                  <a:ea typeface="Days One"/>
                  <a:cs typeface="Days One"/>
                  <a:sym typeface="Days One"/>
                </a:rPr>
                <a:t>Add Log</a:t>
              </a:r>
              <a:endParaRPr>
                <a:solidFill>
                  <a:srgbClr val="F8FAFD"/>
                </a:solidFill>
                <a:latin typeface="Days One"/>
                <a:ea typeface="Days One"/>
                <a:cs typeface="Days One"/>
                <a:sym typeface="Days One"/>
              </a:endParaRPr>
            </a:p>
          </p:txBody>
        </p:sp>
      </p:grpSp>
      <p:sp>
        <p:nvSpPr>
          <p:cNvPr id="1338" name="Google Shape;1338;p52">
            <a:extLst>
              <a:ext uri="{FF2B5EF4-FFF2-40B4-BE49-F238E27FC236}">
                <a16:creationId xmlns:a16="http://schemas.microsoft.com/office/drawing/2014/main" id="{DD3B6515-CD1F-76A0-1EC6-1A5A1B964663}"/>
              </a:ext>
            </a:extLst>
          </p:cNvPr>
          <p:cNvSpPr/>
          <p:nvPr/>
        </p:nvSpPr>
        <p:spPr>
          <a:xfrm>
            <a:off x="-27375" y="-5475"/>
            <a:ext cx="3336300" cy="5217900"/>
          </a:xfrm>
          <a:prstGeom prst="rect">
            <a:avLst/>
          </a:prstGeom>
          <a:solidFill>
            <a:srgbClr val="DDC0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0" name="Google Shape;1340;p52">
            <a:extLst>
              <a:ext uri="{FF2B5EF4-FFF2-40B4-BE49-F238E27FC236}">
                <a16:creationId xmlns:a16="http://schemas.microsoft.com/office/drawing/2014/main" id="{B39927AD-636F-CDC4-7472-F93C7CBD4D45}"/>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1" name="Google Shape;1341;p52">
            <a:extLst>
              <a:ext uri="{FF2B5EF4-FFF2-40B4-BE49-F238E27FC236}">
                <a16:creationId xmlns:a16="http://schemas.microsoft.com/office/drawing/2014/main" id="{9B35CE1D-6BA0-18CF-AE9F-CC9F54DB61A7}"/>
              </a:ext>
            </a:extLst>
          </p:cNvPr>
          <p:cNvSpPr/>
          <p:nvPr/>
        </p:nvSpPr>
        <p:spPr>
          <a:xfrm>
            <a:off x="8926800" y="2705100"/>
            <a:ext cx="217200" cy="24384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2" name="Google Shape;1342;p52">
            <a:extLst>
              <a:ext uri="{FF2B5EF4-FFF2-40B4-BE49-F238E27FC236}">
                <a16:creationId xmlns:a16="http://schemas.microsoft.com/office/drawing/2014/main" id="{934B545D-0EA7-E051-E3F8-32EBC9FAC012}"/>
              </a:ext>
            </a:extLst>
          </p:cNvPr>
          <p:cNvSpPr txBox="1"/>
          <p:nvPr/>
        </p:nvSpPr>
        <p:spPr>
          <a:xfrm>
            <a:off x="346425" y="583600"/>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8BEF3"/>
                </a:solidFill>
                <a:latin typeface="Martian Mono"/>
                <a:ea typeface="Martian Mono"/>
                <a:cs typeface="Martian Mono"/>
                <a:sym typeface="Martian Mono"/>
              </a:rPr>
              <a:t>&lt;</a:t>
            </a:r>
            <a:endParaRPr sz="1300">
              <a:solidFill>
                <a:srgbClr val="F8BEF3"/>
              </a:solidFill>
              <a:latin typeface="Martian Mono"/>
              <a:ea typeface="Martian Mono"/>
              <a:cs typeface="Martian Mono"/>
              <a:sym typeface="Martian Mono"/>
            </a:endParaRPr>
          </a:p>
        </p:txBody>
      </p:sp>
      <p:sp>
        <p:nvSpPr>
          <p:cNvPr id="1343" name="Google Shape;1343;p52">
            <a:extLst>
              <a:ext uri="{FF2B5EF4-FFF2-40B4-BE49-F238E27FC236}">
                <a16:creationId xmlns:a16="http://schemas.microsoft.com/office/drawing/2014/main" id="{1B77FECB-8727-35CF-87A8-8E3579A452A2}"/>
              </a:ext>
            </a:extLst>
          </p:cNvPr>
          <p:cNvSpPr txBox="1"/>
          <p:nvPr/>
        </p:nvSpPr>
        <p:spPr>
          <a:xfrm>
            <a:off x="3380700" y="-2659900"/>
            <a:ext cx="3081900" cy="53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1"/>
                </a:solidFill>
                <a:latin typeface="Dela Gothic One"/>
                <a:ea typeface="Dela Gothic One"/>
                <a:cs typeface="Dela Gothic One"/>
                <a:sym typeface="Dela Gothic One"/>
              </a:rPr>
              <a:t>API Creation For Deli Foods</a:t>
            </a:r>
            <a:endParaRPr sz="1300">
              <a:solidFill>
                <a:schemeClr val="accent1"/>
              </a:solidFill>
              <a:latin typeface="Dela Gothic One"/>
              <a:ea typeface="Dela Gothic One"/>
              <a:cs typeface="Dela Gothic One"/>
              <a:sym typeface="Dela Gothic One"/>
            </a:endParaRPr>
          </a:p>
          <a:p>
            <a:pPr marL="0" lvl="0" indent="0" algn="l" rtl="0">
              <a:spcBef>
                <a:spcPts val="0"/>
              </a:spcBef>
              <a:spcAft>
                <a:spcPts val="0"/>
              </a:spcAft>
              <a:buNone/>
            </a:pPr>
            <a:r>
              <a:rPr lang="en" sz="1300">
                <a:solidFill>
                  <a:schemeClr val="accent1"/>
                </a:solidFill>
                <a:latin typeface="Alexandria"/>
                <a:ea typeface="Alexandria"/>
                <a:cs typeface="Alexandria"/>
                <a:sym typeface="Alexandria"/>
              </a:rPr>
              <a:t>#deliFoods_01_API</a:t>
            </a:r>
            <a:endParaRPr sz="1300">
              <a:solidFill>
                <a:schemeClr val="accent1"/>
              </a:solidFill>
              <a:latin typeface="Alexandria"/>
              <a:ea typeface="Alexandria"/>
              <a:cs typeface="Alexandria"/>
              <a:sym typeface="Alexandria"/>
            </a:endParaRPr>
          </a:p>
        </p:txBody>
      </p:sp>
      <p:sp>
        <p:nvSpPr>
          <p:cNvPr id="1344" name="Google Shape;1344;p52">
            <a:extLst>
              <a:ext uri="{FF2B5EF4-FFF2-40B4-BE49-F238E27FC236}">
                <a16:creationId xmlns:a16="http://schemas.microsoft.com/office/drawing/2014/main" id="{92B825D4-1F35-10FA-1C02-5FC427B8BA4F}"/>
              </a:ext>
            </a:extLst>
          </p:cNvPr>
          <p:cNvSpPr/>
          <p:nvPr/>
        </p:nvSpPr>
        <p:spPr>
          <a:xfrm>
            <a:off x="3380700" y="-2123500"/>
            <a:ext cx="937926" cy="261792"/>
          </a:xfrm>
          <a:prstGeom prst="flowChartTerminator">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2"/>
                </a:solidFill>
                <a:latin typeface="Martian Mono"/>
                <a:ea typeface="Martian Mono"/>
                <a:cs typeface="Martian Mono"/>
                <a:sym typeface="Martian Mono"/>
              </a:rPr>
              <a:t>Active</a:t>
            </a:r>
            <a:endParaRPr sz="1100">
              <a:solidFill>
                <a:schemeClr val="lt2"/>
              </a:solidFill>
              <a:latin typeface="Martian Mono"/>
              <a:ea typeface="Martian Mono"/>
              <a:cs typeface="Martian Mono"/>
              <a:sym typeface="Martian Mono"/>
            </a:endParaRPr>
          </a:p>
        </p:txBody>
      </p:sp>
      <p:sp>
        <p:nvSpPr>
          <p:cNvPr id="1345" name="Google Shape;1345;p52">
            <a:extLst>
              <a:ext uri="{FF2B5EF4-FFF2-40B4-BE49-F238E27FC236}">
                <a16:creationId xmlns:a16="http://schemas.microsoft.com/office/drawing/2014/main" id="{3024A501-C7DF-A768-B33D-1A8C5E2FE430}"/>
              </a:ext>
            </a:extLst>
          </p:cNvPr>
          <p:cNvSpPr/>
          <p:nvPr/>
        </p:nvSpPr>
        <p:spPr>
          <a:xfrm>
            <a:off x="4500475" y="-2123500"/>
            <a:ext cx="1117854" cy="261792"/>
          </a:xfrm>
          <a:prstGeom prst="flowChartTerminator">
            <a:avLst/>
          </a:prstGeom>
          <a:solidFill>
            <a:srgbClr val="AA6D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2"/>
                </a:solidFill>
                <a:latin typeface="Martian Mono"/>
                <a:ea typeface="Martian Mono"/>
                <a:cs typeface="Martian Mono"/>
                <a:sym typeface="Martian Mono"/>
              </a:rPr>
              <a:t>16/05/25</a:t>
            </a:r>
            <a:endParaRPr sz="1100">
              <a:solidFill>
                <a:schemeClr val="lt2"/>
              </a:solidFill>
              <a:latin typeface="Martian Mono"/>
              <a:ea typeface="Martian Mono"/>
              <a:cs typeface="Martian Mono"/>
              <a:sym typeface="Martian Mono"/>
            </a:endParaRPr>
          </a:p>
        </p:txBody>
      </p:sp>
      <p:grpSp>
        <p:nvGrpSpPr>
          <p:cNvPr id="1346" name="Google Shape;1346;p52">
            <a:extLst>
              <a:ext uri="{FF2B5EF4-FFF2-40B4-BE49-F238E27FC236}">
                <a16:creationId xmlns:a16="http://schemas.microsoft.com/office/drawing/2014/main" id="{AA863A61-4F56-0817-C797-DAE5429F0CEE}"/>
              </a:ext>
            </a:extLst>
          </p:cNvPr>
          <p:cNvGrpSpPr/>
          <p:nvPr/>
        </p:nvGrpSpPr>
        <p:grpSpPr>
          <a:xfrm>
            <a:off x="846222" y="123210"/>
            <a:ext cx="2199606" cy="1792879"/>
            <a:chOff x="3471975" y="1989326"/>
            <a:chExt cx="2199606" cy="1792879"/>
          </a:xfrm>
        </p:grpSpPr>
        <p:sp>
          <p:nvSpPr>
            <p:cNvPr id="1347" name="Google Shape;1347;p52">
              <a:extLst>
                <a:ext uri="{FF2B5EF4-FFF2-40B4-BE49-F238E27FC236}">
                  <a16:creationId xmlns:a16="http://schemas.microsoft.com/office/drawing/2014/main" id="{DDA4D3C4-CE44-FCAD-09C9-7797208C7FDA}"/>
                </a:ext>
              </a:extLst>
            </p:cNvPr>
            <p:cNvSpPr/>
            <p:nvPr/>
          </p:nvSpPr>
          <p:spPr>
            <a:xfrm>
              <a:off x="3471975" y="2151800"/>
              <a:ext cx="2199600" cy="668400"/>
            </a:xfrm>
            <a:prstGeom prst="roundRect">
              <a:avLst>
                <a:gd name="adj" fmla="val 14231"/>
              </a:avLst>
            </a:prstGeom>
            <a:solidFill>
              <a:srgbClr val="DDC0AD"/>
            </a:solidFill>
            <a:ln>
              <a:noFill/>
            </a:ln>
          </p:spPr>
          <p:txBody>
            <a:bodyPr spcFirstLastPara="1" wrap="square" lIns="91425" tIns="91425" rIns="91425" bIns="9125" anchor="ctr" anchorCtr="0">
              <a:noAutofit/>
            </a:bodyPr>
            <a:lstStyle/>
            <a:p>
              <a:pPr marL="0" marR="0" lvl="0" indent="0" algn="l" rtl="0">
                <a:lnSpc>
                  <a:spcPct val="80000"/>
                </a:lnSpc>
                <a:spcBef>
                  <a:spcPts val="0"/>
                </a:spcBef>
                <a:spcAft>
                  <a:spcPts val="0"/>
                </a:spcAft>
                <a:buNone/>
              </a:pPr>
              <a:r>
                <a:rPr lang="en" sz="4000" b="1" dirty="0">
                  <a:solidFill>
                    <a:srgbClr val="AA6D34"/>
                  </a:solidFill>
                  <a:latin typeface="DM Sans ExtraBold"/>
                  <a:ea typeface="DM Sans ExtraBold"/>
                  <a:cs typeface="DM Sans ExtraBold"/>
                  <a:sym typeface="DM Sans ExtraBold"/>
                </a:rPr>
                <a:t>52%</a:t>
              </a:r>
              <a:endParaRPr sz="4000" b="1" dirty="0">
                <a:solidFill>
                  <a:srgbClr val="AA6D34"/>
                </a:solidFill>
                <a:latin typeface="DM Sans ExtraBold"/>
                <a:ea typeface="DM Sans ExtraBold"/>
                <a:cs typeface="DM Sans ExtraBold"/>
                <a:sym typeface="DM Sans ExtraBold"/>
              </a:endParaRPr>
            </a:p>
          </p:txBody>
        </p:sp>
        <p:sp>
          <p:nvSpPr>
            <p:cNvPr id="1348" name="Google Shape;1348;p52">
              <a:extLst>
                <a:ext uri="{FF2B5EF4-FFF2-40B4-BE49-F238E27FC236}">
                  <a16:creationId xmlns:a16="http://schemas.microsoft.com/office/drawing/2014/main" id="{D82AAE37-3989-9F00-A2A6-9CF041A068D9}"/>
                </a:ext>
              </a:extLst>
            </p:cNvPr>
            <p:cNvSpPr txBox="1"/>
            <p:nvPr/>
          </p:nvSpPr>
          <p:spPr>
            <a:xfrm>
              <a:off x="3511502" y="1989326"/>
              <a:ext cx="2120700" cy="107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00">
                  <a:solidFill>
                    <a:srgbClr val="A47FA7"/>
                  </a:solidFill>
                  <a:latin typeface="Inter SemiBold"/>
                  <a:ea typeface="Inter SemiBold"/>
                  <a:cs typeface="Inter SemiBold"/>
                  <a:sym typeface="Inter SemiBold"/>
                </a:rPr>
                <a:t>PERCENTAGE OF ALL TASKS DONE</a:t>
              </a:r>
              <a:endParaRPr sz="700">
                <a:solidFill>
                  <a:srgbClr val="A47FA7"/>
                </a:solidFill>
                <a:latin typeface="Inter SemiBold"/>
                <a:ea typeface="Inter SemiBold"/>
                <a:cs typeface="Inter SemiBold"/>
                <a:sym typeface="Inter SemiBold"/>
              </a:endParaRPr>
            </a:p>
          </p:txBody>
        </p:sp>
        <p:sp>
          <p:nvSpPr>
            <p:cNvPr id="1349" name="Google Shape;1349;p52">
              <a:extLst>
                <a:ext uri="{FF2B5EF4-FFF2-40B4-BE49-F238E27FC236}">
                  <a16:creationId xmlns:a16="http://schemas.microsoft.com/office/drawing/2014/main" id="{57460F14-48D7-3BCF-A91D-10D3245C5083}"/>
                </a:ext>
              </a:extLst>
            </p:cNvPr>
            <p:cNvSpPr/>
            <p:nvPr/>
          </p:nvSpPr>
          <p:spPr>
            <a:xfrm>
              <a:off x="4980442" y="2217751"/>
              <a:ext cx="533100" cy="533100"/>
            </a:xfrm>
            <a:prstGeom prst="ellipse">
              <a:avLst/>
            </a:prstGeom>
            <a:solidFill>
              <a:srgbClr val="F2E1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DM Sans"/>
                <a:ea typeface="DM Sans"/>
                <a:cs typeface="DM Sans"/>
                <a:sym typeface="DM Sans"/>
              </a:endParaRPr>
            </a:p>
          </p:txBody>
        </p:sp>
        <p:sp>
          <p:nvSpPr>
            <p:cNvPr id="1350" name="Google Shape;1350;p52">
              <a:extLst>
                <a:ext uri="{FF2B5EF4-FFF2-40B4-BE49-F238E27FC236}">
                  <a16:creationId xmlns:a16="http://schemas.microsoft.com/office/drawing/2014/main" id="{FC8E3DE4-44A8-BD55-F8DC-2F3D55C12CD6}"/>
                </a:ext>
              </a:extLst>
            </p:cNvPr>
            <p:cNvSpPr/>
            <p:nvPr/>
          </p:nvSpPr>
          <p:spPr>
            <a:xfrm>
              <a:off x="4980426" y="2217760"/>
              <a:ext cx="533100" cy="533100"/>
            </a:xfrm>
            <a:prstGeom prst="arc">
              <a:avLst>
                <a:gd name="adj1" fmla="val 16262153"/>
                <a:gd name="adj2" fmla="val 6206242"/>
              </a:avLst>
            </a:prstGeom>
            <a:solidFill>
              <a:srgbClr val="AA6D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DM Sans"/>
                <a:ea typeface="DM Sans"/>
                <a:cs typeface="DM Sans"/>
                <a:sym typeface="DM Sans"/>
              </a:endParaRPr>
            </a:p>
          </p:txBody>
        </p:sp>
        <p:sp>
          <p:nvSpPr>
            <p:cNvPr id="1351" name="Google Shape;1351;p52">
              <a:extLst>
                <a:ext uri="{FF2B5EF4-FFF2-40B4-BE49-F238E27FC236}">
                  <a16:creationId xmlns:a16="http://schemas.microsoft.com/office/drawing/2014/main" id="{BBAEA9E6-FBB8-2246-07D4-82BB64335334}"/>
                </a:ext>
              </a:extLst>
            </p:cNvPr>
            <p:cNvSpPr/>
            <p:nvPr/>
          </p:nvSpPr>
          <p:spPr>
            <a:xfrm>
              <a:off x="3471981" y="3113805"/>
              <a:ext cx="2199600" cy="668400"/>
            </a:xfrm>
            <a:prstGeom prst="roundRect">
              <a:avLst>
                <a:gd name="adj" fmla="val 14231"/>
              </a:avLst>
            </a:prstGeom>
            <a:solidFill>
              <a:srgbClr val="DDC0AD"/>
            </a:solidFill>
            <a:ln>
              <a:noFill/>
            </a:ln>
          </p:spPr>
          <p:txBody>
            <a:bodyPr spcFirstLastPara="1" wrap="square" lIns="91425" tIns="91425" rIns="91425" bIns="9125" anchor="ctr" anchorCtr="0">
              <a:noAutofit/>
            </a:bodyPr>
            <a:lstStyle/>
            <a:p>
              <a:pPr marL="0" lvl="0" indent="0" algn="l" rtl="0">
                <a:lnSpc>
                  <a:spcPct val="80000"/>
                </a:lnSpc>
                <a:spcBef>
                  <a:spcPts val="0"/>
                </a:spcBef>
                <a:spcAft>
                  <a:spcPts val="0"/>
                </a:spcAft>
                <a:buNone/>
              </a:pPr>
              <a:r>
                <a:rPr lang="en" sz="4000" b="1" dirty="0">
                  <a:solidFill>
                    <a:srgbClr val="707BA8"/>
                  </a:solidFill>
                  <a:latin typeface="DM Sans ExtraBold"/>
                  <a:ea typeface="DM Sans ExtraBold"/>
                  <a:cs typeface="DM Sans ExtraBold"/>
                  <a:sym typeface="DM Sans ExtraBold"/>
                </a:rPr>
                <a:t>21 Days</a:t>
              </a:r>
              <a:endParaRPr sz="4000" b="1" dirty="0">
                <a:solidFill>
                  <a:srgbClr val="707BA8"/>
                </a:solidFill>
                <a:latin typeface="DM Sans ExtraBold"/>
                <a:ea typeface="DM Sans ExtraBold"/>
                <a:cs typeface="DM Sans ExtraBold"/>
                <a:sym typeface="DM Sans ExtraBold"/>
              </a:endParaRPr>
            </a:p>
          </p:txBody>
        </p:sp>
        <p:sp>
          <p:nvSpPr>
            <p:cNvPr id="1352" name="Google Shape;1352;p52">
              <a:extLst>
                <a:ext uri="{FF2B5EF4-FFF2-40B4-BE49-F238E27FC236}">
                  <a16:creationId xmlns:a16="http://schemas.microsoft.com/office/drawing/2014/main" id="{1DB09BA7-2E78-B871-0D08-3BA9669D6B6B}"/>
                </a:ext>
              </a:extLst>
            </p:cNvPr>
            <p:cNvSpPr txBox="1"/>
            <p:nvPr/>
          </p:nvSpPr>
          <p:spPr>
            <a:xfrm>
              <a:off x="3511502" y="2951338"/>
              <a:ext cx="2120700" cy="107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00">
                  <a:solidFill>
                    <a:srgbClr val="707BA8"/>
                  </a:solidFill>
                  <a:latin typeface="Inter SemiBold"/>
                  <a:ea typeface="Inter SemiBold"/>
                  <a:cs typeface="Inter SemiBold"/>
                  <a:sym typeface="Inter SemiBold"/>
                </a:rPr>
                <a:t>TIME LEFT</a:t>
              </a:r>
              <a:endParaRPr sz="700">
                <a:solidFill>
                  <a:srgbClr val="707BA8"/>
                </a:solidFill>
                <a:latin typeface="Inter SemiBold"/>
                <a:ea typeface="Inter SemiBold"/>
                <a:cs typeface="Inter SemiBold"/>
                <a:sym typeface="Inter SemiBold"/>
              </a:endParaRPr>
            </a:p>
          </p:txBody>
        </p:sp>
      </p:grpSp>
      <p:grpSp>
        <p:nvGrpSpPr>
          <p:cNvPr id="1353" name="Google Shape;1353;p52">
            <a:extLst>
              <a:ext uri="{FF2B5EF4-FFF2-40B4-BE49-F238E27FC236}">
                <a16:creationId xmlns:a16="http://schemas.microsoft.com/office/drawing/2014/main" id="{7A0042CE-DD11-CF94-E87A-5B267F459A74}"/>
              </a:ext>
            </a:extLst>
          </p:cNvPr>
          <p:cNvGrpSpPr/>
          <p:nvPr/>
        </p:nvGrpSpPr>
        <p:grpSpPr>
          <a:xfrm>
            <a:off x="3520498" y="-1599344"/>
            <a:ext cx="2809989" cy="6064343"/>
            <a:chOff x="2795550" y="228600"/>
            <a:chExt cx="3552900" cy="4686300"/>
          </a:xfrm>
          <a:solidFill>
            <a:srgbClr val="707BA8"/>
          </a:solidFill>
        </p:grpSpPr>
        <p:sp>
          <p:nvSpPr>
            <p:cNvPr id="1354" name="Google Shape;1354;p52">
              <a:extLst>
                <a:ext uri="{FF2B5EF4-FFF2-40B4-BE49-F238E27FC236}">
                  <a16:creationId xmlns:a16="http://schemas.microsoft.com/office/drawing/2014/main" id="{16362375-216A-C200-FA53-1113E02F6B05}"/>
                </a:ext>
              </a:extLst>
            </p:cNvPr>
            <p:cNvSpPr/>
            <p:nvPr/>
          </p:nvSpPr>
          <p:spPr>
            <a:xfrm>
              <a:off x="2795550" y="228600"/>
              <a:ext cx="3552900" cy="4686300"/>
            </a:xfrm>
            <a:prstGeom prst="roundRect">
              <a:avLst>
                <a:gd name="adj" fmla="val 6261"/>
              </a:avLst>
            </a:prstGeom>
            <a:grpFill/>
            <a:ln>
              <a:noFill/>
            </a:ln>
          </p:spPr>
          <p:txBody>
            <a:bodyPr spcFirstLastPara="1" wrap="square" lIns="67325" tIns="67325" rIns="67325" bIns="67325" anchor="ctr" anchorCtr="0">
              <a:noAutofit/>
            </a:bodyPr>
            <a:lstStyle/>
            <a:p>
              <a:pPr marL="0" lvl="0" indent="0" algn="ctr" rtl="0">
                <a:spcBef>
                  <a:spcPts val="0"/>
                </a:spcBef>
                <a:spcAft>
                  <a:spcPts val="0"/>
                </a:spcAft>
                <a:buNone/>
              </a:pPr>
              <a:endParaRPr sz="1031">
                <a:latin typeface="Space Grotesk"/>
                <a:ea typeface="Space Grotesk"/>
                <a:cs typeface="Space Grotesk"/>
                <a:sym typeface="Space Grotesk"/>
              </a:endParaRPr>
            </a:p>
          </p:txBody>
        </p:sp>
        <p:sp>
          <p:nvSpPr>
            <p:cNvPr id="1355" name="Google Shape;1355;p52">
              <a:extLst>
                <a:ext uri="{FF2B5EF4-FFF2-40B4-BE49-F238E27FC236}">
                  <a16:creationId xmlns:a16="http://schemas.microsoft.com/office/drawing/2014/main" id="{AB0F9D64-8EE0-161F-AA5F-7C5156A50633}"/>
                </a:ext>
              </a:extLst>
            </p:cNvPr>
            <p:cNvSpPr txBox="1"/>
            <p:nvPr/>
          </p:nvSpPr>
          <p:spPr>
            <a:xfrm>
              <a:off x="3163519" y="827852"/>
              <a:ext cx="2817000" cy="3819900"/>
            </a:xfrm>
            <a:prstGeom prst="rect">
              <a:avLst/>
            </a:prstGeom>
            <a:grpFill/>
            <a:ln>
              <a:noFill/>
            </a:ln>
          </p:spPr>
          <p:txBody>
            <a:bodyPr spcFirstLastPara="1" wrap="square" lIns="0" tIns="0" rIns="0" bIns="0" anchor="t" anchorCtr="0">
              <a:noAutofit/>
            </a:bodyPr>
            <a:lstStyle/>
            <a:p>
              <a:pPr marL="0" lvl="0" indent="0" algn="l" rtl="0">
                <a:lnSpc>
                  <a:spcPct val="130000"/>
                </a:lnSpc>
                <a:spcBef>
                  <a:spcPts val="0"/>
                </a:spcBef>
                <a:spcAft>
                  <a:spcPts val="0"/>
                </a:spcAft>
                <a:buNone/>
              </a:pPr>
              <a:r>
                <a:rPr lang="en" sz="1325" dirty="0">
                  <a:solidFill>
                    <a:srgbClr val="FFFCE9"/>
                  </a:solidFill>
                  <a:latin typeface="Space Grotesk"/>
                  <a:ea typeface="Space Grotesk"/>
                  <a:cs typeface="Space Grotesk"/>
                  <a:sym typeface="Space Grotesk"/>
                </a:rPr>
                <a:t>☐ Implement restaurant/admin dashboard APIs</a:t>
              </a:r>
              <a:endParaRPr sz="1325" dirty="0">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dirty="0">
                  <a:solidFill>
                    <a:srgbClr val="FFFCE9"/>
                  </a:solidFill>
                  <a:latin typeface="Space Grotesk"/>
                  <a:ea typeface="Space Grotesk"/>
                  <a:cs typeface="Space Grotesk"/>
                  <a:sym typeface="Space Grotesk"/>
                </a:rPr>
                <a:t>☐ Create notification system for order updates</a:t>
              </a:r>
              <a:endParaRPr sz="1325" dirty="0">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dirty="0">
                  <a:solidFill>
                    <a:srgbClr val="FFFCE9"/>
                  </a:solidFill>
                  <a:latin typeface="Space Grotesk"/>
                  <a:ea typeface="Space Grotesk"/>
                  <a:cs typeface="Space Grotesk"/>
                  <a:sym typeface="Space Grotesk"/>
                </a:rPr>
                <a:t>☐ Add API rate limiting and security validation</a:t>
              </a:r>
              <a:endParaRPr sz="1325" dirty="0">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dirty="0">
                  <a:solidFill>
                    <a:srgbClr val="FFFCE9"/>
                  </a:solidFill>
                  <a:latin typeface="Space Grotesk"/>
                  <a:ea typeface="Space Grotesk"/>
                  <a:cs typeface="Space Grotesk"/>
                  <a:sym typeface="Space Grotesk"/>
                </a:rPr>
                <a:t>☐ Test API endpoints and fix response errors</a:t>
              </a:r>
              <a:endParaRPr sz="1325" dirty="0">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dirty="0">
                  <a:solidFill>
                    <a:srgbClr val="FFFCE9"/>
                  </a:solidFill>
                  <a:latin typeface="Space Grotesk"/>
                  <a:ea typeface="Space Grotesk"/>
                  <a:cs typeface="Space Grotesk"/>
                  <a:sym typeface="Space Grotesk"/>
                </a:rPr>
                <a:t>☐ Write API documentation for frontend integration</a:t>
              </a:r>
              <a:endParaRPr sz="1325" dirty="0">
                <a:solidFill>
                  <a:srgbClr val="FFFCE9"/>
                </a:solidFill>
                <a:latin typeface="Space Grotesk"/>
                <a:ea typeface="Space Grotesk"/>
                <a:cs typeface="Space Grotesk"/>
                <a:sym typeface="Space Grotesk"/>
              </a:endParaRPr>
            </a:p>
            <a:p>
              <a:pPr marL="0" lvl="0" indent="0" algn="l" rtl="0">
                <a:lnSpc>
                  <a:spcPct val="130000"/>
                </a:lnSpc>
                <a:spcBef>
                  <a:spcPts val="0"/>
                </a:spcBef>
                <a:spcAft>
                  <a:spcPts val="0"/>
                </a:spcAft>
                <a:buNone/>
              </a:pPr>
              <a:r>
                <a:rPr lang="en" sz="1325" dirty="0">
                  <a:solidFill>
                    <a:srgbClr val="FFFCE9"/>
                  </a:solidFill>
                  <a:latin typeface="Space Grotesk"/>
                  <a:ea typeface="Space Grotesk"/>
                  <a:cs typeface="Space Grotesk"/>
                  <a:sym typeface="Space Grotesk"/>
                </a:rPr>
                <a:t>☐ Optimize database queries for faster response times </a:t>
              </a:r>
              <a:endParaRPr sz="1325" dirty="0">
                <a:solidFill>
                  <a:srgbClr val="FFFCE9"/>
                </a:solidFill>
                <a:latin typeface="Space Grotesk"/>
                <a:ea typeface="Space Grotesk"/>
                <a:cs typeface="Space Grotesk"/>
                <a:sym typeface="Space Grotesk"/>
              </a:endParaRPr>
            </a:p>
          </p:txBody>
        </p:sp>
        <p:sp>
          <p:nvSpPr>
            <p:cNvPr id="1356" name="Google Shape;1356;p52">
              <a:extLst>
                <a:ext uri="{FF2B5EF4-FFF2-40B4-BE49-F238E27FC236}">
                  <a16:creationId xmlns:a16="http://schemas.microsoft.com/office/drawing/2014/main" id="{24D6B155-2D9F-7EB1-31E7-B6FA2BBE3CD7}"/>
                </a:ext>
              </a:extLst>
            </p:cNvPr>
            <p:cNvSpPr txBox="1"/>
            <p:nvPr/>
          </p:nvSpPr>
          <p:spPr>
            <a:xfrm>
              <a:off x="3163519" y="228603"/>
              <a:ext cx="2817000" cy="681300"/>
            </a:xfrm>
            <a:prstGeom prst="rect">
              <a:avLst/>
            </a:prstGeom>
            <a:grpFill/>
            <a:ln>
              <a:noFill/>
            </a:ln>
          </p:spPr>
          <p:txBody>
            <a:bodyPr spcFirstLastPara="1" wrap="square" lIns="0" tIns="0" rIns="0" bIns="0" anchor="ctr" anchorCtr="0">
              <a:noAutofit/>
            </a:bodyPr>
            <a:lstStyle/>
            <a:p>
              <a:pPr marL="0" lvl="0" indent="0" algn="l" rtl="0">
                <a:lnSpc>
                  <a:spcPct val="80000"/>
                </a:lnSpc>
                <a:spcBef>
                  <a:spcPts val="0"/>
                </a:spcBef>
                <a:spcAft>
                  <a:spcPts val="0"/>
                </a:spcAft>
                <a:buNone/>
              </a:pPr>
              <a:r>
                <a:rPr lang="en" sz="2650" b="1">
                  <a:solidFill>
                    <a:srgbClr val="FFFCE9"/>
                  </a:solidFill>
                  <a:latin typeface="Space Grotesk"/>
                  <a:ea typeface="Space Grotesk"/>
                  <a:cs typeface="Space Grotesk"/>
                  <a:sym typeface="Space Grotesk"/>
                </a:rPr>
                <a:t>Tasks</a:t>
              </a:r>
              <a:endParaRPr sz="2650" b="1">
                <a:solidFill>
                  <a:srgbClr val="FFFCE9"/>
                </a:solidFill>
                <a:latin typeface="Space Grotesk"/>
                <a:ea typeface="Space Grotesk"/>
                <a:cs typeface="Space Grotesk"/>
                <a:sym typeface="Space Grotesk"/>
              </a:endParaRPr>
            </a:p>
          </p:txBody>
        </p:sp>
      </p:grpSp>
      <p:sp>
        <p:nvSpPr>
          <p:cNvPr id="1359" name="Google Shape;1359;p52">
            <a:extLst>
              <a:ext uri="{FF2B5EF4-FFF2-40B4-BE49-F238E27FC236}">
                <a16:creationId xmlns:a16="http://schemas.microsoft.com/office/drawing/2014/main" id="{AD82CA32-179D-46BF-1E12-3D1264C1906F}"/>
              </a:ext>
            </a:extLst>
          </p:cNvPr>
          <p:cNvSpPr/>
          <p:nvPr/>
        </p:nvSpPr>
        <p:spPr>
          <a:xfrm>
            <a:off x="3819075" y="3027946"/>
            <a:ext cx="2199600" cy="536400"/>
          </a:xfrm>
          <a:prstGeom prst="roundRect">
            <a:avLst>
              <a:gd name="adj" fmla="val 16667"/>
            </a:avLst>
          </a:prstGeom>
          <a:solidFill>
            <a:srgbClr val="EBE6D6"/>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i="1" dirty="0">
                <a:latin typeface="Work Sans"/>
                <a:ea typeface="Work Sans"/>
                <a:cs typeface="Work Sans"/>
                <a:sym typeface="Work Sans"/>
              </a:rPr>
              <a:t>Enter a new task…</a:t>
            </a:r>
            <a:endParaRPr i="1" dirty="0">
              <a:latin typeface="Work Sans"/>
              <a:ea typeface="Work Sans"/>
              <a:cs typeface="Work Sans"/>
              <a:sym typeface="Work Sans"/>
            </a:endParaRPr>
          </a:p>
        </p:txBody>
      </p:sp>
      <p:sp>
        <p:nvSpPr>
          <p:cNvPr id="1360" name="Google Shape;1360;p52">
            <a:extLst>
              <a:ext uri="{FF2B5EF4-FFF2-40B4-BE49-F238E27FC236}">
                <a16:creationId xmlns:a16="http://schemas.microsoft.com/office/drawing/2014/main" id="{BAFAF8F3-F04F-E8E7-3771-A196C62AB61B}"/>
              </a:ext>
            </a:extLst>
          </p:cNvPr>
          <p:cNvSpPr/>
          <p:nvPr/>
        </p:nvSpPr>
        <p:spPr>
          <a:xfrm>
            <a:off x="4247938" y="3736883"/>
            <a:ext cx="1355100" cy="396300"/>
          </a:xfrm>
          <a:prstGeom prst="roundRect">
            <a:avLst>
              <a:gd name="adj" fmla="val 16667"/>
            </a:avLst>
          </a:prstGeom>
          <a:solidFill>
            <a:srgbClr val="FFCA3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F8FAFD"/>
                </a:solidFill>
                <a:latin typeface="Days One"/>
                <a:ea typeface="Days One"/>
                <a:cs typeface="Days One"/>
                <a:sym typeface="Days One"/>
              </a:rPr>
              <a:t>Add Task</a:t>
            </a:r>
            <a:endParaRPr dirty="0">
              <a:solidFill>
                <a:srgbClr val="F8FAFD"/>
              </a:solidFill>
              <a:latin typeface="Days One"/>
              <a:ea typeface="Days One"/>
              <a:cs typeface="Days One"/>
              <a:sym typeface="Days One"/>
            </a:endParaRPr>
          </a:p>
        </p:txBody>
      </p:sp>
      <p:grpSp>
        <p:nvGrpSpPr>
          <p:cNvPr id="1361" name="Google Shape;1361;p52">
            <a:extLst>
              <a:ext uri="{FF2B5EF4-FFF2-40B4-BE49-F238E27FC236}">
                <a16:creationId xmlns:a16="http://schemas.microsoft.com/office/drawing/2014/main" id="{AB1191B4-17FB-1995-733B-5B2FE6B2E18E}"/>
              </a:ext>
            </a:extLst>
          </p:cNvPr>
          <p:cNvGrpSpPr/>
          <p:nvPr/>
        </p:nvGrpSpPr>
        <p:grpSpPr>
          <a:xfrm>
            <a:off x="235725" y="1916203"/>
            <a:ext cx="2810100" cy="2759873"/>
            <a:chOff x="256125" y="1681437"/>
            <a:chExt cx="2810100" cy="2867400"/>
          </a:xfrm>
        </p:grpSpPr>
        <p:sp>
          <p:nvSpPr>
            <p:cNvPr id="1362" name="Google Shape;1362;p52">
              <a:extLst>
                <a:ext uri="{FF2B5EF4-FFF2-40B4-BE49-F238E27FC236}">
                  <a16:creationId xmlns:a16="http://schemas.microsoft.com/office/drawing/2014/main" id="{EF3B9876-98D2-3D2B-2897-63C74784174E}"/>
                </a:ext>
              </a:extLst>
            </p:cNvPr>
            <p:cNvSpPr/>
            <p:nvPr/>
          </p:nvSpPr>
          <p:spPr>
            <a:xfrm>
              <a:off x="256125" y="1681437"/>
              <a:ext cx="2810100" cy="2867400"/>
            </a:xfrm>
            <a:prstGeom prst="roundRect">
              <a:avLst>
                <a:gd name="adj" fmla="val 8497"/>
              </a:avLst>
            </a:prstGeom>
            <a:solidFill>
              <a:srgbClr val="DDC0AD"/>
            </a:solidFill>
            <a:ln>
              <a:noFill/>
            </a:ln>
          </p:spPr>
          <p:txBody>
            <a:bodyPr spcFirstLastPara="1" wrap="square" lIns="112900" tIns="112900" rIns="112900" bIns="112900" anchor="ctr" anchorCtr="0">
              <a:noAutofit/>
            </a:bodyPr>
            <a:lstStyle/>
            <a:p>
              <a:pPr marL="0" lvl="0" indent="0" algn="ctr" rtl="0">
                <a:spcBef>
                  <a:spcPts val="0"/>
                </a:spcBef>
                <a:spcAft>
                  <a:spcPts val="0"/>
                </a:spcAft>
                <a:buNone/>
              </a:pPr>
              <a:endParaRPr sz="1729">
                <a:latin typeface="Nunito Sans"/>
                <a:ea typeface="Nunito Sans"/>
                <a:cs typeface="Nunito Sans"/>
                <a:sym typeface="Nunito Sans"/>
              </a:endParaRPr>
            </a:p>
          </p:txBody>
        </p:sp>
        <p:pic>
          <p:nvPicPr>
            <p:cNvPr id="1363" name="Google Shape;1363;p52" descr="Portrait of a woman standing outdoors while posing with her hands on her waist. ">
              <a:extLst>
                <a:ext uri="{FF2B5EF4-FFF2-40B4-BE49-F238E27FC236}">
                  <a16:creationId xmlns:a16="http://schemas.microsoft.com/office/drawing/2014/main" id="{A3F69EB6-0197-9956-24AD-3E364B336C0F}"/>
                </a:ext>
              </a:extLst>
            </p:cNvPr>
            <p:cNvPicPr preferRelativeResize="0"/>
            <p:nvPr/>
          </p:nvPicPr>
          <p:blipFill rotWithShape="1">
            <a:blip r:embed="rId3">
              <a:alphaModFix/>
            </a:blip>
            <a:srcRect l="22201" r="23742" b="18851"/>
            <a:stretch/>
          </p:blipFill>
          <p:spPr>
            <a:xfrm>
              <a:off x="702707" y="3370897"/>
              <a:ext cx="395400" cy="395400"/>
            </a:xfrm>
            <a:prstGeom prst="ellipse">
              <a:avLst/>
            </a:prstGeom>
            <a:noFill/>
            <a:ln w="23525" cap="flat" cmpd="sng">
              <a:solidFill>
                <a:srgbClr val="006C80"/>
              </a:solidFill>
              <a:prstDash val="solid"/>
              <a:round/>
              <a:headEnd type="none" w="sm" len="sm"/>
              <a:tailEnd type="none" w="sm" len="sm"/>
            </a:ln>
          </p:spPr>
        </p:pic>
        <p:sp>
          <p:nvSpPr>
            <p:cNvPr id="1364" name="Google Shape;1364;p52">
              <a:extLst>
                <a:ext uri="{FF2B5EF4-FFF2-40B4-BE49-F238E27FC236}">
                  <a16:creationId xmlns:a16="http://schemas.microsoft.com/office/drawing/2014/main" id="{44C4B611-1C8F-1188-B9F2-DD2ED5F7FFBE}"/>
                </a:ext>
              </a:extLst>
            </p:cNvPr>
            <p:cNvSpPr txBox="1"/>
            <p:nvPr/>
          </p:nvSpPr>
          <p:spPr>
            <a:xfrm>
              <a:off x="588750" y="2006564"/>
              <a:ext cx="2086200" cy="536400"/>
            </a:xfrm>
            <a:prstGeom prst="rect">
              <a:avLst/>
            </a:prstGeom>
            <a:noFill/>
            <a:ln>
              <a:noFill/>
            </a:ln>
          </p:spPr>
          <p:txBody>
            <a:bodyPr spcFirstLastPara="1" wrap="square" lIns="112900" tIns="112900" rIns="112900" bIns="112900" anchor="t" anchorCtr="0">
              <a:noAutofit/>
            </a:bodyPr>
            <a:lstStyle/>
            <a:p>
              <a:pPr marL="0" lvl="0" indent="0" algn="l" rtl="0">
                <a:lnSpc>
                  <a:spcPct val="80000"/>
                </a:lnSpc>
                <a:spcBef>
                  <a:spcPts val="0"/>
                </a:spcBef>
                <a:spcAft>
                  <a:spcPts val="0"/>
                </a:spcAft>
                <a:buSzPts val="1256"/>
                <a:buNone/>
              </a:pPr>
              <a:r>
                <a:rPr lang="en" sz="1942">
                  <a:solidFill>
                    <a:srgbClr val="FFFFFF"/>
                  </a:solidFill>
                  <a:latin typeface="Nunito Sans Black"/>
                  <a:ea typeface="Nunito Sans Black"/>
                  <a:cs typeface="Nunito Sans Black"/>
                  <a:sym typeface="Nunito Sans Black"/>
                </a:rPr>
                <a:t>Web Dev Team</a:t>
              </a:r>
              <a:endParaRPr sz="1942">
                <a:solidFill>
                  <a:srgbClr val="FFFFFF"/>
                </a:solidFill>
                <a:latin typeface="Nunito Sans Black"/>
                <a:ea typeface="Nunito Sans Black"/>
                <a:cs typeface="Nunito Sans Black"/>
                <a:sym typeface="Nunito Sans Black"/>
              </a:endParaRPr>
            </a:p>
          </p:txBody>
        </p:sp>
        <p:pic>
          <p:nvPicPr>
            <p:cNvPr id="1365" name="Google Shape;1365;p52" descr="A therapist smiles and sits with her legs crossed on a modern chair while taking notes on a clipboard. ">
              <a:extLst>
                <a:ext uri="{FF2B5EF4-FFF2-40B4-BE49-F238E27FC236}">
                  <a16:creationId xmlns:a16="http://schemas.microsoft.com/office/drawing/2014/main" id="{DF17C802-530A-7DDC-AB08-AF02BB2C8FFD}"/>
                </a:ext>
              </a:extLst>
            </p:cNvPr>
            <p:cNvPicPr preferRelativeResize="0"/>
            <p:nvPr/>
          </p:nvPicPr>
          <p:blipFill rotWithShape="1">
            <a:blip r:embed="rId4">
              <a:alphaModFix/>
            </a:blip>
            <a:srcRect l="22650" t="16117" r="30514" b="52666"/>
            <a:stretch/>
          </p:blipFill>
          <p:spPr>
            <a:xfrm>
              <a:off x="702707" y="3842538"/>
              <a:ext cx="395400" cy="395400"/>
            </a:xfrm>
            <a:prstGeom prst="ellipse">
              <a:avLst/>
            </a:prstGeom>
            <a:noFill/>
            <a:ln w="23525" cap="flat" cmpd="sng">
              <a:solidFill>
                <a:srgbClr val="006C80"/>
              </a:solidFill>
              <a:prstDash val="solid"/>
              <a:round/>
              <a:headEnd type="none" w="sm" len="sm"/>
              <a:tailEnd type="none" w="sm" len="sm"/>
            </a:ln>
          </p:spPr>
        </p:pic>
        <p:pic>
          <p:nvPicPr>
            <p:cNvPr id="1366" name="Google Shape;1366;p52" descr="A man with a blue shirt poses for the camera. ">
              <a:extLst>
                <a:ext uri="{FF2B5EF4-FFF2-40B4-BE49-F238E27FC236}">
                  <a16:creationId xmlns:a16="http://schemas.microsoft.com/office/drawing/2014/main" id="{74BEEB78-86FA-C482-2C8C-4E9778C889AB}"/>
                </a:ext>
              </a:extLst>
            </p:cNvPr>
            <p:cNvPicPr preferRelativeResize="0"/>
            <p:nvPr/>
          </p:nvPicPr>
          <p:blipFill rotWithShape="1">
            <a:blip r:embed="rId5">
              <a:alphaModFix/>
            </a:blip>
            <a:srcRect l="27883" t="15851" r="28618" b="55156"/>
            <a:stretch/>
          </p:blipFill>
          <p:spPr>
            <a:xfrm>
              <a:off x="1068428" y="3370897"/>
              <a:ext cx="395400" cy="395400"/>
            </a:xfrm>
            <a:prstGeom prst="ellipse">
              <a:avLst/>
            </a:prstGeom>
            <a:noFill/>
            <a:ln w="23525" cap="flat" cmpd="sng">
              <a:solidFill>
                <a:srgbClr val="006C80"/>
              </a:solidFill>
              <a:prstDash val="solid"/>
              <a:round/>
              <a:headEnd type="none" w="sm" len="sm"/>
              <a:tailEnd type="none" w="sm" len="sm"/>
            </a:ln>
          </p:spPr>
        </p:pic>
        <p:pic>
          <p:nvPicPr>
            <p:cNvPr id="1367" name="Google Shape;1367;p52" descr="A man wearing a hoodie is standing and smiling in a city park. ">
              <a:extLst>
                <a:ext uri="{FF2B5EF4-FFF2-40B4-BE49-F238E27FC236}">
                  <a16:creationId xmlns:a16="http://schemas.microsoft.com/office/drawing/2014/main" id="{DA850D53-0531-A98D-9DEF-BF97C4B28542}"/>
                </a:ext>
              </a:extLst>
            </p:cNvPr>
            <p:cNvPicPr preferRelativeResize="0"/>
            <p:nvPr/>
          </p:nvPicPr>
          <p:blipFill rotWithShape="1">
            <a:blip r:embed="rId6">
              <a:alphaModFix/>
            </a:blip>
            <a:srcRect l="19461" r="13890"/>
            <a:stretch/>
          </p:blipFill>
          <p:spPr>
            <a:xfrm>
              <a:off x="1434149" y="3370897"/>
              <a:ext cx="395400" cy="395400"/>
            </a:xfrm>
            <a:prstGeom prst="ellipse">
              <a:avLst/>
            </a:prstGeom>
            <a:noFill/>
            <a:ln w="23525" cap="flat" cmpd="sng">
              <a:solidFill>
                <a:srgbClr val="006C80"/>
              </a:solidFill>
              <a:prstDash val="solid"/>
              <a:round/>
              <a:headEnd type="none" w="sm" len="sm"/>
              <a:tailEnd type="none" w="sm" len="sm"/>
            </a:ln>
          </p:spPr>
        </p:pic>
        <p:pic>
          <p:nvPicPr>
            <p:cNvPr id="1368" name="Google Shape;1368;p52" descr="A man wearing a blue shirt sits on a sofa chair while using his smartphone.">
              <a:extLst>
                <a:ext uri="{FF2B5EF4-FFF2-40B4-BE49-F238E27FC236}">
                  <a16:creationId xmlns:a16="http://schemas.microsoft.com/office/drawing/2014/main" id="{3AF5E1AA-E531-2DF8-68AD-1CE99E93E57A}"/>
                </a:ext>
              </a:extLst>
            </p:cNvPr>
            <p:cNvPicPr preferRelativeResize="0"/>
            <p:nvPr/>
          </p:nvPicPr>
          <p:blipFill rotWithShape="1">
            <a:blip r:embed="rId7">
              <a:alphaModFix/>
            </a:blip>
            <a:srcRect l="28091" r="34197" b="35471"/>
            <a:stretch/>
          </p:blipFill>
          <p:spPr>
            <a:xfrm>
              <a:off x="1801340" y="3370897"/>
              <a:ext cx="395400" cy="395400"/>
            </a:xfrm>
            <a:prstGeom prst="ellipse">
              <a:avLst/>
            </a:prstGeom>
            <a:noFill/>
            <a:ln w="23525" cap="flat" cmpd="sng">
              <a:solidFill>
                <a:srgbClr val="006C80"/>
              </a:solidFill>
              <a:prstDash val="solid"/>
              <a:round/>
              <a:headEnd type="none" w="sm" len="sm"/>
              <a:tailEnd type="none" w="sm" len="sm"/>
            </a:ln>
          </p:spPr>
        </p:pic>
        <p:pic>
          <p:nvPicPr>
            <p:cNvPr id="1369" name="Google Shape;1369;p52" descr="A tourist takes a vacation photo in a Korean village. ">
              <a:extLst>
                <a:ext uri="{FF2B5EF4-FFF2-40B4-BE49-F238E27FC236}">
                  <a16:creationId xmlns:a16="http://schemas.microsoft.com/office/drawing/2014/main" id="{AD287E41-CF08-36AE-4609-19F0D1F34B0C}"/>
                </a:ext>
              </a:extLst>
            </p:cNvPr>
            <p:cNvPicPr preferRelativeResize="0"/>
            <p:nvPr/>
          </p:nvPicPr>
          <p:blipFill rotWithShape="1">
            <a:blip r:embed="rId8">
              <a:alphaModFix/>
            </a:blip>
            <a:srcRect l="46456" t="33511" r="36011" b="40183"/>
            <a:stretch/>
          </p:blipFill>
          <p:spPr>
            <a:xfrm>
              <a:off x="2168554" y="3370897"/>
              <a:ext cx="395400" cy="395400"/>
            </a:xfrm>
            <a:prstGeom prst="ellipse">
              <a:avLst/>
            </a:prstGeom>
            <a:noFill/>
            <a:ln w="23525" cap="flat" cmpd="sng">
              <a:solidFill>
                <a:srgbClr val="006C80"/>
              </a:solidFill>
              <a:prstDash val="solid"/>
              <a:round/>
              <a:headEnd type="none" w="sm" len="sm"/>
              <a:tailEnd type="none" w="sm" len="sm"/>
            </a:ln>
          </p:spPr>
        </p:pic>
        <p:pic>
          <p:nvPicPr>
            <p:cNvPr id="1370" name="Google Shape;1370;p52" descr="A smiling woman stands outdoors while wearing a pink dress. ">
              <a:extLst>
                <a:ext uri="{FF2B5EF4-FFF2-40B4-BE49-F238E27FC236}">
                  <a16:creationId xmlns:a16="http://schemas.microsoft.com/office/drawing/2014/main" id="{7911F8A0-CCA3-5269-6691-1CB3A0124618}"/>
                </a:ext>
              </a:extLst>
            </p:cNvPr>
            <p:cNvPicPr preferRelativeResize="0"/>
            <p:nvPr/>
          </p:nvPicPr>
          <p:blipFill rotWithShape="1">
            <a:blip r:embed="rId9">
              <a:alphaModFix/>
            </a:blip>
            <a:srcRect l="37890" t="3171" r="14300" b="25093"/>
            <a:stretch/>
          </p:blipFill>
          <p:spPr>
            <a:xfrm>
              <a:off x="1068428" y="3842538"/>
              <a:ext cx="395400" cy="395400"/>
            </a:xfrm>
            <a:prstGeom prst="ellipse">
              <a:avLst/>
            </a:prstGeom>
            <a:noFill/>
            <a:ln w="23525" cap="flat" cmpd="sng">
              <a:solidFill>
                <a:srgbClr val="006C80"/>
              </a:solidFill>
              <a:prstDash val="solid"/>
              <a:round/>
              <a:headEnd type="none" w="sm" len="sm"/>
              <a:tailEnd type="none" w="sm" len="sm"/>
            </a:ln>
          </p:spPr>
        </p:pic>
        <p:pic>
          <p:nvPicPr>
            <p:cNvPr id="1371" name="Google Shape;1371;p52" descr="Portrait of a businesswoman using her tablet and standing against a bright yellow wall. ">
              <a:extLst>
                <a:ext uri="{FF2B5EF4-FFF2-40B4-BE49-F238E27FC236}">
                  <a16:creationId xmlns:a16="http://schemas.microsoft.com/office/drawing/2014/main" id="{D3252C81-34FA-2023-E9B4-F0CEC78F6D52}"/>
                </a:ext>
              </a:extLst>
            </p:cNvPr>
            <p:cNvPicPr preferRelativeResize="0"/>
            <p:nvPr/>
          </p:nvPicPr>
          <p:blipFill rotWithShape="1">
            <a:blip r:embed="rId10">
              <a:alphaModFix/>
            </a:blip>
            <a:srcRect l="33013" t="10851" r="35639" b="42115"/>
            <a:stretch/>
          </p:blipFill>
          <p:spPr>
            <a:xfrm>
              <a:off x="1434149" y="3842538"/>
              <a:ext cx="395400" cy="395400"/>
            </a:xfrm>
            <a:prstGeom prst="ellipse">
              <a:avLst/>
            </a:prstGeom>
            <a:noFill/>
            <a:ln w="23525" cap="flat" cmpd="sng">
              <a:solidFill>
                <a:srgbClr val="006C80"/>
              </a:solidFill>
              <a:prstDash val="solid"/>
              <a:round/>
              <a:headEnd type="none" w="sm" len="sm"/>
              <a:tailEnd type="none" w="sm" len="sm"/>
            </a:ln>
          </p:spPr>
        </p:pic>
        <p:pic>
          <p:nvPicPr>
            <p:cNvPr id="1372" name="Google Shape;1372;p52" descr="A man with a green shirt and khaki pants sits down on a beach. ">
              <a:extLst>
                <a:ext uri="{FF2B5EF4-FFF2-40B4-BE49-F238E27FC236}">
                  <a16:creationId xmlns:a16="http://schemas.microsoft.com/office/drawing/2014/main" id="{A1530D19-7AE8-640D-6106-6E1F58E87307}"/>
                </a:ext>
              </a:extLst>
            </p:cNvPr>
            <p:cNvPicPr preferRelativeResize="0"/>
            <p:nvPr/>
          </p:nvPicPr>
          <p:blipFill rotWithShape="1">
            <a:blip r:embed="rId11">
              <a:alphaModFix/>
            </a:blip>
            <a:srcRect l="23150" t="15433" r="15654" b="43630"/>
            <a:stretch/>
          </p:blipFill>
          <p:spPr>
            <a:xfrm>
              <a:off x="1801340" y="3842538"/>
              <a:ext cx="395400" cy="395400"/>
            </a:xfrm>
            <a:prstGeom prst="ellipse">
              <a:avLst/>
            </a:prstGeom>
            <a:noFill/>
            <a:ln w="23525" cap="flat" cmpd="sng">
              <a:solidFill>
                <a:srgbClr val="006C80"/>
              </a:solidFill>
              <a:prstDash val="solid"/>
              <a:round/>
              <a:headEnd type="none" w="sm" len="sm"/>
              <a:tailEnd type="none" w="sm" len="sm"/>
            </a:ln>
          </p:spPr>
        </p:pic>
        <p:pic>
          <p:nvPicPr>
            <p:cNvPr id="1373" name="Google Shape;1373;p52" descr="A smiling man with a gray shirt. ">
              <a:extLst>
                <a:ext uri="{FF2B5EF4-FFF2-40B4-BE49-F238E27FC236}">
                  <a16:creationId xmlns:a16="http://schemas.microsoft.com/office/drawing/2014/main" id="{33AE8D3D-9CBE-E209-C996-E0FC579E6BB3}"/>
                </a:ext>
              </a:extLst>
            </p:cNvPr>
            <p:cNvPicPr preferRelativeResize="0"/>
            <p:nvPr/>
          </p:nvPicPr>
          <p:blipFill rotWithShape="1">
            <a:blip r:embed="rId12">
              <a:alphaModFix/>
            </a:blip>
            <a:srcRect b="24953"/>
            <a:stretch/>
          </p:blipFill>
          <p:spPr>
            <a:xfrm>
              <a:off x="2168554" y="3842538"/>
              <a:ext cx="395400" cy="395400"/>
            </a:xfrm>
            <a:prstGeom prst="ellipse">
              <a:avLst/>
            </a:prstGeom>
            <a:noFill/>
            <a:ln w="23525" cap="flat" cmpd="sng">
              <a:solidFill>
                <a:srgbClr val="006C80"/>
              </a:solidFill>
              <a:prstDash val="solid"/>
              <a:round/>
              <a:headEnd type="none" w="sm" len="sm"/>
              <a:tailEnd type="none" w="sm" len="sm"/>
            </a:ln>
          </p:spPr>
        </p:pic>
        <p:sp>
          <p:nvSpPr>
            <p:cNvPr id="1374" name="Google Shape;1374;p52">
              <a:extLst>
                <a:ext uri="{FF2B5EF4-FFF2-40B4-BE49-F238E27FC236}">
                  <a16:creationId xmlns:a16="http://schemas.microsoft.com/office/drawing/2014/main" id="{545BC57E-EC51-DA78-D992-5FD3A6971397}"/>
                </a:ext>
              </a:extLst>
            </p:cNvPr>
            <p:cNvSpPr txBox="1"/>
            <p:nvPr/>
          </p:nvSpPr>
          <p:spPr>
            <a:xfrm>
              <a:off x="344025" y="2458888"/>
              <a:ext cx="2634300" cy="83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1"/>
                  </a:solidFill>
                  <a:latin typeface="Martian Mono"/>
                  <a:ea typeface="Martian Mono"/>
                  <a:cs typeface="Martian Mono"/>
                  <a:sym typeface="Martian Mono"/>
                </a:rPr>
                <a:t>Lead: Sheldon Cooper</a:t>
              </a:r>
              <a:endParaRPr sz="1300">
                <a:solidFill>
                  <a:schemeClr val="accent1"/>
                </a:solidFill>
                <a:latin typeface="Martian Mono"/>
                <a:ea typeface="Martian Mono"/>
                <a:cs typeface="Martian Mono"/>
                <a:sym typeface="Martian Mono"/>
              </a:endParaRPr>
            </a:p>
            <a:p>
              <a:pPr marL="0" lvl="0" indent="0" algn="l" rtl="0">
                <a:spcBef>
                  <a:spcPts val="0"/>
                </a:spcBef>
                <a:spcAft>
                  <a:spcPts val="0"/>
                </a:spcAft>
                <a:buNone/>
              </a:pPr>
              <a:endParaRPr sz="1300">
                <a:solidFill>
                  <a:schemeClr val="accent1"/>
                </a:solidFill>
                <a:latin typeface="Martian Mono"/>
                <a:ea typeface="Martian Mono"/>
                <a:cs typeface="Martian Mono"/>
                <a:sym typeface="Martian Mono"/>
              </a:endParaRPr>
            </a:p>
            <a:p>
              <a:pPr marL="0" lvl="0" indent="0" algn="l" rtl="0">
                <a:spcBef>
                  <a:spcPts val="0"/>
                </a:spcBef>
                <a:spcAft>
                  <a:spcPts val="0"/>
                </a:spcAft>
                <a:buNone/>
              </a:pPr>
              <a:r>
                <a:rPr lang="en" sz="1300">
                  <a:solidFill>
                    <a:schemeClr val="accent1"/>
                  </a:solidFill>
                  <a:latin typeface="Martian Mono"/>
                  <a:ea typeface="Martian Mono"/>
                  <a:cs typeface="Martian Mono"/>
                  <a:sym typeface="Martian Mono"/>
                </a:rPr>
                <a:t>sheldon@spock.com</a:t>
              </a:r>
              <a:endParaRPr sz="1300">
                <a:solidFill>
                  <a:schemeClr val="accent1"/>
                </a:solidFill>
                <a:latin typeface="Martian Mono"/>
                <a:ea typeface="Martian Mono"/>
                <a:cs typeface="Martian Mono"/>
                <a:sym typeface="Martian Mono"/>
              </a:endParaRPr>
            </a:p>
          </p:txBody>
        </p:sp>
      </p:grpSp>
      <p:sp>
        <p:nvSpPr>
          <p:cNvPr id="1375" name="Google Shape;1375;p52">
            <a:extLst>
              <a:ext uri="{FF2B5EF4-FFF2-40B4-BE49-F238E27FC236}">
                <a16:creationId xmlns:a16="http://schemas.microsoft.com/office/drawing/2014/main" id="{2B21BE7C-15C4-D97E-4782-AE6F3477DD1A}"/>
              </a:ext>
            </a:extLst>
          </p:cNvPr>
          <p:cNvSpPr/>
          <p:nvPr/>
        </p:nvSpPr>
        <p:spPr>
          <a:xfrm>
            <a:off x="6528825" y="3565900"/>
            <a:ext cx="2199600" cy="899100"/>
          </a:xfrm>
          <a:prstGeom prst="roundRect">
            <a:avLst>
              <a:gd name="adj" fmla="val 16667"/>
            </a:avLst>
          </a:prstGeom>
          <a:solidFill>
            <a:srgbClr val="FEC8F0"/>
          </a:solidFill>
          <a:ln>
            <a:noFill/>
          </a:ln>
        </p:spPr>
        <p:txBody>
          <a:bodyPr spcFirstLastPara="1" wrap="square" lIns="91425" tIns="91425" rIns="91425" bIns="91425" anchor="ctr" anchorCtr="0">
            <a:noAutofit/>
          </a:bodyPr>
          <a:lstStyle/>
          <a:p>
            <a:pPr lvl="0" algn="ctr"/>
            <a:r>
              <a:rPr lang="en-US" sz="1600" dirty="0">
                <a:latin typeface="Days One" panose="020B0604020202020204" charset="0"/>
                <a:ea typeface="Alexandria"/>
                <a:cs typeface="Alexandria"/>
                <a:sym typeface="Alexandria"/>
              </a:rPr>
              <a:t>Download Client Specifications</a:t>
            </a:r>
          </a:p>
        </p:txBody>
      </p:sp>
      <p:sp>
        <p:nvSpPr>
          <p:cNvPr id="2" name="Google Shape;1232;p49">
            <a:extLst>
              <a:ext uri="{FF2B5EF4-FFF2-40B4-BE49-F238E27FC236}">
                <a16:creationId xmlns:a16="http://schemas.microsoft.com/office/drawing/2014/main" id="{6148AE9E-86BC-4CB1-4C18-A9B4DCC23FF6}"/>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339" name="Google Shape;1339;p52">
            <a:extLst>
              <a:ext uri="{FF2B5EF4-FFF2-40B4-BE49-F238E27FC236}">
                <a16:creationId xmlns:a16="http://schemas.microsoft.com/office/drawing/2014/main" id="{E7CB69EB-8FC3-F413-D7D7-846E2D129C84}"/>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My Department Screen</a:t>
            </a:r>
            <a:endParaRPr sz="1400" dirty="0">
              <a:solidFill>
                <a:srgbClr val="FFFFFF"/>
              </a:solidFill>
              <a:latin typeface="Work Sans"/>
              <a:ea typeface="Work Sans"/>
              <a:cs typeface="Work Sans"/>
              <a:sym typeface="Work Sans"/>
            </a:endParaRPr>
          </a:p>
        </p:txBody>
      </p:sp>
      <p:sp>
        <p:nvSpPr>
          <p:cNvPr id="3" name="Google Shape;1258;p49">
            <a:extLst>
              <a:ext uri="{FF2B5EF4-FFF2-40B4-BE49-F238E27FC236}">
                <a16:creationId xmlns:a16="http://schemas.microsoft.com/office/drawing/2014/main" id="{96C8D8ED-1CF4-E45F-10C8-4CB2125744DB}"/>
              </a:ext>
            </a:extLst>
          </p:cNvPr>
          <p:cNvSpPr/>
          <p:nvPr/>
        </p:nvSpPr>
        <p:spPr>
          <a:xfrm rot="3599210">
            <a:off x="414487" y="856105"/>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20603837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230">
          <a:extLst>
            <a:ext uri="{FF2B5EF4-FFF2-40B4-BE49-F238E27FC236}">
              <a16:creationId xmlns:a16="http://schemas.microsoft.com/office/drawing/2014/main" id="{068296D8-BA4E-0AAA-A915-DEFD762B6CC7}"/>
            </a:ext>
          </a:extLst>
        </p:cNvPr>
        <p:cNvGrpSpPr/>
        <p:nvPr/>
      </p:nvGrpSpPr>
      <p:grpSpPr>
        <a:xfrm>
          <a:off x="0" y="0"/>
          <a:ext cx="0" cy="0"/>
          <a:chOff x="0" y="0"/>
          <a:chExt cx="0" cy="0"/>
        </a:xfrm>
      </p:grpSpPr>
      <p:sp>
        <p:nvSpPr>
          <p:cNvPr id="1234" name="Google Shape;1234;p49">
            <a:extLst>
              <a:ext uri="{FF2B5EF4-FFF2-40B4-BE49-F238E27FC236}">
                <a16:creationId xmlns:a16="http://schemas.microsoft.com/office/drawing/2014/main" id="{14E03085-9019-A20A-4322-29AAD22C5E79}"/>
              </a:ext>
            </a:extLst>
          </p:cNvPr>
          <p:cNvSpPr txBox="1"/>
          <p:nvPr/>
        </p:nvSpPr>
        <p:spPr>
          <a:xfrm>
            <a:off x="2577750" y="388675"/>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Hi, Gurlakshpreet</a:t>
            </a:r>
            <a:endParaRPr sz="2700">
              <a:solidFill>
                <a:srgbClr val="EFBC3F"/>
              </a:solidFill>
              <a:latin typeface="Dela Gothic One"/>
              <a:ea typeface="Dela Gothic One"/>
              <a:cs typeface="Dela Gothic One"/>
              <a:sym typeface="Dela Gothic One"/>
            </a:endParaRPr>
          </a:p>
        </p:txBody>
      </p:sp>
      <p:sp>
        <p:nvSpPr>
          <p:cNvPr id="1235" name="Google Shape;1235;p49">
            <a:extLst>
              <a:ext uri="{FF2B5EF4-FFF2-40B4-BE49-F238E27FC236}">
                <a16:creationId xmlns:a16="http://schemas.microsoft.com/office/drawing/2014/main" id="{F7A759B9-4025-ADB9-10EB-2F371E500781}"/>
              </a:ext>
            </a:extLst>
          </p:cNvPr>
          <p:cNvSpPr/>
          <p:nvPr/>
        </p:nvSpPr>
        <p:spPr>
          <a:xfrm>
            <a:off x="3093900" y="975775"/>
            <a:ext cx="2956200" cy="396300"/>
          </a:xfrm>
          <a:prstGeom prst="roundRect">
            <a:avLst>
              <a:gd name="adj" fmla="val 16667"/>
            </a:avLst>
          </a:prstGeom>
          <a:solidFill>
            <a:srgbClr val="EBE6D6"/>
          </a:solidFill>
          <a:ln w="19050" cap="flat" cmpd="sng">
            <a:solidFill>
              <a:srgbClr val="EBE6D6"/>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Martian Mono"/>
                <a:ea typeface="Martian Mono"/>
                <a:cs typeface="Martian Mono"/>
                <a:sym typeface="Martian Mono"/>
              </a:rPr>
              <a:t>Which screen next?</a:t>
            </a:r>
            <a:endParaRPr>
              <a:latin typeface="Martian Mono"/>
              <a:ea typeface="Martian Mono"/>
              <a:cs typeface="Martian Mono"/>
              <a:sym typeface="Martian Mono"/>
            </a:endParaRPr>
          </a:p>
        </p:txBody>
      </p:sp>
      <p:sp>
        <p:nvSpPr>
          <p:cNvPr id="1236" name="Google Shape;1236;p49">
            <a:extLst>
              <a:ext uri="{FF2B5EF4-FFF2-40B4-BE49-F238E27FC236}">
                <a16:creationId xmlns:a16="http://schemas.microsoft.com/office/drawing/2014/main" id="{B4ACB9E0-D23E-9432-0DAD-1DB2E698313C}"/>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37" name="Google Shape;1237;p49">
            <a:extLst>
              <a:ext uri="{FF2B5EF4-FFF2-40B4-BE49-F238E27FC236}">
                <a16:creationId xmlns:a16="http://schemas.microsoft.com/office/drawing/2014/main" id="{D3E88512-898E-B632-6A89-6861034075B1}"/>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238" name="Google Shape;1238;p49">
            <a:extLst>
              <a:ext uri="{FF2B5EF4-FFF2-40B4-BE49-F238E27FC236}">
                <a16:creationId xmlns:a16="http://schemas.microsoft.com/office/drawing/2014/main" id="{35C2E3C1-9D45-5B8A-C58E-5273CA0E82C8}"/>
              </a:ext>
            </a:extLst>
          </p:cNvPr>
          <p:cNvGrpSpPr/>
          <p:nvPr/>
        </p:nvGrpSpPr>
        <p:grpSpPr>
          <a:xfrm>
            <a:off x="1242825" y="1445367"/>
            <a:ext cx="6658350" cy="1385100"/>
            <a:chOff x="1242825" y="1879204"/>
            <a:chExt cx="6658350" cy="1385100"/>
          </a:xfrm>
        </p:grpSpPr>
        <p:sp>
          <p:nvSpPr>
            <p:cNvPr id="1239" name="Google Shape;1239;p49">
              <a:extLst>
                <a:ext uri="{FF2B5EF4-FFF2-40B4-BE49-F238E27FC236}">
                  <a16:creationId xmlns:a16="http://schemas.microsoft.com/office/drawing/2014/main" id="{EFBE3751-DC52-5074-EFEF-2A9D23752DE3}"/>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1240" name="Google Shape;1240;p49">
              <a:extLst>
                <a:ext uri="{FF2B5EF4-FFF2-40B4-BE49-F238E27FC236}">
                  <a16:creationId xmlns:a16="http://schemas.microsoft.com/office/drawing/2014/main" id="{AEC2984E-C697-7BE7-8EF3-414D4F3C3344}"/>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1241" name="Google Shape;1241;p49">
              <a:extLst>
                <a:ext uri="{FF2B5EF4-FFF2-40B4-BE49-F238E27FC236}">
                  <a16:creationId xmlns:a16="http://schemas.microsoft.com/office/drawing/2014/main" id="{1B73AE17-E45E-D59F-B1BE-FF96057C6E16}"/>
                </a:ext>
              </a:extLst>
            </p:cNvPr>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1242" name="Google Shape;1242;p49">
              <a:extLst>
                <a:ext uri="{FF2B5EF4-FFF2-40B4-BE49-F238E27FC236}">
                  <a16:creationId xmlns:a16="http://schemas.microsoft.com/office/drawing/2014/main" id="{1BC1699F-A3B9-2D81-06A7-E4E01C087AD1}"/>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1243" name="Google Shape;1243;p49">
              <a:extLst>
                <a:ext uri="{FF2B5EF4-FFF2-40B4-BE49-F238E27FC236}">
                  <a16:creationId xmlns:a16="http://schemas.microsoft.com/office/drawing/2014/main" id="{D81EA4DC-D1B1-E190-78B6-DC507F3CC832}"/>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1244" name="Google Shape;1244;p49">
              <a:extLst>
                <a:ext uri="{FF2B5EF4-FFF2-40B4-BE49-F238E27FC236}">
                  <a16:creationId xmlns:a16="http://schemas.microsoft.com/office/drawing/2014/main" id="{FE676482-6951-B4B8-9FB2-E77AFBBE12FA}"/>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1245" name="Google Shape;1245;p49">
              <a:extLst>
                <a:ext uri="{FF2B5EF4-FFF2-40B4-BE49-F238E27FC236}">
                  <a16:creationId xmlns:a16="http://schemas.microsoft.com/office/drawing/2014/main" id="{8095C8D5-A37A-02F2-2D9C-24E60EB4B183}"/>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1246" name="Google Shape;1246;p49">
              <a:extLst>
                <a:ext uri="{FF2B5EF4-FFF2-40B4-BE49-F238E27FC236}">
                  <a16:creationId xmlns:a16="http://schemas.microsoft.com/office/drawing/2014/main" id="{62902B8D-F661-099C-8795-7FC67E7AED8B}"/>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247" name="Google Shape;1247;p49">
              <a:extLst>
                <a:ext uri="{FF2B5EF4-FFF2-40B4-BE49-F238E27FC236}">
                  <a16:creationId xmlns:a16="http://schemas.microsoft.com/office/drawing/2014/main" id="{BFCA9C6E-11FE-2F65-6D55-A41F2C1E7F48}"/>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1248" name="Google Shape;1248;p49">
            <a:extLst>
              <a:ext uri="{FF2B5EF4-FFF2-40B4-BE49-F238E27FC236}">
                <a16:creationId xmlns:a16="http://schemas.microsoft.com/office/drawing/2014/main" id="{2000B28F-76D5-3C1B-18A5-1C4FDB9D5497}"/>
              </a:ext>
            </a:extLst>
          </p:cNvPr>
          <p:cNvGrpSpPr/>
          <p:nvPr/>
        </p:nvGrpSpPr>
        <p:grpSpPr>
          <a:xfrm>
            <a:off x="1242825" y="3096242"/>
            <a:ext cx="4364025" cy="1385100"/>
            <a:chOff x="1242825" y="1879204"/>
            <a:chExt cx="4364025" cy="1385100"/>
          </a:xfrm>
        </p:grpSpPr>
        <p:sp>
          <p:nvSpPr>
            <p:cNvPr id="1249" name="Google Shape;1249;p49">
              <a:extLst>
                <a:ext uri="{FF2B5EF4-FFF2-40B4-BE49-F238E27FC236}">
                  <a16:creationId xmlns:a16="http://schemas.microsoft.com/office/drawing/2014/main" id="{8EB1C2BF-C29D-F683-E8A7-EA3B150F2486}"/>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1250" name="Google Shape;1250;p49">
              <a:extLst>
                <a:ext uri="{FF2B5EF4-FFF2-40B4-BE49-F238E27FC236}">
                  <a16:creationId xmlns:a16="http://schemas.microsoft.com/office/drawing/2014/main" id="{7A53C7AA-1E67-FBCE-5328-AB885D48051D}"/>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1252" name="Google Shape;1252;p49">
              <a:extLst>
                <a:ext uri="{FF2B5EF4-FFF2-40B4-BE49-F238E27FC236}">
                  <a16:creationId xmlns:a16="http://schemas.microsoft.com/office/drawing/2014/main" id="{489E28A1-8F5B-1A06-5573-97A765EBBF20}"/>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My Projects</a:t>
              </a:r>
              <a:endParaRPr sz="1800" dirty="0">
                <a:solidFill>
                  <a:srgbClr val="FEFEFE"/>
                </a:solidFill>
                <a:latin typeface="Alegreya"/>
                <a:ea typeface="Alegreya"/>
                <a:cs typeface="Alegreya"/>
                <a:sym typeface="Alegreya"/>
              </a:endParaRPr>
            </a:p>
          </p:txBody>
        </p:sp>
        <p:sp>
          <p:nvSpPr>
            <p:cNvPr id="1253" name="Google Shape;1253;p49">
              <a:extLst>
                <a:ext uri="{FF2B5EF4-FFF2-40B4-BE49-F238E27FC236}">
                  <a16:creationId xmlns:a16="http://schemas.microsoft.com/office/drawing/2014/main" id="{DA49A063-D56E-2D46-B6FA-30AD3312BF29}"/>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1256" name="Google Shape;1256;p49">
              <a:extLst>
                <a:ext uri="{FF2B5EF4-FFF2-40B4-BE49-F238E27FC236}">
                  <a16:creationId xmlns:a16="http://schemas.microsoft.com/office/drawing/2014/main" id="{9630DB57-ED8A-98B6-044A-9CD9324450F7}"/>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257" name="Google Shape;1257;p49">
              <a:extLst>
                <a:ext uri="{FF2B5EF4-FFF2-40B4-BE49-F238E27FC236}">
                  <a16:creationId xmlns:a16="http://schemas.microsoft.com/office/drawing/2014/main" id="{3B453DFD-48B0-C5B7-9111-8607EABA2434}"/>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2" name="Google Shape;1258;p49">
            <a:extLst>
              <a:ext uri="{FF2B5EF4-FFF2-40B4-BE49-F238E27FC236}">
                <a16:creationId xmlns:a16="http://schemas.microsoft.com/office/drawing/2014/main" id="{B9080896-365D-2AFA-430E-DAF97567E117}"/>
              </a:ext>
            </a:extLst>
          </p:cNvPr>
          <p:cNvSpPr/>
          <p:nvPr/>
        </p:nvSpPr>
        <p:spPr>
          <a:xfrm rot="3599210">
            <a:off x="414487" y="856105"/>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1232" name="Google Shape;1232;p49">
            <a:extLst>
              <a:ext uri="{FF2B5EF4-FFF2-40B4-BE49-F238E27FC236}">
                <a16:creationId xmlns:a16="http://schemas.microsoft.com/office/drawing/2014/main" id="{CFD8CD74-9242-CAA9-0D5F-461B2EC01138}"/>
              </a:ext>
            </a:extLst>
          </p:cNvPr>
          <p:cNvSpPr/>
          <p:nvPr/>
        </p:nvSpPr>
        <p:spPr>
          <a:xfrm>
            <a:off x="0" y="47450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233" name="Google Shape;1233;p49">
            <a:extLst>
              <a:ext uri="{FF2B5EF4-FFF2-40B4-BE49-F238E27FC236}">
                <a16:creationId xmlns:a16="http://schemas.microsoft.com/office/drawing/2014/main" id="{077A2F12-6271-FB26-F7FA-F62A7274B642}"/>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Main Menu</a:t>
            </a:r>
            <a:endParaRPr sz="1400" dirty="0">
              <a:solidFill>
                <a:srgbClr val="FFFFFF"/>
              </a:solidFill>
              <a:latin typeface="Work Sans"/>
              <a:ea typeface="Work Sans"/>
              <a:cs typeface="Work Sans"/>
              <a:sym typeface="Work Sans"/>
            </a:endParaRPr>
          </a:p>
        </p:txBody>
      </p:sp>
    </p:spTree>
    <p:extLst>
      <p:ext uri="{BB962C8B-B14F-4D97-AF65-F5344CB8AC3E}">
        <p14:creationId xmlns:p14="http://schemas.microsoft.com/office/powerpoint/2010/main" val="2444562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230">
          <a:extLst>
            <a:ext uri="{FF2B5EF4-FFF2-40B4-BE49-F238E27FC236}">
              <a16:creationId xmlns:a16="http://schemas.microsoft.com/office/drawing/2014/main" id="{8834CAC0-F1D4-A97A-9317-D7E5E4068E80}"/>
            </a:ext>
          </a:extLst>
        </p:cNvPr>
        <p:cNvGrpSpPr/>
        <p:nvPr/>
      </p:nvGrpSpPr>
      <p:grpSpPr>
        <a:xfrm>
          <a:off x="0" y="0"/>
          <a:ext cx="0" cy="0"/>
          <a:chOff x="0" y="0"/>
          <a:chExt cx="0" cy="0"/>
        </a:xfrm>
      </p:grpSpPr>
      <p:sp>
        <p:nvSpPr>
          <p:cNvPr id="1236" name="Google Shape;1236;p49">
            <a:extLst>
              <a:ext uri="{FF2B5EF4-FFF2-40B4-BE49-F238E27FC236}">
                <a16:creationId xmlns:a16="http://schemas.microsoft.com/office/drawing/2014/main" id="{220BDF6E-7110-924B-4879-7661E5D1113C}"/>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32" name="Google Shape;1232;p49">
            <a:extLst>
              <a:ext uri="{FF2B5EF4-FFF2-40B4-BE49-F238E27FC236}">
                <a16:creationId xmlns:a16="http://schemas.microsoft.com/office/drawing/2014/main" id="{0E111979-21FC-65C3-249E-8A0F36613DB1}"/>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233" name="Google Shape;1233;p49">
            <a:extLst>
              <a:ext uri="{FF2B5EF4-FFF2-40B4-BE49-F238E27FC236}">
                <a16:creationId xmlns:a16="http://schemas.microsoft.com/office/drawing/2014/main" id="{EF4E34B9-0803-6D6E-9042-A8A69D2EEC92}"/>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Main Menu</a:t>
            </a:r>
            <a:endParaRPr sz="1400">
              <a:solidFill>
                <a:srgbClr val="FFFFFF"/>
              </a:solidFill>
              <a:latin typeface="Work Sans"/>
              <a:ea typeface="Work Sans"/>
              <a:cs typeface="Work Sans"/>
              <a:sym typeface="Work Sans"/>
            </a:endParaRPr>
          </a:p>
        </p:txBody>
      </p:sp>
      <p:sp>
        <p:nvSpPr>
          <p:cNvPr id="1234" name="Google Shape;1234;p49">
            <a:extLst>
              <a:ext uri="{FF2B5EF4-FFF2-40B4-BE49-F238E27FC236}">
                <a16:creationId xmlns:a16="http://schemas.microsoft.com/office/drawing/2014/main" id="{99F79B78-F3BE-9DC3-3F2A-427058AE85DB}"/>
              </a:ext>
            </a:extLst>
          </p:cNvPr>
          <p:cNvSpPr txBox="1"/>
          <p:nvPr/>
        </p:nvSpPr>
        <p:spPr>
          <a:xfrm>
            <a:off x="2577750" y="388675"/>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Hi, Gurlakshpreet</a:t>
            </a:r>
            <a:endParaRPr sz="2700">
              <a:solidFill>
                <a:srgbClr val="EFBC3F"/>
              </a:solidFill>
              <a:latin typeface="Dela Gothic One"/>
              <a:ea typeface="Dela Gothic One"/>
              <a:cs typeface="Dela Gothic One"/>
              <a:sym typeface="Dela Gothic One"/>
            </a:endParaRPr>
          </a:p>
        </p:txBody>
      </p:sp>
      <p:sp>
        <p:nvSpPr>
          <p:cNvPr id="1235" name="Google Shape;1235;p49">
            <a:extLst>
              <a:ext uri="{FF2B5EF4-FFF2-40B4-BE49-F238E27FC236}">
                <a16:creationId xmlns:a16="http://schemas.microsoft.com/office/drawing/2014/main" id="{2F24D501-FA10-AADD-F5C0-BE649AD141FF}"/>
              </a:ext>
            </a:extLst>
          </p:cNvPr>
          <p:cNvSpPr/>
          <p:nvPr/>
        </p:nvSpPr>
        <p:spPr>
          <a:xfrm>
            <a:off x="3093900" y="975775"/>
            <a:ext cx="2956200" cy="396300"/>
          </a:xfrm>
          <a:prstGeom prst="roundRect">
            <a:avLst>
              <a:gd name="adj" fmla="val 16667"/>
            </a:avLst>
          </a:prstGeom>
          <a:solidFill>
            <a:srgbClr val="EBE6D6"/>
          </a:solidFill>
          <a:ln w="19050" cap="flat" cmpd="sng">
            <a:solidFill>
              <a:srgbClr val="EBE6D6"/>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Martian Mono"/>
                <a:ea typeface="Martian Mono"/>
                <a:cs typeface="Martian Mono"/>
                <a:sym typeface="Martian Mono"/>
              </a:rPr>
              <a:t>Which screen next?</a:t>
            </a:r>
            <a:endParaRPr>
              <a:latin typeface="Martian Mono"/>
              <a:ea typeface="Martian Mono"/>
              <a:cs typeface="Martian Mono"/>
              <a:sym typeface="Martian Mono"/>
            </a:endParaRPr>
          </a:p>
        </p:txBody>
      </p:sp>
      <p:sp>
        <p:nvSpPr>
          <p:cNvPr id="1237" name="Google Shape;1237;p49">
            <a:extLst>
              <a:ext uri="{FF2B5EF4-FFF2-40B4-BE49-F238E27FC236}">
                <a16:creationId xmlns:a16="http://schemas.microsoft.com/office/drawing/2014/main" id="{655FB901-DA17-6CBB-D474-6A02499F10D1}"/>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238" name="Google Shape;1238;p49">
            <a:extLst>
              <a:ext uri="{FF2B5EF4-FFF2-40B4-BE49-F238E27FC236}">
                <a16:creationId xmlns:a16="http://schemas.microsoft.com/office/drawing/2014/main" id="{A642C06B-C050-D693-26C2-BC432393F45F}"/>
              </a:ext>
            </a:extLst>
          </p:cNvPr>
          <p:cNvGrpSpPr/>
          <p:nvPr/>
        </p:nvGrpSpPr>
        <p:grpSpPr>
          <a:xfrm>
            <a:off x="1242825" y="1445367"/>
            <a:ext cx="6658350" cy="1385100"/>
            <a:chOff x="1242825" y="1879204"/>
            <a:chExt cx="6658350" cy="1385100"/>
          </a:xfrm>
        </p:grpSpPr>
        <p:sp>
          <p:nvSpPr>
            <p:cNvPr id="1239" name="Google Shape;1239;p49">
              <a:extLst>
                <a:ext uri="{FF2B5EF4-FFF2-40B4-BE49-F238E27FC236}">
                  <a16:creationId xmlns:a16="http://schemas.microsoft.com/office/drawing/2014/main" id="{F21D17E9-33B8-BDE5-82BC-111F3D4F0C37}"/>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1240" name="Google Shape;1240;p49">
              <a:extLst>
                <a:ext uri="{FF2B5EF4-FFF2-40B4-BE49-F238E27FC236}">
                  <a16:creationId xmlns:a16="http://schemas.microsoft.com/office/drawing/2014/main" id="{EED4D667-25CB-C32E-2882-4ED3D8805C76}"/>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1241" name="Google Shape;1241;p49">
              <a:extLst>
                <a:ext uri="{FF2B5EF4-FFF2-40B4-BE49-F238E27FC236}">
                  <a16:creationId xmlns:a16="http://schemas.microsoft.com/office/drawing/2014/main" id="{1743CFD2-8ED4-03F6-A18A-0E1EC0D4FC05}"/>
                </a:ext>
              </a:extLst>
            </p:cNvPr>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1242" name="Google Shape;1242;p49">
              <a:extLst>
                <a:ext uri="{FF2B5EF4-FFF2-40B4-BE49-F238E27FC236}">
                  <a16:creationId xmlns:a16="http://schemas.microsoft.com/office/drawing/2014/main" id="{BA1F6123-27F4-FCDB-43F0-9BCC1142184A}"/>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1243" name="Google Shape;1243;p49">
              <a:extLst>
                <a:ext uri="{FF2B5EF4-FFF2-40B4-BE49-F238E27FC236}">
                  <a16:creationId xmlns:a16="http://schemas.microsoft.com/office/drawing/2014/main" id="{65A97960-224A-D288-0AED-51E02246060D}"/>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1244" name="Google Shape;1244;p49">
              <a:extLst>
                <a:ext uri="{FF2B5EF4-FFF2-40B4-BE49-F238E27FC236}">
                  <a16:creationId xmlns:a16="http://schemas.microsoft.com/office/drawing/2014/main" id="{B5223E57-D04D-BF74-B867-69A13CDF273B}"/>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1245" name="Google Shape;1245;p49">
              <a:extLst>
                <a:ext uri="{FF2B5EF4-FFF2-40B4-BE49-F238E27FC236}">
                  <a16:creationId xmlns:a16="http://schemas.microsoft.com/office/drawing/2014/main" id="{AD46EF17-DC92-676F-26C2-DD1D0EE8F916}"/>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1246" name="Google Shape;1246;p49">
              <a:extLst>
                <a:ext uri="{FF2B5EF4-FFF2-40B4-BE49-F238E27FC236}">
                  <a16:creationId xmlns:a16="http://schemas.microsoft.com/office/drawing/2014/main" id="{2955C51B-E264-438A-CE6C-D69E492FF4B9}"/>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247" name="Google Shape;1247;p49">
              <a:extLst>
                <a:ext uri="{FF2B5EF4-FFF2-40B4-BE49-F238E27FC236}">
                  <a16:creationId xmlns:a16="http://schemas.microsoft.com/office/drawing/2014/main" id="{33EA34BB-308B-FDE7-F09A-A806D04215CC}"/>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1248" name="Google Shape;1248;p49">
            <a:extLst>
              <a:ext uri="{FF2B5EF4-FFF2-40B4-BE49-F238E27FC236}">
                <a16:creationId xmlns:a16="http://schemas.microsoft.com/office/drawing/2014/main" id="{FC5A1E40-D490-B488-0999-06A6F305E8E8}"/>
              </a:ext>
            </a:extLst>
          </p:cNvPr>
          <p:cNvGrpSpPr/>
          <p:nvPr/>
        </p:nvGrpSpPr>
        <p:grpSpPr>
          <a:xfrm>
            <a:off x="1242825" y="3096242"/>
            <a:ext cx="4364025" cy="1385100"/>
            <a:chOff x="1242825" y="1879204"/>
            <a:chExt cx="4364025" cy="1385100"/>
          </a:xfrm>
        </p:grpSpPr>
        <p:sp>
          <p:nvSpPr>
            <p:cNvPr id="1249" name="Google Shape;1249;p49">
              <a:extLst>
                <a:ext uri="{FF2B5EF4-FFF2-40B4-BE49-F238E27FC236}">
                  <a16:creationId xmlns:a16="http://schemas.microsoft.com/office/drawing/2014/main" id="{62016B65-B57C-514E-E4BE-E82DE39D18FB}"/>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1250" name="Google Shape;1250;p49">
              <a:extLst>
                <a:ext uri="{FF2B5EF4-FFF2-40B4-BE49-F238E27FC236}">
                  <a16:creationId xmlns:a16="http://schemas.microsoft.com/office/drawing/2014/main" id="{39FEBFBF-8713-E379-C45D-E7E5980C30CA}"/>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1252" name="Google Shape;1252;p49">
              <a:extLst>
                <a:ext uri="{FF2B5EF4-FFF2-40B4-BE49-F238E27FC236}">
                  <a16:creationId xmlns:a16="http://schemas.microsoft.com/office/drawing/2014/main" id="{71D26B86-D38D-7C50-97A7-5BAF363388AA}"/>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My Projects</a:t>
              </a:r>
              <a:endParaRPr sz="1800" dirty="0">
                <a:solidFill>
                  <a:srgbClr val="FEFEFE"/>
                </a:solidFill>
                <a:latin typeface="Alegreya"/>
                <a:ea typeface="Alegreya"/>
                <a:cs typeface="Alegreya"/>
                <a:sym typeface="Alegreya"/>
              </a:endParaRPr>
            </a:p>
          </p:txBody>
        </p:sp>
        <p:sp>
          <p:nvSpPr>
            <p:cNvPr id="1253" name="Google Shape;1253;p49">
              <a:extLst>
                <a:ext uri="{FF2B5EF4-FFF2-40B4-BE49-F238E27FC236}">
                  <a16:creationId xmlns:a16="http://schemas.microsoft.com/office/drawing/2014/main" id="{D6D3B49C-1C5E-F096-F6FF-433CE457E847}"/>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1256" name="Google Shape;1256;p49">
              <a:extLst>
                <a:ext uri="{FF2B5EF4-FFF2-40B4-BE49-F238E27FC236}">
                  <a16:creationId xmlns:a16="http://schemas.microsoft.com/office/drawing/2014/main" id="{E71AFA4D-1D30-7BBF-25E6-5638CCABD8D7}"/>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257" name="Google Shape;1257;p49">
              <a:extLst>
                <a:ext uri="{FF2B5EF4-FFF2-40B4-BE49-F238E27FC236}">
                  <a16:creationId xmlns:a16="http://schemas.microsoft.com/office/drawing/2014/main" id="{4F51A2DB-39B2-6B52-94E2-45C9A6A4A474}"/>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1258" name="Google Shape;1258;p49">
            <a:extLst>
              <a:ext uri="{FF2B5EF4-FFF2-40B4-BE49-F238E27FC236}">
                <a16:creationId xmlns:a16="http://schemas.microsoft.com/office/drawing/2014/main" id="{9E20C461-AB94-0781-AEB8-FD2E90B3C399}"/>
              </a:ext>
            </a:extLst>
          </p:cNvPr>
          <p:cNvSpPr/>
          <p:nvPr/>
        </p:nvSpPr>
        <p:spPr>
          <a:xfrm rot="3599210">
            <a:off x="5069940" y="4293461"/>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16437883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379"/>
        <p:cNvGrpSpPr/>
        <p:nvPr/>
      </p:nvGrpSpPr>
      <p:grpSpPr>
        <a:xfrm>
          <a:off x="0" y="0"/>
          <a:ext cx="0" cy="0"/>
          <a:chOff x="0" y="0"/>
          <a:chExt cx="0" cy="0"/>
        </a:xfrm>
      </p:grpSpPr>
      <p:sp>
        <p:nvSpPr>
          <p:cNvPr id="1380" name="Google Shape;1380;p53"/>
          <p:cNvSpPr/>
          <p:nvPr/>
        </p:nvSpPr>
        <p:spPr>
          <a:xfrm>
            <a:off x="0" y="0"/>
            <a:ext cx="9144000" cy="5143500"/>
          </a:xfrm>
          <a:prstGeom prst="rect">
            <a:avLst/>
          </a:prstGeom>
          <a:solidFill>
            <a:srgbClr val="EBE6D6"/>
          </a:solidFill>
          <a:ln w="19050" cap="flat" cmpd="sng">
            <a:solidFill>
              <a:srgbClr val="EFBC3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1" name="Google Shape;1381;p53"/>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Leaves</a:t>
            </a:r>
            <a:endParaRPr sz="2700">
              <a:solidFill>
                <a:srgbClr val="EFBC3F"/>
              </a:solidFill>
              <a:latin typeface="Dela Gothic One"/>
              <a:ea typeface="Dela Gothic One"/>
              <a:cs typeface="Dela Gothic One"/>
              <a:sym typeface="Dela Gothic One"/>
            </a:endParaRPr>
          </a:p>
        </p:txBody>
      </p:sp>
      <p:sp>
        <p:nvSpPr>
          <p:cNvPr id="1382" name="Google Shape;1382;p53"/>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383" name="Google Shape;1383;p53"/>
          <p:cNvGrpSpPr/>
          <p:nvPr/>
        </p:nvGrpSpPr>
        <p:grpSpPr>
          <a:xfrm>
            <a:off x="1030895" y="1109148"/>
            <a:ext cx="7082216" cy="3710688"/>
            <a:chOff x="2302350" y="716406"/>
            <a:chExt cx="4539300" cy="3710688"/>
          </a:xfrm>
        </p:grpSpPr>
        <p:sp>
          <p:nvSpPr>
            <p:cNvPr id="1384" name="Google Shape;1384;p53"/>
            <p:cNvSpPr/>
            <p:nvPr/>
          </p:nvSpPr>
          <p:spPr>
            <a:xfrm rot="-5400000">
              <a:off x="2305950" y="939894"/>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5" name="Google Shape;1385;p53"/>
            <p:cNvSpPr/>
            <p:nvPr/>
          </p:nvSpPr>
          <p:spPr>
            <a:xfrm>
              <a:off x="2373600" y="977544"/>
              <a:ext cx="436200" cy="503400"/>
            </a:xfrm>
            <a:prstGeom prst="star6">
              <a:avLst>
                <a:gd name="adj" fmla="val 43076"/>
                <a:gd name="hf" fmla="val 115470"/>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6" name="Google Shape;1386;p53"/>
            <p:cNvSpPr/>
            <p:nvPr/>
          </p:nvSpPr>
          <p:spPr>
            <a:xfrm rot="-5400000">
              <a:off x="2305950" y="1559331"/>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7" name="Google Shape;1387;p53"/>
            <p:cNvSpPr/>
            <p:nvPr/>
          </p:nvSpPr>
          <p:spPr>
            <a:xfrm>
              <a:off x="2352925" y="1609644"/>
              <a:ext cx="484200" cy="484200"/>
            </a:xfrm>
            <a:prstGeom prst="ellipse">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8" name="Google Shape;1388;p53"/>
            <p:cNvSpPr/>
            <p:nvPr/>
          </p:nvSpPr>
          <p:spPr>
            <a:xfrm rot="-5400000">
              <a:off x="2305950" y="3233506"/>
              <a:ext cx="571500" cy="578700"/>
            </a:xfrm>
            <a:prstGeom prst="round2SameRect">
              <a:avLst>
                <a:gd name="adj1" fmla="val 16789"/>
                <a:gd name="adj2" fmla="val 0"/>
              </a:avLst>
            </a:prstGeom>
            <a:solidFill>
              <a:srgbClr val="FF896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9" name="Google Shape;1389;p53"/>
            <p:cNvSpPr/>
            <p:nvPr/>
          </p:nvSpPr>
          <p:spPr>
            <a:xfrm rot="-5400000">
              <a:off x="2305950" y="3850981"/>
              <a:ext cx="571500" cy="578700"/>
            </a:xfrm>
            <a:prstGeom prst="round2SameRect">
              <a:avLst>
                <a:gd name="adj1" fmla="val 16789"/>
                <a:gd name="adj2" fmla="val 0"/>
              </a:avLst>
            </a:prstGeom>
            <a:solidFill>
              <a:srgbClr val="FF896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0" name="Google Shape;1390;p53"/>
            <p:cNvSpPr/>
            <p:nvPr/>
          </p:nvSpPr>
          <p:spPr>
            <a:xfrm rot="-5400000">
              <a:off x="2305950" y="2184906"/>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1" name="Google Shape;1391;p53"/>
            <p:cNvSpPr/>
            <p:nvPr/>
          </p:nvSpPr>
          <p:spPr>
            <a:xfrm rot="5400000" flipH="1">
              <a:off x="4585350" y="-7413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2" name="Google Shape;1392;p53"/>
            <p:cNvSpPr txBox="1"/>
            <p:nvPr/>
          </p:nvSpPr>
          <p:spPr>
            <a:xfrm>
              <a:off x="2394125" y="716406"/>
              <a:ext cx="4384800"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a:solidFill>
                    <a:srgbClr val="434343"/>
                  </a:solidFill>
                  <a:latin typeface="Figtree"/>
                  <a:ea typeface="Figtree"/>
                  <a:cs typeface="Figtree"/>
                  <a:sym typeface="Figtree"/>
                </a:rPr>
                <a:t>COMPANY-WIDE </a:t>
              </a:r>
              <a:r>
                <a:rPr lang="en" sz="900">
                  <a:solidFill>
                    <a:srgbClr val="666666"/>
                  </a:solidFill>
                  <a:latin typeface="Figtree"/>
                  <a:ea typeface="Figtree"/>
                  <a:cs typeface="Figtree"/>
                  <a:sym typeface="Figtree"/>
                </a:rPr>
                <a:t>(3 notices)</a:t>
              </a:r>
              <a:endParaRPr sz="900">
                <a:solidFill>
                  <a:srgbClr val="666666"/>
                </a:solidFill>
                <a:latin typeface="Figtree"/>
                <a:ea typeface="Figtree"/>
                <a:cs typeface="Figtree"/>
                <a:sym typeface="Figtree"/>
              </a:endParaRPr>
            </a:p>
          </p:txBody>
        </p:sp>
        <p:sp>
          <p:nvSpPr>
            <p:cNvPr id="1393" name="Google Shape;1393;p53"/>
            <p:cNvSpPr txBox="1"/>
            <p:nvPr/>
          </p:nvSpPr>
          <p:spPr>
            <a:xfrm>
              <a:off x="3075075" y="943606"/>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600">
                  <a:solidFill>
                    <a:srgbClr val="434343"/>
                  </a:solidFill>
                  <a:latin typeface="Figtree SemiBold"/>
                  <a:ea typeface="Figtree SemiBold"/>
                  <a:cs typeface="Figtree SemiBold"/>
                  <a:sym typeface="Figtree SemiBold"/>
                </a:rPr>
                <a:t>Melissa Gone</a:t>
              </a:r>
              <a:endParaRPr sz="1600">
                <a:solidFill>
                  <a:srgbClr val="666666"/>
                </a:solidFill>
                <a:latin typeface="Figtree Light"/>
                <a:ea typeface="Figtree Light"/>
                <a:cs typeface="Figtree Light"/>
                <a:sym typeface="Figtree Light"/>
              </a:endParaRPr>
            </a:p>
          </p:txBody>
        </p:sp>
        <p:sp>
          <p:nvSpPr>
            <p:cNvPr id="1394" name="Google Shape;1394;p53"/>
            <p:cNvSpPr txBox="1"/>
            <p:nvPr/>
          </p:nvSpPr>
          <p:spPr>
            <a:xfrm>
              <a:off x="2394125" y="3007456"/>
              <a:ext cx="4384800"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a:solidFill>
                    <a:srgbClr val="434343"/>
                  </a:solidFill>
                  <a:latin typeface="Figtree"/>
                  <a:ea typeface="Figtree"/>
                  <a:cs typeface="Figtree"/>
                  <a:sym typeface="Figtree"/>
                </a:rPr>
                <a:t>MY DEPARTMENT </a:t>
              </a:r>
              <a:r>
                <a:rPr lang="en" sz="900">
                  <a:solidFill>
                    <a:srgbClr val="666666"/>
                  </a:solidFill>
                  <a:latin typeface="Figtree"/>
                  <a:ea typeface="Figtree"/>
                  <a:cs typeface="Figtree"/>
                  <a:sym typeface="Figtree"/>
                </a:rPr>
                <a:t>(3 notices)</a:t>
              </a:r>
              <a:endParaRPr sz="900">
                <a:solidFill>
                  <a:srgbClr val="666666"/>
                </a:solidFill>
                <a:latin typeface="Figtree"/>
                <a:ea typeface="Figtree"/>
                <a:cs typeface="Figtree"/>
                <a:sym typeface="Figtree"/>
              </a:endParaRPr>
            </a:p>
          </p:txBody>
        </p:sp>
        <p:sp>
          <p:nvSpPr>
            <p:cNvPr id="1395" name="Google Shape;1395;p53"/>
            <p:cNvSpPr/>
            <p:nvPr/>
          </p:nvSpPr>
          <p:spPr>
            <a:xfrm rot="5400000" flipH="1">
              <a:off x="4585350" y="-121869"/>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6" name="Google Shape;1396;p53"/>
            <p:cNvSpPr txBox="1"/>
            <p:nvPr/>
          </p:nvSpPr>
          <p:spPr>
            <a:xfrm>
              <a:off x="3075075" y="1563044"/>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Maddie Perez</a:t>
              </a:r>
              <a:endParaRPr sz="1500">
                <a:solidFill>
                  <a:srgbClr val="666666"/>
                </a:solidFill>
                <a:latin typeface="Figtree Light"/>
                <a:ea typeface="Figtree Light"/>
                <a:cs typeface="Figtree Light"/>
                <a:sym typeface="Figtree Light"/>
              </a:endParaRPr>
            </a:p>
          </p:txBody>
        </p:sp>
        <p:sp>
          <p:nvSpPr>
            <p:cNvPr id="1397" name="Google Shape;1397;p53"/>
            <p:cNvSpPr txBox="1"/>
            <p:nvPr/>
          </p:nvSpPr>
          <p:spPr>
            <a:xfrm>
              <a:off x="2302350" y="1740981"/>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30th May</a:t>
              </a:r>
              <a:endParaRPr>
                <a:solidFill>
                  <a:srgbClr val="FFFFFF"/>
                </a:solidFill>
                <a:latin typeface="Figtree Black"/>
                <a:ea typeface="Figtree Black"/>
                <a:cs typeface="Figtree Black"/>
                <a:sym typeface="Figtree Black"/>
              </a:endParaRPr>
            </a:p>
          </p:txBody>
        </p:sp>
        <p:sp>
          <p:nvSpPr>
            <p:cNvPr id="1398" name="Google Shape;1398;p53"/>
            <p:cNvSpPr/>
            <p:nvPr/>
          </p:nvSpPr>
          <p:spPr>
            <a:xfrm rot="5400000" flipH="1">
              <a:off x="4585350" y="5037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9" name="Google Shape;1399;p53"/>
            <p:cNvSpPr txBox="1"/>
            <p:nvPr/>
          </p:nvSpPr>
          <p:spPr>
            <a:xfrm>
              <a:off x="3075075" y="2188619"/>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Mary Cooper</a:t>
              </a:r>
              <a:endParaRPr sz="1500">
                <a:solidFill>
                  <a:srgbClr val="666666"/>
                </a:solidFill>
                <a:latin typeface="Figtree Light"/>
                <a:ea typeface="Figtree Light"/>
                <a:cs typeface="Figtree Light"/>
                <a:sym typeface="Figtree Light"/>
              </a:endParaRPr>
            </a:p>
          </p:txBody>
        </p:sp>
        <p:sp>
          <p:nvSpPr>
            <p:cNvPr id="1400" name="Google Shape;1400;p53"/>
            <p:cNvSpPr/>
            <p:nvPr/>
          </p:nvSpPr>
          <p:spPr>
            <a:xfrm rot="5400000" flipH="1">
              <a:off x="4585350" y="15523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01" name="Google Shape;1401;p53"/>
            <p:cNvSpPr txBox="1"/>
            <p:nvPr/>
          </p:nvSpPr>
          <p:spPr>
            <a:xfrm>
              <a:off x="3075075" y="3237219"/>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Sheldon Cooper</a:t>
              </a:r>
              <a:endParaRPr sz="1500">
                <a:solidFill>
                  <a:srgbClr val="434343"/>
                </a:solidFill>
                <a:latin typeface="Figtree SemiBold"/>
                <a:ea typeface="Figtree SemiBold"/>
                <a:cs typeface="Figtree SemiBold"/>
                <a:sym typeface="Figtree SemiBold"/>
              </a:endParaRPr>
            </a:p>
          </p:txBody>
        </p:sp>
        <p:sp>
          <p:nvSpPr>
            <p:cNvPr id="1402" name="Google Shape;1402;p53"/>
            <p:cNvSpPr/>
            <p:nvPr/>
          </p:nvSpPr>
          <p:spPr>
            <a:xfrm rot="5400000" flipH="1">
              <a:off x="4585350" y="2169781"/>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03" name="Google Shape;1403;p53"/>
            <p:cNvSpPr txBox="1"/>
            <p:nvPr/>
          </p:nvSpPr>
          <p:spPr>
            <a:xfrm>
              <a:off x="3075075" y="3854694"/>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Penny Hofstadter</a:t>
              </a:r>
              <a:endParaRPr sz="1500">
                <a:solidFill>
                  <a:srgbClr val="666666"/>
                </a:solidFill>
                <a:latin typeface="Figtree Light"/>
                <a:ea typeface="Figtree Light"/>
                <a:cs typeface="Figtree Light"/>
                <a:sym typeface="Figtree Light"/>
              </a:endParaRPr>
            </a:p>
          </p:txBody>
        </p:sp>
        <p:sp>
          <p:nvSpPr>
            <p:cNvPr id="1404" name="Google Shape;1404;p53"/>
            <p:cNvSpPr/>
            <p:nvPr/>
          </p:nvSpPr>
          <p:spPr>
            <a:xfrm>
              <a:off x="2348003" y="3278609"/>
              <a:ext cx="487395" cy="488494"/>
            </a:xfrm>
            <a:custGeom>
              <a:avLst/>
              <a:gdLst/>
              <a:ahLst/>
              <a:cxnLst/>
              <a:rect l="l" t="t" r="r" b="b"/>
              <a:pathLst>
                <a:path w="91358" h="91564" extrusionOk="0">
                  <a:moveTo>
                    <a:pt x="35027" y="0"/>
                  </a:moveTo>
                  <a:lnTo>
                    <a:pt x="25605" y="17821"/>
                  </a:lnTo>
                  <a:lnTo>
                    <a:pt x="5735" y="20894"/>
                  </a:lnTo>
                  <a:lnTo>
                    <a:pt x="11676" y="40149"/>
                  </a:lnTo>
                  <a:lnTo>
                    <a:pt x="0" y="56536"/>
                  </a:lnTo>
                  <a:lnTo>
                    <a:pt x="17616" y="65959"/>
                  </a:lnTo>
                  <a:lnTo>
                    <a:pt x="20894" y="85623"/>
                  </a:lnTo>
                  <a:lnTo>
                    <a:pt x="40148" y="79683"/>
                  </a:lnTo>
                  <a:lnTo>
                    <a:pt x="56331" y="91563"/>
                  </a:lnTo>
                  <a:lnTo>
                    <a:pt x="65753" y="73742"/>
                  </a:lnTo>
                  <a:lnTo>
                    <a:pt x="85622" y="70670"/>
                  </a:lnTo>
                  <a:lnTo>
                    <a:pt x="79682" y="51415"/>
                  </a:lnTo>
                  <a:lnTo>
                    <a:pt x="91358" y="35028"/>
                  </a:lnTo>
                  <a:lnTo>
                    <a:pt x="73742" y="25810"/>
                  </a:lnTo>
                  <a:lnTo>
                    <a:pt x="70464" y="5941"/>
                  </a:lnTo>
                  <a:lnTo>
                    <a:pt x="51210" y="11881"/>
                  </a:lnTo>
                  <a:lnTo>
                    <a:pt x="35027" y="0"/>
                  </a:lnTo>
                  <a:close/>
                </a:path>
              </a:pathLst>
            </a:custGeom>
            <a:solidFill>
              <a:srgbClr val="FF5F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405" name="Google Shape;1405;p53"/>
            <p:cNvSpPr txBox="1"/>
            <p:nvPr/>
          </p:nvSpPr>
          <p:spPr>
            <a:xfrm>
              <a:off x="2305675" y="3415156"/>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29th May</a:t>
              </a:r>
              <a:endParaRPr>
                <a:solidFill>
                  <a:srgbClr val="FFFFFF"/>
                </a:solidFill>
                <a:latin typeface="Figtree Black"/>
                <a:ea typeface="Figtree Black"/>
                <a:cs typeface="Figtree Black"/>
                <a:sym typeface="Figtree Black"/>
              </a:endParaRPr>
            </a:p>
          </p:txBody>
        </p:sp>
        <p:sp>
          <p:nvSpPr>
            <p:cNvPr id="1406" name="Google Shape;1406;p53"/>
            <p:cNvSpPr/>
            <p:nvPr/>
          </p:nvSpPr>
          <p:spPr>
            <a:xfrm>
              <a:off x="2362425" y="2249331"/>
              <a:ext cx="465201" cy="465201"/>
            </a:xfrm>
            <a:custGeom>
              <a:avLst/>
              <a:gdLst/>
              <a:ahLst/>
              <a:cxnLst/>
              <a:rect l="l" t="t" r="r" b="b"/>
              <a:pathLst>
                <a:path w="209550" h="209550" extrusionOk="0">
                  <a:moveTo>
                    <a:pt x="78798" y="0"/>
                  </a:moveTo>
                  <a:lnTo>
                    <a:pt x="78798" y="41997"/>
                  </a:lnTo>
                  <a:lnTo>
                    <a:pt x="48924" y="12123"/>
                  </a:lnTo>
                  <a:lnTo>
                    <a:pt x="12123" y="48924"/>
                  </a:lnTo>
                  <a:lnTo>
                    <a:pt x="41997" y="78798"/>
                  </a:lnTo>
                  <a:lnTo>
                    <a:pt x="0" y="78798"/>
                  </a:lnTo>
                  <a:lnTo>
                    <a:pt x="0" y="130752"/>
                  </a:lnTo>
                  <a:lnTo>
                    <a:pt x="41997" y="130752"/>
                  </a:lnTo>
                  <a:lnTo>
                    <a:pt x="12123" y="160626"/>
                  </a:lnTo>
                  <a:lnTo>
                    <a:pt x="48924" y="197427"/>
                  </a:lnTo>
                  <a:lnTo>
                    <a:pt x="78798" y="167553"/>
                  </a:lnTo>
                  <a:lnTo>
                    <a:pt x="78798" y="209550"/>
                  </a:lnTo>
                  <a:lnTo>
                    <a:pt x="130752" y="209550"/>
                  </a:lnTo>
                  <a:lnTo>
                    <a:pt x="130752" y="167553"/>
                  </a:lnTo>
                  <a:lnTo>
                    <a:pt x="160193" y="197427"/>
                  </a:lnTo>
                  <a:lnTo>
                    <a:pt x="196994" y="160626"/>
                  </a:lnTo>
                  <a:lnTo>
                    <a:pt x="167553" y="130752"/>
                  </a:lnTo>
                  <a:lnTo>
                    <a:pt x="209550" y="130752"/>
                  </a:lnTo>
                  <a:lnTo>
                    <a:pt x="209550" y="78798"/>
                  </a:lnTo>
                  <a:lnTo>
                    <a:pt x="167553" y="78798"/>
                  </a:lnTo>
                  <a:lnTo>
                    <a:pt x="196994" y="48924"/>
                  </a:lnTo>
                  <a:lnTo>
                    <a:pt x="160193" y="12123"/>
                  </a:lnTo>
                  <a:lnTo>
                    <a:pt x="130752" y="41997"/>
                  </a:lnTo>
                  <a:lnTo>
                    <a:pt x="130752" y="0"/>
                  </a:lnTo>
                  <a:close/>
                </a:path>
              </a:pathLst>
            </a:custGeom>
            <a:solidFill>
              <a:srgbClr val="FF59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407" name="Google Shape;1407;p53"/>
            <p:cNvSpPr/>
            <p:nvPr/>
          </p:nvSpPr>
          <p:spPr>
            <a:xfrm>
              <a:off x="2373552" y="3917990"/>
              <a:ext cx="436296" cy="444682"/>
            </a:xfrm>
            <a:custGeom>
              <a:avLst/>
              <a:gdLst/>
              <a:ahLst/>
              <a:cxnLst/>
              <a:rect l="l" t="t" r="r" b="b"/>
              <a:pathLst>
                <a:path w="85214" h="86852" extrusionOk="0">
                  <a:moveTo>
                    <a:pt x="43426" y="0"/>
                  </a:moveTo>
                  <a:lnTo>
                    <a:pt x="38920" y="205"/>
                  </a:lnTo>
                  <a:lnTo>
                    <a:pt x="34618" y="820"/>
                  </a:lnTo>
                  <a:lnTo>
                    <a:pt x="30521" y="1844"/>
                  </a:lnTo>
                  <a:lnTo>
                    <a:pt x="26425" y="3483"/>
                  </a:lnTo>
                  <a:lnTo>
                    <a:pt x="22737" y="5121"/>
                  </a:lnTo>
                  <a:lnTo>
                    <a:pt x="19050" y="7374"/>
                  </a:lnTo>
                  <a:lnTo>
                    <a:pt x="15773" y="9833"/>
                  </a:lnTo>
                  <a:lnTo>
                    <a:pt x="12700" y="12700"/>
                  </a:lnTo>
                  <a:lnTo>
                    <a:pt x="9833" y="15773"/>
                  </a:lnTo>
                  <a:lnTo>
                    <a:pt x="7375" y="19050"/>
                  </a:lnTo>
                  <a:lnTo>
                    <a:pt x="5121" y="22737"/>
                  </a:lnTo>
                  <a:lnTo>
                    <a:pt x="3278" y="26424"/>
                  </a:lnTo>
                  <a:lnTo>
                    <a:pt x="1844" y="30521"/>
                  </a:lnTo>
                  <a:lnTo>
                    <a:pt x="820" y="34618"/>
                  </a:lnTo>
                  <a:lnTo>
                    <a:pt x="205" y="38920"/>
                  </a:lnTo>
                  <a:lnTo>
                    <a:pt x="0" y="43426"/>
                  </a:lnTo>
                  <a:lnTo>
                    <a:pt x="205" y="47933"/>
                  </a:lnTo>
                  <a:lnTo>
                    <a:pt x="820" y="52234"/>
                  </a:lnTo>
                  <a:lnTo>
                    <a:pt x="1844" y="56331"/>
                  </a:lnTo>
                  <a:lnTo>
                    <a:pt x="3278" y="60223"/>
                  </a:lnTo>
                  <a:lnTo>
                    <a:pt x="5121" y="64115"/>
                  </a:lnTo>
                  <a:lnTo>
                    <a:pt x="7375" y="67597"/>
                  </a:lnTo>
                  <a:lnTo>
                    <a:pt x="9833" y="71079"/>
                  </a:lnTo>
                  <a:lnTo>
                    <a:pt x="12700" y="74152"/>
                  </a:lnTo>
                  <a:lnTo>
                    <a:pt x="15773" y="76815"/>
                  </a:lnTo>
                  <a:lnTo>
                    <a:pt x="19050" y="79478"/>
                  </a:lnTo>
                  <a:lnTo>
                    <a:pt x="22737" y="81526"/>
                  </a:lnTo>
                  <a:lnTo>
                    <a:pt x="26425" y="83370"/>
                  </a:lnTo>
                  <a:lnTo>
                    <a:pt x="30521" y="84803"/>
                  </a:lnTo>
                  <a:lnTo>
                    <a:pt x="34618" y="86033"/>
                  </a:lnTo>
                  <a:lnTo>
                    <a:pt x="38920" y="86647"/>
                  </a:lnTo>
                  <a:lnTo>
                    <a:pt x="43426" y="86852"/>
                  </a:lnTo>
                  <a:lnTo>
                    <a:pt x="43426" y="55307"/>
                  </a:lnTo>
                  <a:lnTo>
                    <a:pt x="44450" y="58584"/>
                  </a:lnTo>
                  <a:lnTo>
                    <a:pt x="45884" y="61862"/>
                  </a:lnTo>
                  <a:lnTo>
                    <a:pt x="47318" y="64934"/>
                  </a:lnTo>
                  <a:lnTo>
                    <a:pt x="49162" y="67802"/>
                  </a:lnTo>
                  <a:lnTo>
                    <a:pt x="51210" y="70670"/>
                  </a:lnTo>
                  <a:lnTo>
                    <a:pt x="53668" y="73128"/>
                  </a:lnTo>
                  <a:lnTo>
                    <a:pt x="56126" y="75586"/>
                  </a:lnTo>
                  <a:lnTo>
                    <a:pt x="58789" y="77839"/>
                  </a:lnTo>
                  <a:lnTo>
                    <a:pt x="61452" y="79887"/>
                  </a:lnTo>
                  <a:lnTo>
                    <a:pt x="64524" y="81731"/>
                  </a:lnTo>
                  <a:lnTo>
                    <a:pt x="67597" y="83165"/>
                  </a:lnTo>
                  <a:lnTo>
                    <a:pt x="70874" y="84394"/>
                  </a:lnTo>
                  <a:lnTo>
                    <a:pt x="74357" y="85418"/>
                  </a:lnTo>
                  <a:lnTo>
                    <a:pt x="77839" y="86237"/>
                  </a:lnTo>
                  <a:lnTo>
                    <a:pt x="81526" y="86647"/>
                  </a:lnTo>
                  <a:lnTo>
                    <a:pt x="85213" y="86852"/>
                  </a:lnTo>
                  <a:lnTo>
                    <a:pt x="85213" y="0"/>
                  </a:lnTo>
                  <a:lnTo>
                    <a:pt x="81526" y="205"/>
                  </a:lnTo>
                  <a:lnTo>
                    <a:pt x="77839" y="615"/>
                  </a:lnTo>
                  <a:lnTo>
                    <a:pt x="74357" y="1229"/>
                  </a:lnTo>
                  <a:lnTo>
                    <a:pt x="70874" y="2253"/>
                  </a:lnTo>
                  <a:lnTo>
                    <a:pt x="67597" y="3687"/>
                  </a:lnTo>
                  <a:lnTo>
                    <a:pt x="64524" y="5121"/>
                  </a:lnTo>
                  <a:lnTo>
                    <a:pt x="61452" y="6965"/>
                  </a:lnTo>
                  <a:lnTo>
                    <a:pt x="58789" y="9013"/>
                  </a:lnTo>
                  <a:lnTo>
                    <a:pt x="56126" y="11062"/>
                  </a:lnTo>
                  <a:lnTo>
                    <a:pt x="53668" y="13520"/>
                  </a:lnTo>
                  <a:lnTo>
                    <a:pt x="51210" y="16183"/>
                  </a:lnTo>
                  <a:lnTo>
                    <a:pt x="49162" y="19050"/>
                  </a:lnTo>
                  <a:lnTo>
                    <a:pt x="47318" y="21918"/>
                  </a:lnTo>
                  <a:lnTo>
                    <a:pt x="45884" y="24991"/>
                  </a:lnTo>
                  <a:lnTo>
                    <a:pt x="44450" y="28268"/>
                  </a:lnTo>
                  <a:lnTo>
                    <a:pt x="43426" y="31545"/>
                  </a:lnTo>
                  <a:lnTo>
                    <a:pt x="43426" y="0"/>
                  </a:lnTo>
                  <a:close/>
                </a:path>
              </a:pathLst>
            </a:custGeom>
            <a:solidFill>
              <a:srgbClr val="FF5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408" name="Google Shape;1408;p53"/>
            <p:cNvSpPr txBox="1"/>
            <p:nvPr/>
          </p:nvSpPr>
          <p:spPr>
            <a:xfrm>
              <a:off x="2302350" y="2366556"/>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31St May</a:t>
              </a:r>
              <a:endParaRPr>
                <a:solidFill>
                  <a:srgbClr val="FFFFFF"/>
                </a:solidFill>
                <a:latin typeface="Figtree Black"/>
                <a:ea typeface="Figtree Black"/>
                <a:cs typeface="Figtree Black"/>
                <a:sym typeface="Figtree Black"/>
              </a:endParaRPr>
            </a:p>
          </p:txBody>
        </p:sp>
        <p:sp>
          <p:nvSpPr>
            <p:cNvPr id="1409" name="Google Shape;1409;p53"/>
            <p:cNvSpPr txBox="1"/>
            <p:nvPr/>
          </p:nvSpPr>
          <p:spPr>
            <a:xfrm>
              <a:off x="2302350" y="4032631"/>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5th June</a:t>
              </a:r>
              <a:endParaRPr>
                <a:solidFill>
                  <a:srgbClr val="FFFFFF"/>
                </a:solidFill>
                <a:latin typeface="Figtree Black"/>
                <a:ea typeface="Figtree Black"/>
                <a:cs typeface="Figtree Black"/>
                <a:sym typeface="Figtree Black"/>
              </a:endParaRPr>
            </a:p>
          </p:txBody>
        </p:sp>
        <p:sp>
          <p:nvSpPr>
            <p:cNvPr id="1410" name="Google Shape;1410;p53"/>
            <p:cNvSpPr txBox="1"/>
            <p:nvPr/>
          </p:nvSpPr>
          <p:spPr>
            <a:xfrm>
              <a:off x="2302350" y="1121544"/>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27th May</a:t>
              </a:r>
              <a:endParaRPr>
                <a:solidFill>
                  <a:srgbClr val="FFFFFF"/>
                </a:solidFill>
                <a:latin typeface="Figtree Black"/>
                <a:ea typeface="Figtree Black"/>
                <a:cs typeface="Figtree Black"/>
                <a:sym typeface="Figtree Black"/>
              </a:endParaRPr>
            </a:p>
          </p:txBody>
        </p:sp>
      </p:grpSp>
      <p:sp>
        <p:nvSpPr>
          <p:cNvPr id="1411" name="Google Shape;1411;p53"/>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Lato"/>
              <a:ea typeface="Lato"/>
              <a:cs typeface="Lato"/>
              <a:sym typeface="Lato"/>
            </a:endParaRPr>
          </a:p>
        </p:txBody>
      </p:sp>
      <p:sp>
        <p:nvSpPr>
          <p:cNvPr id="1412" name="Google Shape;1412;p53"/>
          <p:cNvSpPr txBox="1">
            <a:spLocks noGrp="1"/>
          </p:cNvSpPr>
          <p:nvPr>
            <p:ph type="title" idx="4294967295"/>
          </p:nvPr>
        </p:nvSpPr>
        <p:spPr>
          <a:xfrm>
            <a:off x="346424" y="4747100"/>
            <a:ext cx="3497155"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Leaves Screen (Non-Leadership)</a:t>
            </a:r>
            <a:endParaRPr sz="1400" dirty="0">
              <a:solidFill>
                <a:srgbClr val="FFFFFF"/>
              </a:solidFill>
              <a:latin typeface="Work Sans"/>
              <a:ea typeface="Work Sans"/>
              <a:cs typeface="Work Sans"/>
              <a:sym typeface="Work Sans"/>
            </a:endParaRPr>
          </a:p>
        </p:txBody>
      </p:sp>
      <p:sp>
        <p:nvSpPr>
          <p:cNvPr id="1413" name="Google Shape;1413;p53"/>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416" name="Google Shape;1416;p53"/>
          <p:cNvSpPr txBox="1"/>
          <p:nvPr/>
        </p:nvSpPr>
        <p:spPr>
          <a:xfrm>
            <a:off x="8113100" y="6058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a:t>
            </a:r>
            <a:endParaRPr sz="1300">
              <a:solidFill>
                <a:srgbClr val="A47FA7"/>
              </a:solidFill>
              <a:latin typeface="Martian Mono"/>
              <a:ea typeface="Martian Mono"/>
              <a:cs typeface="Martian Mono"/>
              <a:sym typeface="Martian Mono"/>
            </a:endParaRPr>
          </a:p>
        </p:txBody>
      </p:sp>
      <p:sp>
        <p:nvSpPr>
          <p:cNvPr id="2" name="Google Shape;1258;p49">
            <a:extLst>
              <a:ext uri="{FF2B5EF4-FFF2-40B4-BE49-F238E27FC236}">
                <a16:creationId xmlns:a16="http://schemas.microsoft.com/office/drawing/2014/main" id="{4126D43B-45EF-829F-2619-C6521EE4AA60}"/>
              </a:ext>
            </a:extLst>
          </p:cNvPr>
          <p:cNvSpPr/>
          <p:nvPr/>
        </p:nvSpPr>
        <p:spPr>
          <a:xfrm rot="3599210">
            <a:off x="5069940" y="4293461"/>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3" name="Google Shape;1414;p53">
            <a:extLst>
              <a:ext uri="{FF2B5EF4-FFF2-40B4-BE49-F238E27FC236}">
                <a16:creationId xmlns:a16="http://schemas.microsoft.com/office/drawing/2014/main" id="{8C80D7EA-D56C-ACA3-D629-8C29B65D751B}"/>
              </a:ext>
            </a:extLst>
          </p:cNvPr>
          <p:cNvSpPr/>
          <p:nvPr/>
        </p:nvSpPr>
        <p:spPr>
          <a:xfrm>
            <a:off x="8926800" y="0"/>
            <a:ext cx="217200" cy="376428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Tree>
    <p:extLst>
      <p:ext uri="{BB962C8B-B14F-4D97-AF65-F5344CB8AC3E}">
        <p14:creationId xmlns:p14="http://schemas.microsoft.com/office/powerpoint/2010/main" val="3828559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379">
          <a:extLst>
            <a:ext uri="{FF2B5EF4-FFF2-40B4-BE49-F238E27FC236}">
              <a16:creationId xmlns:a16="http://schemas.microsoft.com/office/drawing/2014/main" id="{B8799AEC-C942-6AE2-B2C5-CE918D3AE747}"/>
            </a:ext>
          </a:extLst>
        </p:cNvPr>
        <p:cNvGrpSpPr/>
        <p:nvPr/>
      </p:nvGrpSpPr>
      <p:grpSpPr>
        <a:xfrm>
          <a:off x="0" y="0"/>
          <a:ext cx="0" cy="0"/>
          <a:chOff x="0" y="0"/>
          <a:chExt cx="0" cy="0"/>
        </a:xfrm>
      </p:grpSpPr>
      <p:sp>
        <p:nvSpPr>
          <p:cNvPr id="1380" name="Google Shape;1380;p53">
            <a:extLst>
              <a:ext uri="{FF2B5EF4-FFF2-40B4-BE49-F238E27FC236}">
                <a16:creationId xmlns:a16="http://schemas.microsoft.com/office/drawing/2014/main" id="{29EDFEC8-75E7-A06E-2254-369B1B14A3D4}"/>
              </a:ext>
            </a:extLst>
          </p:cNvPr>
          <p:cNvSpPr/>
          <p:nvPr/>
        </p:nvSpPr>
        <p:spPr>
          <a:xfrm>
            <a:off x="0" y="0"/>
            <a:ext cx="9144000" cy="5143500"/>
          </a:xfrm>
          <a:prstGeom prst="rect">
            <a:avLst/>
          </a:prstGeom>
          <a:solidFill>
            <a:srgbClr val="EBE6D6"/>
          </a:solidFill>
          <a:ln w="19050" cap="flat" cmpd="sng">
            <a:solidFill>
              <a:srgbClr val="EFBC3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1" name="Google Shape;1381;p53">
            <a:extLst>
              <a:ext uri="{FF2B5EF4-FFF2-40B4-BE49-F238E27FC236}">
                <a16:creationId xmlns:a16="http://schemas.microsoft.com/office/drawing/2014/main" id="{68BCAC28-6F96-F05B-B3AA-6FDAD9EFC00B}"/>
              </a:ext>
            </a:extLst>
          </p:cNvPr>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Leaves</a:t>
            </a:r>
            <a:endParaRPr sz="2700">
              <a:solidFill>
                <a:srgbClr val="EFBC3F"/>
              </a:solidFill>
              <a:latin typeface="Dela Gothic One"/>
              <a:ea typeface="Dela Gothic One"/>
              <a:cs typeface="Dela Gothic One"/>
              <a:sym typeface="Dela Gothic One"/>
            </a:endParaRPr>
          </a:p>
        </p:txBody>
      </p:sp>
      <p:sp>
        <p:nvSpPr>
          <p:cNvPr id="1382" name="Google Shape;1382;p53">
            <a:extLst>
              <a:ext uri="{FF2B5EF4-FFF2-40B4-BE49-F238E27FC236}">
                <a16:creationId xmlns:a16="http://schemas.microsoft.com/office/drawing/2014/main" id="{5CF9F83B-CA1F-3FCB-28BE-0BF1DC3BD4C0}"/>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383" name="Google Shape;1383;p53">
            <a:extLst>
              <a:ext uri="{FF2B5EF4-FFF2-40B4-BE49-F238E27FC236}">
                <a16:creationId xmlns:a16="http://schemas.microsoft.com/office/drawing/2014/main" id="{F1E9ED98-1407-64F1-BD91-F03A0828A7F3}"/>
              </a:ext>
            </a:extLst>
          </p:cNvPr>
          <p:cNvGrpSpPr/>
          <p:nvPr/>
        </p:nvGrpSpPr>
        <p:grpSpPr>
          <a:xfrm>
            <a:off x="1030895" y="1109148"/>
            <a:ext cx="7082216" cy="3710688"/>
            <a:chOff x="2302350" y="716406"/>
            <a:chExt cx="4539300" cy="3710688"/>
          </a:xfrm>
        </p:grpSpPr>
        <p:sp>
          <p:nvSpPr>
            <p:cNvPr id="1384" name="Google Shape;1384;p53">
              <a:extLst>
                <a:ext uri="{FF2B5EF4-FFF2-40B4-BE49-F238E27FC236}">
                  <a16:creationId xmlns:a16="http://schemas.microsoft.com/office/drawing/2014/main" id="{822F38A8-1A5B-0A72-77C6-18D491510D31}"/>
                </a:ext>
              </a:extLst>
            </p:cNvPr>
            <p:cNvSpPr/>
            <p:nvPr/>
          </p:nvSpPr>
          <p:spPr>
            <a:xfrm rot="-5400000">
              <a:off x="2305950" y="939894"/>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5" name="Google Shape;1385;p53">
              <a:extLst>
                <a:ext uri="{FF2B5EF4-FFF2-40B4-BE49-F238E27FC236}">
                  <a16:creationId xmlns:a16="http://schemas.microsoft.com/office/drawing/2014/main" id="{E3E9378A-A2FD-1842-87C2-479550A2AC13}"/>
                </a:ext>
              </a:extLst>
            </p:cNvPr>
            <p:cNvSpPr/>
            <p:nvPr/>
          </p:nvSpPr>
          <p:spPr>
            <a:xfrm>
              <a:off x="2373600" y="977544"/>
              <a:ext cx="436200" cy="503400"/>
            </a:xfrm>
            <a:prstGeom prst="star6">
              <a:avLst>
                <a:gd name="adj" fmla="val 43076"/>
                <a:gd name="hf" fmla="val 115470"/>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6" name="Google Shape;1386;p53">
              <a:extLst>
                <a:ext uri="{FF2B5EF4-FFF2-40B4-BE49-F238E27FC236}">
                  <a16:creationId xmlns:a16="http://schemas.microsoft.com/office/drawing/2014/main" id="{3E9B41D6-1D0B-5E92-6250-4DDC79DFA1CB}"/>
                </a:ext>
              </a:extLst>
            </p:cNvPr>
            <p:cNvSpPr/>
            <p:nvPr/>
          </p:nvSpPr>
          <p:spPr>
            <a:xfrm rot="-5400000">
              <a:off x="2305950" y="1559331"/>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7" name="Google Shape;1387;p53">
              <a:extLst>
                <a:ext uri="{FF2B5EF4-FFF2-40B4-BE49-F238E27FC236}">
                  <a16:creationId xmlns:a16="http://schemas.microsoft.com/office/drawing/2014/main" id="{AED86B2F-9C7A-5490-E771-924CFE6350D5}"/>
                </a:ext>
              </a:extLst>
            </p:cNvPr>
            <p:cNvSpPr/>
            <p:nvPr/>
          </p:nvSpPr>
          <p:spPr>
            <a:xfrm>
              <a:off x="2352925" y="1609644"/>
              <a:ext cx="484200" cy="484200"/>
            </a:xfrm>
            <a:prstGeom prst="ellipse">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8" name="Google Shape;1388;p53">
              <a:extLst>
                <a:ext uri="{FF2B5EF4-FFF2-40B4-BE49-F238E27FC236}">
                  <a16:creationId xmlns:a16="http://schemas.microsoft.com/office/drawing/2014/main" id="{94B95D8B-45C2-DCC1-F5C9-1ED8DB08A7CC}"/>
                </a:ext>
              </a:extLst>
            </p:cNvPr>
            <p:cNvSpPr/>
            <p:nvPr/>
          </p:nvSpPr>
          <p:spPr>
            <a:xfrm rot="-5400000">
              <a:off x="2305950" y="3233506"/>
              <a:ext cx="571500" cy="578700"/>
            </a:xfrm>
            <a:prstGeom prst="round2SameRect">
              <a:avLst>
                <a:gd name="adj1" fmla="val 16789"/>
                <a:gd name="adj2" fmla="val 0"/>
              </a:avLst>
            </a:prstGeom>
            <a:solidFill>
              <a:srgbClr val="FF896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9" name="Google Shape;1389;p53">
              <a:extLst>
                <a:ext uri="{FF2B5EF4-FFF2-40B4-BE49-F238E27FC236}">
                  <a16:creationId xmlns:a16="http://schemas.microsoft.com/office/drawing/2014/main" id="{46FDEF2C-CD30-4F60-3524-B80872E5ED62}"/>
                </a:ext>
              </a:extLst>
            </p:cNvPr>
            <p:cNvSpPr/>
            <p:nvPr/>
          </p:nvSpPr>
          <p:spPr>
            <a:xfrm rot="-5400000">
              <a:off x="2305950" y="3850981"/>
              <a:ext cx="571500" cy="578700"/>
            </a:xfrm>
            <a:prstGeom prst="round2SameRect">
              <a:avLst>
                <a:gd name="adj1" fmla="val 16789"/>
                <a:gd name="adj2" fmla="val 0"/>
              </a:avLst>
            </a:prstGeom>
            <a:solidFill>
              <a:srgbClr val="FF896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0" name="Google Shape;1390;p53">
              <a:extLst>
                <a:ext uri="{FF2B5EF4-FFF2-40B4-BE49-F238E27FC236}">
                  <a16:creationId xmlns:a16="http://schemas.microsoft.com/office/drawing/2014/main" id="{B2E08ABF-72FE-B8A6-4E46-34765F662F5B}"/>
                </a:ext>
              </a:extLst>
            </p:cNvPr>
            <p:cNvSpPr/>
            <p:nvPr/>
          </p:nvSpPr>
          <p:spPr>
            <a:xfrm rot="-5400000">
              <a:off x="2305950" y="2184906"/>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1" name="Google Shape;1391;p53">
              <a:extLst>
                <a:ext uri="{FF2B5EF4-FFF2-40B4-BE49-F238E27FC236}">
                  <a16:creationId xmlns:a16="http://schemas.microsoft.com/office/drawing/2014/main" id="{CE3A7E89-1F52-EE78-C683-86B6DB546AC6}"/>
                </a:ext>
              </a:extLst>
            </p:cNvPr>
            <p:cNvSpPr/>
            <p:nvPr/>
          </p:nvSpPr>
          <p:spPr>
            <a:xfrm rot="5400000" flipH="1">
              <a:off x="4585350" y="-7413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2" name="Google Shape;1392;p53">
              <a:extLst>
                <a:ext uri="{FF2B5EF4-FFF2-40B4-BE49-F238E27FC236}">
                  <a16:creationId xmlns:a16="http://schemas.microsoft.com/office/drawing/2014/main" id="{6442A7F0-26BB-C9A4-6C0F-59919B5DA8BA}"/>
                </a:ext>
              </a:extLst>
            </p:cNvPr>
            <p:cNvSpPr txBox="1"/>
            <p:nvPr/>
          </p:nvSpPr>
          <p:spPr>
            <a:xfrm>
              <a:off x="2394125" y="716406"/>
              <a:ext cx="4384800"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a:solidFill>
                    <a:srgbClr val="434343"/>
                  </a:solidFill>
                  <a:latin typeface="Figtree"/>
                  <a:ea typeface="Figtree"/>
                  <a:cs typeface="Figtree"/>
                  <a:sym typeface="Figtree"/>
                </a:rPr>
                <a:t>COMPANY-WIDE </a:t>
              </a:r>
              <a:r>
                <a:rPr lang="en" sz="900">
                  <a:solidFill>
                    <a:srgbClr val="666666"/>
                  </a:solidFill>
                  <a:latin typeface="Figtree"/>
                  <a:ea typeface="Figtree"/>
                  <a:cs typeface="Figtree"/>
                  <a:sym typeface="Figtree"/>
                </a:rPr>
                <a:t>(3 notices)</a:t>
              </a:r>
              <a:endParaRPr sz="900">
                <a:solidFill>
                  <a:srgbClr val="666666"/>
                </a:solidFill>
                <a:latin typeface="Figtree"/>
                <a:ea typeface="Figtree"/>
                <a:cs typeface="Figtree"/>
                <a:sym typeface="Figtree"/>
              </a:endParaRPr>
            </a:p>
          </p:txBody>
        </p:sp>
        <p:sp>
          <p:nvSpPr>
            <p:cNvPr id="1393" name="Google Shape;1393;p53">
              <a:extLst>
                <a:ext uri="{FF2B5EF4-FFF2-40B4-BE49-F238E27FC236}">
                  <a16:creationId xmlns:a16="http://schemas.microsoft.com/office/drawing/2014/main" id="{6765CCF6-746C-3C9C-902E-7FC5F251DC41}"/>
                </a:ext>
              </a:extLst>
            </p:cNvPr>
            <p:cNvSpPr txBox="1"/>
            <p:nvPr/>
          </p:nvSpPr>
          <p:spPr>
            <a:xfrm>
              <a:off x="3075075" y="943606"/>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600">
                  <a:solidFill>
                    <a:srgbClr val="434343"/>
                  </a:solidFill>
                  <a:latin typeface="Figtree SemiBold"/>
                  <a:ea typeface="Figtree SemiBold"/>
                  <a:cs typeface="Figtree SemiBold"/>
                  <a:sym typeface="Figtree SemiBold"/>
                </a:rPr>
                <a:t>Melissa Gone</a:t>
              </a:r>
              <a:endParaRPr sz="1600">
                <a:solidFill>
                  <a:srgbClr val="666666"/>
                </a:solidFill>
                <a:latin typeface="Figtree Light"/>
                <a:ea typeface="Figtree Light"/>
                <a:cs typeface="Figtree Light"/>
                <a:sym typeface="Figtree Light"/>
              </a:endParaRPr>
            </a:p>
          </p:txBody>
        </p:sp>
        <p:sp>
          <p:nvSpPr>
            <p:cNvPr id="1394" name="Google Shape;1394;p53">
              <a:extLst>
                <a:ext uri="{FF2B5EF4-FFF2-40B4-BE49-F238E27FC236}">
                  <a16:creationId xmlns:a16="http://schemas.microsoft.com/office/drawing/2014/main" id="{D03DAB69-7653-5306-54E8-C205F1152DB9}"/>
                </a:ext>
              </a:extLst>
            </p:cNvPr>
            <p:cNvSpPr txBox="1"/>
            <p:nvPr/>
          </p:nvSpPr>
          <p:spPr>
            <a:xfrm>
              <a:off x="2394125" y="3007456"/>
              <a:ext cx="4384800"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a:solidFill>
                    <a:srgbClr val="434343"/>
                  </a:solidFill>
                  <a:latin typeface="Figtree"/>
                  <a:ea typeface="Figtree"/>
                  <a:cs typeface="Figtree"/>
                  <a:sym typeface="Figtree"/>
                </a:rPr>
                <a:t>MY DEPARTMENT </a:t>
              </a:r>
              <a:r>
                <a:rPr lang="en" sz="900">
                  <a:solidFill>
                    <a:srgbClr val="666666"/>
                  </a:solidFill>
                  <a:latin typeface="Figtree"/>
                  <a:ea typeface="Figtree"/>
                  <a:cs typeface="Figtree"/>
                  <a:sym typeface="Figtree"/>
                </a:rPr>
                <a:t>(3 notices)</a:t>
              </a:r>
              <a:endParaRPr sz="900">
                <a:solidFill>
                  <a:srgbClr val="666666"/>
                </a:solidFill>
                <a:latin typeface="Figtree"/>
                <a:ea typeface="Figtree"/>
                <a:cs typeface="Figtree"/>
                <a:sym typeface="Figtree"/>
              </a:endParaRPr>
            </a:p>
          </p:txBody>
        </p:sp>
        <p:sp>
          <p:nvSpPr>
            <p:cNvPr id="1395" name="Google Shape;1395;p53">
              <a:extLst>
                <a:ext uri="{FF2B5EF4-FFF2-40B4-BE49-F238E27FC236}">
                  <a16:creationId xmlns:a16="http://schemas.microsoft.com/office/drawing/2014/main" id="{4E03D86F-412A-5938-CF76-477B6FEDD022}"/>
                </a:ext>
              </a:extLst>
            </p:cNvPr>
            <p:cNvSpPr/>
            <p:nvPr/>
          </p:nvSpPr>
          <p:spPr>
            <a:xfrm rot="5400000" flipH="1">
              <a:off x="4585350" y="-121869"/>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6" name="Google Shape;1396;p53">
              <a:extLst>
                <a:ext uri="{FF2B5EF4-FFF2-40B4-BE49-F238E27FC236}">
                  <a16:creationId xmlns:a16="http://schemas.microsoft.com/office/drawing/2014/main" id="{2FDF7C21-3868-DAB8-C4B5-CB160118783E}"/>
                </a:ext>
              </a:extLst>
            </p:cNvPr>
            <p:cNvSpPr txBox="1"/>
            <p:nvPr/>
          </p:nvSpPr>
          <p:spPr>
            <a:xfrm>
              <a:off x="3075075" y="1563044"/>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Maddie Perez</a:t>
              </a:r>
              <a:endParaRPr sz="1500">
                <a:solidFill>
                  <a:srgbClr val="666666"/>
                </a:solidFill>
                <a:latin typeface="Figtree Light"/>
                <a:ea typeface="Figtree Light"/>
                <a:cs typeface="Figtree Light"/>
                <a:sym typeface="Figtree Light"/>
              </a:endParaRPr>
            </a:p>
          </p:txBody>
        </p:sp>
        <p:sp>
          <p:nvSpPr>
            <p:cNvPr id="1397" name="Google Shape;1397;p53">
              <a:extLst>
                <a:ext uri="{FF2B5EF4-FFF2-40B4-BE49-F238E27FC236}">
                  <a16:creationId xmlns:a16="http://schemas.microsoft.com/office/drawing/2014/main" id="{B7B02725-4F3E-2CD2-CE56-4DE012D4DA3C}"/>
                </a:ext>
              </a:extLst>
            </p:cNvPr>
            <p:cNvSpPr txBox="1"/>
            <p:nvPr/>
          </p:nvSpPr>
          <p:spPr>
            <a:xfrm>
              <a:off x="2302350" y="1740981"/>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30th May</a:t>
              </a:r>
              <a:endParaRPr>
                <a:solidFill>
                  <a:srgbClr val="FFFFFF"/>
                </a:solidFill>
                <a:latin typeface="Figtree Black"/>
                <a:ea typeface="Figtree Black"/>
                <a:cs typeface="Figtree Black"/>
                <a:sym typeface="Figtree Black"/>
              </a:endParaRPr>
            </a:p>
          </p:txBody>
        </p:sp>
        <p:sp>
          <p:nvSpPr>
            <p:cNvPr id="1398" name="Google Shape;1398;p53">
              <a:extLst>
                <a:ext uri="{FF2B5EF4-FFF2-40B4-BE49-F238E27FC236}">
                  <a16:creationId xmlns:a16="http://schemas.microsoft.com/office/drawing/2014/main" id="{D24D7241-54F3-04D3-1A19-08F2E32307A2}"/>
                </a:ext>
              </a:extLst>
            </p:cNvPr>
            <p:cNvSpPr/>
            <p:nvPr/>
          </p:nvSpPr>
          <p:spPr>
            <a:xfrm rot="5400000" flipH="1">
              <a:off x="4585350" y="5037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9" name="Google Shape;1399;p53">
              <a:extLst>
                <a:ext uri="{FF2B5EF4-FFF2-40B4-BE49-F238E27FC236}">
                  <a16:creationId xmlns:a16="http://schemas.microsoft.com/office/drawing/2014/main" id="{82625102-BA60-F261-AD9D-7535AD94EDB9}"/>
                </a:ext>
              </a:extLst>
            </p:cNvPr>
            <p:cNvSpPr txBox="1"/>
            <p:nvPr/>
          </p:nvSpPr>
          <p:spPr>
            <a:xfrm>
              <a:off x="3075075" y="2188619"/>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Mary Cooper</a:t>
              </a:r>
              <a:endParaRPr sz="1500">
                <a:solidFill>
                  <a:srgbClr val="666666"/>
                </a:solidFill>
                <a:latin typeface="Figtree Light"/>
                <a:ea typeface="Figtree Light"/>
                <a:cs typeface="Figtree Light"/>
                <a:sym typeface="Figtree Light"/>
              </a:endParaRPr>
            </a:p>
          </p:txBody>
        </p:sp>
        <p:sp>
          <p:nvSpPr>
            <p:cNvPr id="1400" name="Google Shape;1400;p53">
              <a:extLst>
                <a:ext uri="{FF2B5EF4-FFF2-40B4-BE49-F238E27FC236}">
                  <a16:creationId xmlns:a16="http://schemas.microsoft.com/office/drawing/2014/main" id="{56BE455F-EC97-7F70-FA8D-45ADFAC9A1C9}"/>
                </a:ext>
              </a:extLst>
            </p:cNvPr>
            <p:cNvSpPr/>
            <p:nvPr/>
          </p:nvSpPr>
          <p:spPr>
            <a:xfrm rot="5400000" flipH="1">
              <a:off x="4585350" y="15523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01" name="Google Shape;1401;p53">
              <a:extLst>
                <a:ext uri="{FF2B5EF4-FFF2-40B4-BE49-F238E27FC236}">
                  <a16:creationId xmlns:a16="http://schemas.microsoft.com/office/drawing/2014/main" id="{294E931C-8C6E-CE44-A2AF-B4C40E10AA82}"/>
                </a:ext>
              </a:extLst>
            </p:cNvPr>
            <p:cNvSpPr txBox="1"/>
            <p:nvPr/>
          </p:nvSpPr>
          <p:spPr>
            <a:xfrm>
              <a:off x="3075075" y="3237219"/>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Sheldon Cooper</a:t>
              </a:r>
              <a:endParaRPr sz="1500">
                <a:solidFill>
                  <a:srgbClr val="434343"/>
                </a:solidFill>
                <a:latin typeface="Figtree SemiBold"/>
                <a:ea typeface="Figtree SemiBold"/>
                <a:cs typeface="Figtree SemiBold"/>
                <a:sym typeface="Figtree SemiBold"/>
              </a:endParaRPr>
            </a:p>
          </p:txBody>
        </p:sp>
        <p:sp>
          <p:nvSpPr>
            <p:cNvPr id="1402" name="Google Shape;1402;p53">
              <a:extLst>
                <a:ext uri="{FF2B5EF4-FFF2-40B4-BE49-F238E27FC236}">
                  <a16:creationId xmlns:a16="http://schemas.microsoft.com/office/drawing/2014/main" id="{7D1AE5B3-3CD3-96FC-21C4-2DDD0A7CAAF6}"/>
                </a:ext>
              </a:extLst>
            </p:cNvPr>
            <p:cNvSpPr/>
            <p:nvPr/>
          </p:nvSpPr>
          <p:spPr>
            <a:xfrm rot="5400000" flipH="1">
              <a:off x="4585350" y="2169781"/>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03" name="Google Shape;1403;p53">
              <a:extLst>
                <a:ext uri="{FF2B5EF4-FFF2-40B4-BE49-F238E27FC236}">
                  <a16:creationId xmlns:a16="http://schemas.microsoft.com/office/drawing/2014/main" id="{F05BE876-E9E0-4C5E-4398-EDCE57765A6A}"/>
                </a:ext>
              </a:extLst>
            </p:cNvPr>
            <p:cNvSpPr txBox="1"/>
            <p:nvPr/>
          </p:nvSpPr>
          <p:spPr>
            <a:xfrm>
              <a:off x="3075075" y="3854694"/>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Penny Hofstadter</a:t>
              </a:r>
              <a:endParaRPr sz="1500">
                <a:solidFill>
                  <a:srgbClr val="666666"/>
                </a:solidFill>
                <a:latin typeface="Figtree Light"/>
                <a:ea typeface="Figtree Light"/>
                <a:cs typeface="Figtree Light"/>
                <a:sym typeface="Figtree Light"/>
              </a:endParaRPr>
            </a:p>
          </p:txBody>
        </p:sp>
        <p:sp>
          <p:nvSpPr>
            <p:cNvPr id="1404" name="Google Shape;1404;p53">
              <a:extLst>
                <a:ext uri="{FF2B5EF4-FFF2-40B4-BE49-F238E27FC236}">
                  <a16:creationId xmlns:a16="http://schemas.microsoft.com/office/drawing/2014/main" id="{EBE7A8AC-98B9-4D5F-FA6F-3C24D8A7F59B}"/>
                </a:ext>
              </a:extLst>
            </p:cNvPr>
            <p:cNvSpPr/>
            <p:nvPr/>
          </p:nvSpPr>
          <p:spPr>
            <a:xfrm>
              <a:off x="2348003" y="3278609"/>
              <a:ext cx="487395" cy="488494"/>
            </a:xfrm>
            <a:custGeom>
              <a:avLst/>
              <a:gdLst/>
              <a:ahLst/>
              <a:cxnLst/>
              <a:rect l="l" t="t" r="r" b="b"/>
              <a:pathLst>
                <a:path w="91358" h="91564" extrusionOk="0">
                  <a:moveTo>
                    <a:pt x="35027" y="0"/>
                  </a:moveTo>
                  <a:lnTo>
                    <a:pt x="25605" y="17821"/>
                  </a:lnTo>
                  <a:lnTo>
                    <a:pt x="5735" y="20894"/>
                  </a:lnTo>
                  <a:lnTo>
                    <a:pt x="11676" y="40149"/>
                  </a:lnTo>
                  <a:lnTo>
                    <a:pt x="0" y="56536"/>
                  </a:lnTo>
                  <a:lnTo>
                    <a:pt x="17616" y="65959"/>
                  </a:lnTo>
                  <a:lnTo>
                    <a:pt x="20894" y="85623"/>
                  </a:lnTo>
                  <a:lnTo>
                    <a:pt x="40148" y="79683"/>
                  </a:lnTo>
                  <a:lnTo>
                    <a:pt x="56331" y="91563"/>
                  </a:lnTo>
                  <a:lnTo>
                    <a:pt x="65753" y="73742"/>
                  </a:lnTo>
                  <a:lnTo>
                    <a:pt x="85622" y="70670"/>
                  </a:lnTo>
                  <a:lnTo>
                    <a:pt x="79682" y="51415"/>
                  </a:lnTo>
                  <a:lnTo>
                    <a:pt x="91358" y="35028"/>
                  </a:lnTo>
                  <a:lnTo>
                    <a:pt x="73742" y="25810"/>
                  </a:lnTo>
                  <a:lnTo>
                    <a:pt x="70464" y="5941"/>
                  </a:lnTo>
                  <a:lnTo>
                    <a:pt x="51210" y="11881"/>
                  </a:lnTo>
                  <a:lnTo>
                    <a:pt x="35027" y="0"/>
                  </a:lnTo>
                  <a:close/>
                </a:path>
              </a:pathLst>
            </a:custGeom>
            <a:solidFill>
              <a:srgbClr val="FF5F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405" name="Google Shape;1405;p53">
              <a:extLst>
                <a:ext uri="{FF2B5EF4-FFF2-40B4-BE49-F238E27FC236}">
                  <a16:creationId xmlns:a16="http://schemas.microsoft.com/office/drawing/2014/main" id="{50B4B7C3-3263-F3B4-DD08-06B782024FB3}"/>
                </a:ext>
              </a:extLst>
            </p:cNvPr>
            <p:cNvSpPr txBox="1"/>
            <p:nvPr/>
          </p:nvSpPr>
          <p:spPr>
            <a:xfrm>
              <a:off x="2305675" y="3415156"/>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29th May</a:t>
              </a:r>
              <a:endParaRPr>
                <a:solidFill>
                  <a:srgbClr val="FFFFFF"/>
                </a:solidFill>
                <a:latin typeface="Figtree Black"/>
                <a:ea typeface="Figtree Black"/>
                <a:cs typeface="Figtree Black"/>
                <a:sym typeface="Figtree Black"/>
              </a:endParaRPr>
            </a:p>
          </p:txBody>
        </p:sp>
        <p:sp>
          <p:nvSpPr>
            <p:cNvPr id="1406" name="Google Shape;1406;p53">
              <a:extLst>
                <a:ext uri="{FF2B5EF4-FFF2-40B4-BE49-F238E27FC236}">
                  <a16:creationId xmlns:a16="http://schemas.microsoft.com/office/drawing/2014/main" id="{B008BD96-D159-79C2-5A02-5544CF5876F5}"/>
                </a:ext>
              </a:extLst>
            </p:cNvPr>
            <p:cNvSpPr/>
            <p:nvPr/>
          </p:nvSpPr>
          <p:spPr>
            <a:xfrm>
              <a:off x="2362425" y="2249331"/>
              <a:ext cx="465201" cy="465201"/>
            </a:xfrm>
            <a:custGeom>
              <a:avLst/>
              <a:gdLst/>
              <a:ahLst/>
              <a:cxnLst/>
              <a:rect l="l" t="t" r="r" b="b"/>
              <a:pathLst>
                <a:path w="209550" h="209550" extrusionOk="0">
                  <a:moveTo>
                    <a:pt x="78798" y="0"/>
                  </a:moveTo>
                  <a:lnTo>
                    <a:pt x="78798" y="41997"/>
                  </a:lnTo>
                  <a:lnTo>
                    <a:pt x="48924" y="12123"/>
                  </a:lnTo>
                  <a:lnTo>
                    <a:pt x="12123" y="48924"/>
                  </a:lnTo>
                  <a:lnTo>
                    <a:pt x="41997" y="78798"/>
                  </a:lnTo>
                  <a:lnTo>
                    <a:pt x="0" y="78798"/>
                  </a:lnTo>
                  <a:lnTo>
                    <a:pt x="0" y="130752"/>
                  </a:lnTo>
                  <a:lnTo>
                    <a:pt x="41997" y="130752"/>
                  </a:lnTo>
                  <a:lnTo>
                    <a:pt x="12123" y="160626"/>
                  </a:lnTo>
                  <a:lnTo>
                    <a:pt x="48924" y="197427"/>
                  </a:lnTo>
                  <a:lnTo>
                    <a:pt x="78798" y="167553"/>
                  </a:lnTo>
                  <a:lnTo>
                    <a:pt x="78798" y="209550"/>
                  </a:lnTo>
                  <a:lnTo>
                    <a:pt x="130752" y="209550"/>
                  </a:lnTo>
                  <a:lnTo>
                    <a:pt x="130752" y="167553"/>
                  </a:lnTo>
                  <a:lnTo>
                    <a:pt x="160193" y="197427"/>
                  </a:lnTo>
                  <a:lnTo>
                    <a:pt x="196994" y="160626"/>
                  </a:lnTo>
                  <a:lnTo>
                    <a:pt x="167553" y="130752"/>
                  </a:lnTo>
                  <a:lnTo>
                    <a:pt x="209550" y="130752"/>
                  </a:lnTo>
                  <a:lnTo>
                    <a:pt x="209550" y="78798"/>
                  </a:lnTo>
                  <a:lnTo>
                    <a:pt x="167553" y="78798"/>
                  </a:lnTo>
                  <a:lnTo>
                    <a:pt x="196994" y="48924"/>
                  </a:lnTo>
                  <a:lnTo>
                    <a:pt x="160193" y="12123"/>
                  </a:lnTo>
                  <a:lnTo>
                    <a:pt x="130752" y="41997"/>
                  </a:lnTo>
                  <a:lnTo>
                    <a:pt x="130752" y="0"/>
                  </a:lnTo>
                  <a:close/>
                </a:path>
              </a:pathLst>
            </a:custGeom>
            <a:solidFill>
              <a:srgbClr val="FF59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407" name="Google Shape;1407;p53">
              <a:extLst>
                <a:ext uri="{FF2B5EF4-FFF2-40B4-BE49-F238E27FC236}">
                  <a16:creationId xmlns:a16="http://schemas.microsoft.com/office/drawing/2014/main" id="{CC370862-D3D9-22BA-6FAA-F40EB2CF4222}"/>
                </a:ext>
              </a:extLst>
            </p:cNvPr>
            <p:cNvSpPr/>
            <p:nvPr/>
          </p:nvSpPr>
          <p:spPr>
            <a:xfrm>
              <a:off x="2373552" y="3917990"/>
              <a:ext cx="436296" cy="444682"/>
            </a:xfrm>
            <a:custGeom>
              <a:avLst/>
              <a:gdLst/>
              <a:ahLst/>
              <a:cxnLst/>
              <a:rect l="l" t="t" r="r" b="b"/>
              <a:pathLst>
                <a:path w="85214" h="86852" extrusionOk="0">
                  <a:moveTo>
                    <a:pt x="43426" y="0"/>
                  </a:moveTo>
                  <a:lnTo>
                    <a:pt x="38920" y="205"/>
                  </a:lnTo>
                  <a:lnTo>
                    <a:pt x="34618" y="820"/>
                  </a:lnTo>
                  <a:lnTo>
                    <a:pt x="30521" y="1844"/>
                  </a:lnTo>
                  <a:lnTo>
                    <a:pt x="26425" y="3483"/>
                  </a:lnTo>
                  <a:lnTo>
                    <a:pt x="22737" y="5121"/>
                  </a:lnTo>
                  <a:lnTo>
                    <a:pt x="19050" y="7374"/>
                  </a:lnTo>
                  <a:lnTo>
                    <a:pt x="15773" y="9833"/>
                  </a:lnTo>
                  <a:lnTo>
                    <a:pt x="12700" y="12700"/>
                  </a:lnTo>
                  <a:lnTo>
                    <a:pt x="9833" y="15773"/>
                  </a:lnTo>
                  <a:lnTo>
                    <a:pt x="7375" y="19050"/>
                  </a:lnTo>
                  <a:lnTo>
                    <a:pt x="5121" y="22737"/>
                  </a:lnTo>
                  <a:lnTo>
                    <a:pt x="3278" y="26424"/>
                  </a:lnTo>
                  <a:lnTo>
                    <a:pt x="1844" y="30521"/>
                  </a:lnTo>
                  <a:lnTo>
                    <a:pt x="820" y="34618"/>
                  </a:lnTo>
                  <a:lnTo>
                    <a:pt x="205" y="38920"/>
                  </a:lnTo>
                  <a:lnTo>
                    <a:pt x="0" y="43426"/>
                  </a:lnTo>
                  <a:lnTo>
                    <a:pt x="205" y="47933"/>
                  </a:lnTo>
                  <a:lnTo>
                    <a:pt x="820" y="52234"/>
                  </a:lnTo>
                  <a:lnTo>
                    <a:pt x="1844" y="56331"/>
                  </a:lnTo>
                  <a:lnTo>
                    <a:pt x="3278" y="60223"/>
                  </a:lnTo>
                  <a:lnTo>
                    <a:pt x="5121" y="64115"/>
                  </a:lnTo>
                  <a:lnTo>
                    <a:pt x="7375" y="67597"/>
                  </a:lnTo>
                  <a:lnTo>
                    <a:pt x="9833" y="71079"/>
                  </a:lnTo>
                  <a:lnTo>
                    <a:pt x="12700" y="74152"/>
                  </a:lnTo>
                  <a:lnTo>
                    <a:pt x="15773" y="76815"/>
                  </a:lnTo>
                  <a:lnTo>
                    <a:pt x="19050" y="79478"/>
                  </a:lnTo>
                  <a:lnTo>
                    <a:pt x="22737" y="81526"/>
                  </a:lnTo>
                  <a:lnTo>
                    <a:pt x="26425" y="83370"/>
                  </a:lnTo>
                  <a:lnTo>
                    <a:pt x="30521" y="84803"/>
                  </a:lnTo>
                  <a:lnTo>
                    <a:pt x="34618" y="86033"/>
                  </a:lnTo>
                  <a:lnTo>
                    <a:pt x="38920" y="86647"/>
                  </a:lnTo>
                  <a:lnTo>
                    <a:pt x="43426" y="86852"/>
                  </a:lnTo>
                  <a:lnTo>
                    <a:pt x="43426" y="55307"/>
                  </a:lnTo>
                  <a:lnTo>
                    <a:pt x="44450" y="58584"/>
                  </a:lnTo>
                  <a:lnTo>
                    <a:pt x="45884" y="61862"/>
                  </a:lnTo>
                  <a:lnTo>
                    <a:pt x="47318" y="64934"/>
                  </a:lnTo>
                  <a:lnTo>
                    <a:pt x="49162" y="67802"/>
                  </a:lnTo>
                  <a:lnTo>
                    <a:pt x="51210" y="70670"/>
                  </a:lnTo>
                  <a:lnTo>
                    <a:pt x="53668" y="73128"/>
                  </a:lnTo>
                  <a:lnTo>
                    <a:pt x="56126" y="75586"/>
                  </a:lnTo>
                  <a:lnTo>
                    <a:pt x="58789" y="77839"/>
                  </a:lnTo>
                  <a:lnTo>
                    <a:pt x="61452" y="79887"/>
                  </a:lnTo>
                  <a:lnTo>
                    <a:pt x="64524" y="81731"/>
                  </a:lnTo>
                  <a:lnTo>
                    <a:pt x="67597" y="83165"/>
                  </a:lnTo>
                  <a:lnTo>
                    <a:pt x="70874" y="84394"/>
                  </a:lnTo>
                  <a:lnTo>
                    <a:pt x="74357" y="85418"/>
                  </a:lnTo>
                  <a:lnTo>
                    <a:pt x="77839" y="86237"/>
                  </a:lnTo>
                  <a:lnTo>
                    <a:pt x="81526" y="86647"/>
                  </a:lnTo>
                  <a:lnTo>
                    <a:pt x="85213" y="86852"/>
                  </a:lnTo>
                  <a:lnTo>
                    <a:pt x="85213" y="0"/>
                  </a:lnTo>
                  <a:lnTo>
                    <a:pt x="81526" y="205"/>
                  </a:lnTo>
                  <a:lnTo>
                    <a:pt x="77839" y="615"/>
                  </a:lnTo>
                  <a:lnTo>
                    <a:pt x="74357" y="1229"/>
                  </a:lnTo>
                  <a:lnTo>
                    <a:pt x="70874" y="2253"/>
                  </a:lnTo>
                  <a:lnTo>
                    <a:pt x="67597" y="3687"/>
                  </a:lnTo>
                  <a:lnTo>
                    <a:pt x="64524" y="5121"/>
                  </a:lnTo>
                  <a:lnTo>
                    <a:pt x="61452" y="6965"/>
                  </a:lnTo>
                  <a:lnTo>
                    <a:pt x="58789" y="9013"/>
                  </a:lnTo>
                  <a:lnTo>
                    <a:pt x="56126" y="11062"/>
                  </a:lnTo>
                  <a:lnTo>
                    <a:pt x="53668" y="13520"/>
                  </a:lnTo>
                  <a:lnTo>
                    <a:pt x="51210" y="16183"/>
                  </a:lnTo>
                  <a:lnTo>
                    <a:pt x="49162" y="19050"/>
                  </a:lnTo>
                  <a:lnTo>
                    <a:pt x="47318" y="21918"/>
                  </a:lnTo>
                  <a:lnTo>
                    <a:pt x="45884" y="24991"/>
                  </a:lnTo>
                  <a:lnTo>
                    <a:pt x="44450" y="28268"/>
                  </a:lnTo>
                  <a:lnTo>
                    <a:pt x="43426" y="31545"/>
                  </a:lnTo>
                  <a:lnTo>
                    <a:pt x="43426" y="0"/>
                  </a:lnTo>
                  <a:close/>
                </a:path>
              </a:pathLst>
            </a:custGeom>
            <a:solidFill>
              <a:srgbClr val="FF5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408" name="Google Shape;1408;p53">
              <a:extLst>
                <a:ext uri="{FF2B5EF4-FFF2-40B4-BE49-F238E27FC236}">
                  <a16:creationId xmlns:a16="http://schemas.microsoft.com/office/drawing/2014/main" id="{20030E28-770A-867F-389F-FC1E698BCCB4}"/>
                </a:ext>
              </a:extLst>
            </p:cNvPr>
            <p:cNvSpPr txBox="1"/>
            <p:nvPr/>
          </p:nvSpPr>
          <p:spPr>
            <a:xfrm>
              <a:off x="2302350" y="2366556"/>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31St May</a:t>
              </a:r>
              <a:endParaRPr>
                <a:solidFill>
                  <a:srgbClr val="FFFFFF"/>
                </a:solidFill>
                <a:latin typeface="Figtree Black"/>
                <a:ea typeface="Figtree Black"/>
                <a:cs typeface="Figtree Black"/>
                <a:sym typeface="Figtree Black"/>
              </a:endParaRPr>
            </a:p>
          </p:txBody>
        </p:sp>
        <p:sp>
          <p:nvSpPr>
            <p:cNvPr id="1409" name="Google Shape;1409;p53">
              <a:extLst>
                <a:ext uri="{FF2B5EF4-FFF2-40B4-BE49-F238E27FC236}">
                  <a16:creationId xmlns:a16="http://schemas.microsoft.com/office/drawing/2014/main" id="{8840460B-0B77-AD00-D42A-F07931130BF7}"/>
                </a:ext>
              </a:extLst>
            </p:cNvPr>
            <p:cNvSpPr txBox="1"/>
            <p:nvPr/>
          </p:nvSpPr>
          <p:spPr>
            <a:xfrm>
              <a:off x="2302350" y="4032631"/>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5th June</a:t>
              </a:r>
              <a:endParaRPr>
                <a:solidFill>
                  <a:srgbClr val="FFFFFF"/>
                </a:solidFill>
                <a:latin typeface="Figtree Black"/>
                <a:ea typeface="Figtree Black"/>
                <a:cs typeface="Figtree Black"/>
                <a:sym typeface="Figtree Black"/>
              </a:endParaRPr>
            </a:p>
          </p:txBody>
        </p:sp>
        <p:sp>
          <p:nvSpPr>
            <p:cNvPr id="1410" name="Google Shape;1410;p53">
              <a:extLst>
                <a:ext uri="{FF2B5EF4-FFF2-40B4-BE49-F238E27FC236}">
                  <a16:creationId xmlns:a16="http://schemas.microsoft.com/office/drawing/2014/main" id="{B2E74E7C-DAC0-F93E-90D4-5AA78132350E}"/>
                </a:ext>
              </a:extLst>
            </p:cNvPr>
            <p:cNvSpPr txBox="1"/>
            <p:nvPr/>
          </p:nvSpPr>
          <p:spPr>
            <a:xfrm>
              <a:off x="2302350" y="1121544"/>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27th May</a:t>
              </a:r>
              <a:endParaRPr>
                <a:solidFill>
                  <a:srgbClr val="FFFFFF"/>
                </a:solidFill>
                <a:latin typeface="Figtree Black"/>
                <a:ea typeface="Figtree Black"/>
                <a:cs typeface="Figtree Black"/>
                <a:sym typeface="Figtree Black"/>
              </a:endParaRPr>
            </a:p>
          </p:txBody>
        </p:sp>
      </p:grpSp>
      <p:sp>
        <p:nvSpPr>
          <p:cNvPr id="1411" name="Google Shape;1411;p53">
            <a:extLst>
              <a:ext uri="{FF2B5EF4-FFF2-40B4-BE49-F238E27FC236}">
                <a16:creationId xmlns:a16="http://schemas.microsoft.com/office/drawing/2014/main" id="{EDC2C82C-29A2-A73E-1862-0770FDC68737}"/>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413" name="Google Shape;1413;p53">
            <a:extLst>
              <a:ext uri="{FF2B5EF4-FFF2-40B4-BE49-F238E27FC236}">
                <a16:creationId xmlns:a16="http://schemas.microsoft.com/office/drawing/2014/main" id="{5EB9203D-F37A-5D93-16FF-09F216CF1D9D}"/>
              </a:ext>
            </a:extLst>
          </p:cNvPr>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414" name="Google Shape;1414;p53">
            <a:extLst>
              <a:ext uri="{FF2B5EF4-FFF2-40B4-BE49-F238E27FC236}">
                <a16:creationId xmlns:a16="http://schemas.microsoft.com/office/drawing/2014/main" id="{A868D153-830E-FC4D-FB00-B2AEB6ECE831}"/>
              </a:ext>
            </a:extLst>
          </p:cNvPr>
          <p:cNvSpPr/>
          <p:nvPr/>
        </p:nvSpPr>
        <p:spPr>
          <a:xfrm>
            <a:off x="8926800" y="0"/>
            <a:ext cx="217200" cy="376428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6" name="Google Shape;1416;p53">
            <a:extLst>
              <a:ext uri="{FF2B5EF4-FFF2-40B4-BE49-F238E27FC236}">
                <a16:creationId xmlns:a16="http://schemas.microsoft.com/office/drawing/2014/main" id="{DFCAFCB5-8FF3-1DD3-8246-9F50BEF51511}"/>
              </a:ext>
            </a:extLst>
          </p:cNvPr>
          <p:cNvSpPr txBox="1"/>
          <p:nvPr/>
        </p:nvSpPr>
        <p:spPr>
          <a:xfrm>
            <a:off x="8113100" y="6058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rgbClr val="A47FA7"/>
                </a:solidFill>
                <a:latin typeface="Martian Mono"/>
                <a:ea typeface="Martian Mono"/>
                <a:cs typeface="Martian Mono"/>
                <a:sym typeface="Martian Mono"/>
              </a:rPr>
              <a:t>+</a:t>
            </a:r>
            <a:endParaRPr sz="1300" dirty="0">
              <a:solidFill>
                <a:srgbClr val="A47FA7"/>
              </a:solidFill>
              <a:latin typeface="Martian Mono"/>
              <a:ea typeface="Martian Mono"/>
              <a:cs typeface="Martian Mono"/>
              <a:sym typeface="Martian Mono"/>
            </a:endParaRPr>
          </a:p>
        </p:txBody>
      </p:sp>
      <p:sp>
        <p:nvSpPr>
          <p:cNvPr id="2" name="Google Shape;1258;p49">
            <a:extLst>
              <a:ext uri="{FF2B5EF4-FFF2-40B4-BE49-F238E27FC236}">
                <a16:creationId xmlns:a16="http://schemas.microsoft.com/office/drawing/2014/main" id="{B1322576-2DE2-0EA0-F41D-B74E3ABE2305}"/>
              </a:ext>
            </a:extLst>
          </p:cNvPr>
          <p:cNvSpPr/>
          <p:nvPr/>
        </p:nvSpPr>
        <p:spPr>
          <a:xfrm rot="3599210">
            <a:off x="8180322" y="873245"/>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5" name="Google Shape;1412;p53">
            <a:extLst>
              <a:ext uri="{FF2B5EF4-FFF2-40B4-BE49-F238E27FC236}">
                <a16:creationId xmlns:a16="http://schemas.microsoft.com/office/drawing/2014/main" id="{A6BF9688-360E-F2B0-B962-EA59CFAE271A}"/>
              </a:ext>
            </a:extLst>
          </p:cNvPr>
          <p:cNvSpPr txBox="1">
            <a:spLocks/>
          </p:cNvSpPr>
          <p:nvPr/>
        </p:nvSpPr>
        <p:spPr>
          <a:xfrm>
            <a:off x="346424" y="4747100"/>
            <a:ext cx="3497155" cy="394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1pPr>
            <a:lvl2pPr marR="0" lvl="1"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2pPr>
            <a:lvl3pPr marR="0" lvl="2"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3pPr>
            <a:lvl4pPr marR="0" lvl="3"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4pPr>
            <a:lvl5pPr marR="0" lvl="4"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5pPr>
            <a:lvl6pPr marR="0" lvl="5"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6pPr>
            <a:lvl7pPr marR="0" lvl="6"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7pPr>
            <a:lvl8pPr marR="0" lvl="7"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8pPr>
            <a:lvl9pPr marR="0" lvl="8"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9pPr>
          </a:lstStyle>
          <a:p>
            <a:r>
              <a:rPr lang="en-GB" sz="1400" dirty="0">
                <a:solidFill>
                  <a:srgbClr val="FFFFFF"/>
                </a:solidFill>
                <a:latin typeface="Work Sans"/>
                <a:ea typeface="Work Sans"/>
                <a:cs typeface="Work Sans"/>
                <a:sym typeface="Work Sans"/>
              </a:rPr>
              <a:t>Leaves Screen (Non-Leadership)</a:t>
            </a:r>
          </a:p>
        </p:txBody>
      </p:sp>
    </p:spTree>
    <p:extLst>
      <p:ext uri="{BB962C8B-B14F-4D97-AF65-F5344CB8AC3E}">
        <p14:creationId xmlns:p14="http://schemas.microsoft.com/office/powerpoint/2010/main" val="386695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420"/>
        <p:cNvGrpSpPr/>
        <p:nvPr/>
      </p:nvGrpSpPr>
      <p:grpSpPr>
        <a:xfrm>
          <a:off x="0" y="0"/>
          <a:ext cx="0" cy="0"/>
          <a:chOff x="0" y="0"/>
          <a:chExt cx="0" cy="0"/>
        </a:xfrm>
      </p:grpSpPr>
      <p:sp>
        <p:nvSpPr>
          <p:cNvPr id="1422" name="Google Shape;1422;p54"/>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chemeClr val="accent1"/>
                </a:solidFill>
                <a:latin typeface="Dela Gothic One"/>
                <a:ea typeface="Dela Gothic One"/>
                <a:cs typeface="Dela Gothic One"/>
                <a:sym typeface="Dela Gothic One"/>
              </a:rPr>
              <a:t>Apply For a Leave</a:t>
            </a:r>
            <a:endParaRPr sz="2700">
              <a:solidFill>
                <a:schemeClr val="accent1"/>
              </a:solidFill>
              <a:latin typeface="Dela Gothic One"/>
              <a:ea typeface="Dela Gothic One"/>
              <a:cs typeface="Dela Gothic One"/>
              <a:sym typeface="Dela Gothic One"/>
            </a:endParaRPr>
          </a:p>
        </p:txBody>
      </p:sp>
      <p:sp>
        <p:nvSpPr>
          <p:cNvPr id="1424" name="Google Shape;1424;p54"/>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426" name="Google Shape;1426;p54"/>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428" name="Google Shape;1428;p54"/>
          <p:cNvSpPr/>
          <p:nvPr/>
        </p:nvSpPr>
        <p:spPr>
          <a:xfrm rot="3599210">
            <a:off x="5247393" y="26872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1429" name="Google Shape;1429;p54"/>
          <p:cNvSpPr txBox="1"/>
          <p:nvPr/>
        </p:nvSpPr>
        <p:spPr>
          <a:xfrm>
            <a:off x="8113100" y="6058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a:t>
            </a:r>
            <a:endParaRPr sz="1300">
              <a:solidFill>
                <a:srgbClr val="A47FA7"/>
              </a:solidFill>
              <a:latin typeface="Martian Mono"/>
              <a:ea typeface="Martian Mono"/>
              <a:cs typeface="Martian Mono"/>
              <a:sym typeface="Martian Mono"/>
            </a:endParaRPr>
          </a:p>
        </p:txBody>
      </p:sp>
      <p:sp>
        <p:nvSpPr>
          <p:cNvPr id="1430" name="Google Shape;1430;p54"/>
          <p:cNvSpPr/>
          <p:nvPr/>
        </p:nvSpPr>
        <p:spPr>
          <a:xfrm>
            <a:off x="1405740" y="1163250"/>
            <a:ext cx="6332400" cy="396300"/>
          </a:xfrm>
          <a:prstGeom prst="roundRect">
            <a:avLst>
              <a:gd name="adj" fmla="val 16667"/>
            </a:avLst>
          </a:prstGeom>
          <a:solidFill>
            <a:schemeClr val="lt1"/>
          </a:solid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i="1">
                <a:solidFill>
                  <a:schemeClr val="accent1"/>
                </a:solidFill>
                <a:latin typeface="Work Sans"/>
                <a:ea typeface="Work Sans"/>
                <a:cs typeface="Work Sans"/>
                <a:sym typeface="Work Sans"/>
              </a:rPr>
              <a:t>Enter the title for your leave application…</a:t>
            </a:r>
            <a:endParaRPr i="1">
              <a:solidFill>
                <a:schemeClr val="accent1"/>
              </a:solidFill>
              <a:latin typeface="Work Sans"/>
              <a:ea typeface="Work Sans"/>
              <a:cs typeface="Work Sans"/>
              <a:sym typeface="Work Sans"/>
            </a:endParaRPr>
          </a:p>
        </p:txBody>
      </p:sp>
      <p:sp>
        <p:nvSpPr>
          <p:cNvPr id="1431" name="Google Shape;1431;p54"/>
          <p:cNvSpPr/>
          <p:nvPr/>
        </p:nvSpPr>
        <p:spPr>
          <a:xfrm>
            <a:off x="1405750" y="1693375"/>
            <a:ext cx="6332400" cy="2256900"/>
          </a:xfrm>
          <a:prstGeom prst="roundRect">
            <a:avLst>
              <a:gd name="adj" fmla="val 16667"/>
            </a:avLst>
          </a:prstGeom>
          <a:solidFill>
            <a:srgbClr val="F1ECE8"/>
          </a:solidFill>
          <a:ln w="19050" cap="flat" cmpd="sng">
            <a:solidFill>
              <a:schemeClr val="accent1"/>
            </a:solidFill>
            <a:prstDash val="dash"/>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accent1"/>
                </a:solidFill>
                <a:latin typeface="Work Sans"/>
                <a:ea typeface="Work Sans"/>
                <a:cs typeface="Work Sans"/>
                <a:sym typeface="Work Sans"/>
              </a:rPr>
              <a:t>Elaborate the reason in about 100-150 words…</a:t>
            </a:r>
            <a:endParaRPr i="1">
              <a:solidFill>
                <a:schemeClr val="accent1"/>
              </a:solidFill>
              <a:latin typeface="Work Sans"/>
              <a:ea typeface="Work Sans"/>
              <a:cs typeface="Work Sans"/>
              <a:sym typeface="Work Sans"/>
            </a:endParaRPr>
          </a:p>
        </p:txBody>
      </p:sp>
      <p:sp>
        <p:nvSpPr>
          <p:cNvPr id="1432" name="Google Shape;1432;p54"/>
          <p:cNvSpPr/>
          <p:nvPr/>
        </p:nvSpPr>
        <p:spPr>
          <a:xfrm>
            <a:off x="3894450" y="4150539"/>
            <a:ext cx="1355100" cy="3963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8FAFD"/>
                </a:solidFill>
                <a:latin typeface="Days One"/>
                <a:ea typeface="Days One"/>
                <a:cs typeface="Days One"/>
                <a:sym typeface="Days One"/>
              </a:rPr>
              <a:t>Submit!</a:t>
            </a:r>
            <a:endParaRPr>
              <a:solidFill>
                <a:srgbClr val="F8FAFD"/>
              </a:solidFill>
              <a:latin typeface="Days One"/>
              <a:ea typeface="Days One"/>
              <a:cs typeface="Days One"/>
              <a:sym typeface="Days One"/>
            </a:endParaRPr>
          </a:p>
        </p:txBody>
      </p:sp>
      <p:sp>
        <p:nvSpPr>
          <p:cNvPr id="3" name="Google Shape;1258;p49">
            <a:extLst>
              <a:ext uri="{FF2B5EF4-FFF2-40B4-BE49-F238E27FC236}">
                <a16:creationId xmlns:a16="http://schemas.microsoft.com/office/drawing/2014/main" id="{B69D0316-1065-ED75-E638-D424FE71C484}"/>
              </a:ext>
            </a:extLst>
          </p:cNvPr>
          <p:cNvSpPr/>
          <p:nvPr/>
        </p:nvSpPr>
        <p:spPr>
          <a:xfrm rot="3599210">
            <a:off x="8180322" y="873245"/>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2" name="Google Shape;1412;p53">
            <a:extLst>
              <a:ext uri="{FF2B5EF4-FFF2-40B4-BE49-F238E27FC236}">
                <a16:creationId xmlns:a16="http://schemas.microsoft.com/office/drawing/2014/main" id="{563C5AF3-A644-C7E7-A96B-CDB894C2C4F2}"/>
              </a:ext>
            </a:extLst>
          </p:cNvPr>
          <p:cNvSpPr txBox="1">
            <a:spLocks/>
          </p:cNvSpPr>
          <p:nvPr/>
        </p:nvSpPr>
        <p:spPr>
          <a:xfrm>
            <a:off x="346424" y="4747100"/>
            <a:ext cx="3497155" cy="394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1pPr>
            <a:lvl2pPr marR="0" lvl="1"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2pPr>
            <a:lvl3pPr marR="0" lvl="2"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3pPr>
            <a:lvl4pPr marR="0" lvl="3"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4pPr>
            <a:lvl5pPr marR="0" lvl="4"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5pPr>
            <a:lvl6pPr marR="0" lvl="5"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6pPr>
            <a:lvl7pPr marR="0" lvl="6"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7pPr>
            <a:lvl8pPr marR="0" lvl="7"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8pPr>
            <a:lvl9pPr marR="0" lvl="8"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9pPr>
          </a:lstStyle>
          <a:p>
            <a:r>
              <a:rPr lang="en-GB" sz="1400" dirty="0">
                <a:solidFill>
                  <a:srgbClr val="FFFFFF"/>
                </a:solidFill>
                <a:latin typeface="Work Sans"/>
                <a:ea typeface="Work Sans"/>
                <a:cs typeface="Work Sans"/>
                <a:sym typeface="Work Sans"/>
              </a:rPr>
              <a:t>Leaves Application Screen</a:t>
            </a:r>
          </a:p>
        </p:txBody>
      </p:sp>
    </p:spTree>
    <p:extLst>
      <p:ext uri="{BB962C8B-B14F-4D97-AF65-F5344CB8AC3E}">
        <p14:creationId xmlns:p14="http://schemas.microsoft.com/office/powerpoint/2010/main" val="476531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38889E-6 1.11111E-6 L -0.05746 0.09074 " pathEditMode="relative" rAng="0" ptsTypes="AA">
                                      <p:cBhvr>
                                        <p:cTn id="6" dur="2000" fill="hold"/>
                                        <p:tgtEl>
                                          <p:spTgt spid="3"/>
                                        </p:tgtEl>
                                        <p:attrNameLst>
                                          <p:attrName>ppt_x</p:attrName>
                                          <p:attrName>ppt_y</p:attrName>
                                        </p:attrNameLst>
                                      </p:cBhvr>
                                      <p:rCtr x="-2882" y="4537"/>
                                    </p:animMotion>
                                  </p:childTnLst>
                                </p:cTn>
                              </p:par>
                            </p:childTnLst>
                          </p:cTn>
                        </p:par>
                        <p:par>
                          <p:cTn id="7" fill="hold">
                            <p:stCondLst>
                              <p:cond delay="2000"/>
                            </p:stCondLst>
                            <p:childTnLst>
                              <p:par>
                                <p:cTn id="8" presetID="42" presetClass="path" presetSubtype="0" accel="50000" decel="50000" fill="hold" grpId="1" nodeType="afterEffect">
                                  <p:stCondLst>
                                    <p:cond delay="0"/>
                                  </p:stCondLst>
                                  <p:childTnLst>
                                    <p:animMotion origin="layout" path="M -0.05746 0.09074 L -0.05677 0.31111 " pathEditMode="relative" rAng="0" ptsTypes="AA">
                                      <p:cBhvr>
                                        <p:cTn id="9" dur="2000" fill="hold"/>
                                        <p:tgtEl>
                                          <p:spTgt spid="3"/>
                                        </p:tgtEl>
                                        <p:attrNameLst>
                                          <p:attrName>ppt_x</p:attrName>
                                          <p:attrName>ppt_y</p:attrName>
                                        </p:attrNameLst>
                                      </p:cBhvr>
                                      <p:rCtr x="35" y="11019"/>
                                    </p:animMotion>
                                  </p:childTnLst>
                                </p:cTn>
                              </p:par>
                            </p:childTnLst>
                          </p:cTn>
                        </p:par>
                        <p:par>
                          <p:cTn id="10" fill="hold">
                            <p:stCondLst>
                              <p:cond delay="4000"/>
                            </p:stCondLst>
                            <p:childTnLst>
                              <p:par>
                                <p:cTn id="11" presetID="37" presetClass="path" presetSubtype="0" accel="50000" decel="50000" fill="hold" grpId="2" nodeType="afterEffect">
                                  <p:stCondLst>
                                    <p:cond delay="0"/>
                                  </p:stCondLst>
                                  <p:childTnLst>
                                    <p:animMotion origin="layout" path="M -0.05677 0.31111 L -0.08055 0.59815 C -0.08385 0.65957 -0.10347 0.71265 -0.13246 0.74537 C -0.1658 0.78241 -0.2 0.78858 -0.23264 0.76605 L -0.38715 0.67839 " pathEditMode="relative" rAng="19680000" ptsTypes="AAAAA">
                                      <p:cBhvr>
                                        <p:cTn id="12" dur="2000" fill="hold"/>
                                        <p:tgtEl>
                                          <p:spTgt spid="3"/>
                                        </p:tgtEl>
                                        <p:attrNameLst>
                                          <p:attrName>ppt_x</p:attrName>
                                          <p:attrName>ppt_y</p:attrName>
                                        </p:attrNameLst>
                                      </p:cBhvr>
                                      <p:rCtr x="-12101" y="30957"/>
                                    </p:animMotion>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3" nodeType="clickEffect">
                                  <p:stCondLst>
                                    <p:cond delay="0"/>
                                  </p:stCondLst>
                                  <p:childTnLst>
                                    <p:animMotion origin="layout" path="M -0.38715 0.67839 L -0.82326 -0.02654 " pathEditMode="relative" rAng="0" ptsTypes="AA">
                                      <p:cBhvr>
                                        <p:cTn id="16" dur="2000" fill="hold"/>
                                        <p:tgtEl>
                                          <p:spTgt spid="3"/>
                                        </p:tgtEl>
                                        <p:attrNameLst>
                                          <p:attrName>ppt_x</p:attrName>
                                          <p:attrName>ppt_y</p:attrName>
                                        </p:attrNameLst>
                                      </p:cBhvr>
                                      <p:rCtr x="-21806" y="-3524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3" grpId="3"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436"/>
        <p:cNvGrpSpPr/>
        <p:nvPr/>
      </p:nvGrpSpPr>
      <p:grpSpPr>
        <a:xfrm>
          <a:off x="0" y="0"/>
          <a:ext cx="0" cy="0"/>
          <a:chOff x="0" y="0"/>
          <a:chExt cx="0" cy="0"/>
        </a:xfrm>
      </p:grpSpPr>
      <p:sp>
        <p:nvSpPr>
          <p:cNvPr id="1437" name="Google Shape;1437;p55"/>
          <p:cNvSpPr/>
          <p:nvPr/>
        </p:nvSpPr>
        <p:spPr>
          <a:xfrm>
            <a:off x="0" y="0"/>
            <a:ext cx="9144000" cy="5143500"/>
          </a:xfrm>
          <a:prstGeom prst="rect">
            <a:avLst/>
          </a:prstGeom>
          <a:solidFill>
            <a:srgbClr val="EBE6D6"/>
          </a:solidFill>
          <a:ln w="19050" cap="flat" cmpd="sng">
            <a:solidFill>
              <a:srgbClr val="EFBC3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38" name="Google Shape;1438;p55"/>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Leaves</a:t>
            </a:r>
            <a:endParaRPr sz="2700">
              <a:solidFill>
                <a:srgbClr val="EFBC3F"/>
              </a:solidFill>
              <a:latin typeface="Dela Gothic One"/>
              <a:ea typeface="Dela Gothic One"/>
              <a:cs typeface="Dela Gothic One"/>
              <a:sym typeface="Dela Gothic One"/>
            </a:endParaRPr>
          </a:p>
        </p:txBody>
      </p:sp>
      <p:sp>
        <p:nvSpPr>
          <p:cNvPr id="1439" name="Google Shape;1439;p55"/>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440" name="Google Shape;1440;p55"/>
          <p:cNvGrpSpPr/>
          <p:nvPr/>
        </p:nvGrpSpPr>
        <p:grpSpPr>
          <a:xfrm>
            <a:off x="1030895" y="1585398"/>
            <a:ext cx="7082216" cy="3710688"/>
            <a:chOff x="2302350" y="716406"/>
            <a:chExt cx="4539300" cy="3710688"/>
          </a:xfrm>
        </p:grpSpPr>
        <p:sp>
          <p:nvSpPr>
            <p:cNvPr id="1441" name="Google Shape;1441;p55"/>
            <p:cNvSpPr/>
            <p:nvPr/>
          </p:nvSpPr>
          <p:spPr>
            <a:xfrm rot="-5400000">
              <a:off x="2305950" y="939894"/>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42" name="Google Shape;1442;p55"/>
            <p:cNvSpPr/>
            <p:nvPr/>
          </p:nvSpPr>
          <p:spPr>
            <a:xfrm>
              <a:off x="2373600" y="977544"/>
              <a:ext cx="436200" cy="503400"/>
            </a:xfrm>
            <a:prstGeom prst="star6">
              <a:avLst>
                <a:gd name="adj" fmla="val 43076"/>
                <a:gd name="hf" fmla="val 115470"/>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43" name="Google Shape;1443;p55"/>
            <p:cNvSpPr/>
            <p:nvPr/>
          </p:nvSpPr>
          <p:spPr>
            <a:xfrm rot="-5400000">
              <a:off x="2305950" y="1559331"/>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44" name="Google Shape;1444;p55"/>
            <p:cNvSpPr/>
            <p:nvPr/>
          </p:nvSpPr>
          <p:spPr>
            <a:xfrm>
              <a:off x="2352925" y="1609644"/>
              <a:ext cx="484200" cy="484200"/>
            </a:xfrm>
            <a:prstGeom prst="ellipse">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45" name="Google Shape;1445;p55"/>
            <p:cNvSpPr/>
            <p:nvPr/>
          </p:nvSpPr>
          <p:spPr>
            <a:xfrm rot="-5400000">
              <a:off x="2305950" y="3233506"/>
              <a:ext cx="571500" cy="578700"/>
            </a:xfrm>
            <a:prstGeom prst="round2SameRect">
              <a:avLst>
                <a:gd name="adj1" fmla="val 16789"/>
                <a:gd name="adj2" fmla="val 0"/>
              </a:avLst>
            </a:prstGeom>
            <a:solidFill>
              <a:srgbClr val="FF896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46" name="Google Shape;1446;p55"/>
            <p:cNvSpPr/>
            <p:nvPr/>
          </p:nvSpPr>
          <p:spPr>
            <a:xfrm rot="-5400000">
              <a:off x="2305950" y="3850981"/>
              <a:ext cx="571500" cy="578700"/>
            </a:xfrm>
            <a:prstGeom prst="round2SameRect">
              <a:avLst>
                <a:gd name="adj1" fmla="val 16789"/>
                <a:gd name="adj2" fmla="val 0"/>
              </a:avLst>
            </a:prstGeom>
            <a:solidFill>
              <a:srgbClr val="FF896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47" name="Google Shape;1447;p55"/>
            <p:cNvSpPr/>
            <p:nvPr/>
          </p:nvSpPr>
          <p:spPr>
            <a:xfrm rot="-5400000">
              <a:off x="2305950" y="2184906"/>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48" name="Google Shape;1448;p55"/>
            <p:cNvSpPr/>
            <p:nvPr/>
          </p:nvSpPr>
          <p:spPr>
            <a:xfrm rot="5400000" flipH="1">
              <a:off x="4585350" y="-7413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49" name="Google Shape;1449;p55"/>
            <p:cNvSpPr txBox="1"/>
            <p:nvPr/>
          </p:nvSpPr>
          <p:spPr>
            <a:xfrm>
              <a:off x="2394125" y="716406"/>
              <a:ext cx="4384800"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a:solidFill>
                    <a:srgbClr val="434343"/>
                  </a:solidFill>
                  <a:latin typeface="Figtree"/>
                  <a:ea typeface="Figtree"/>
                  <a:cs typeface="Figtree"/>
                  <a:sym typeface="Figtree"/>
                </a:rPr>
                <a:t>COMPANY-WIDE </a:t>
              </a:r>
              <a:r>
                <a:rPr lang="en" sz="900">
                  <a:solidFill>
                    <a:srgbClr val="666666"/>
                  </a:solidFill>
                  <a:latin typeface="Figtree"/>
                  <a:ea typeface="Figtree"/>
                  <a:cs typeface="Figtree"/>
                  <a:sym typeface="Figtree"/>
                </a:rPr>
                <a:t>(3 notices)</a:t>
              </a:r>
              <a:endParaRPr sz="900">
                <a:solidFill>
                  <a:srgbClr val="666666"/>
                </a:solidFill>
                <a:latin typeface="Figtree"/>
                <a:ea typeface="Figtree"/>
                <a:cs typeface="Figtree"/>
                <a:sym typeface="Figtree"/>
              </a:endParaRPr>
            </a:p>
          </p:txBody>
        </p:sp>
        <p:sp>
          <p:nvSpPr>
            <p:cNvPr id="1450" name="Google Shape;1450;p55"/>
            <p:cNvSpPr txBox="1"/>
            <p:nvPr/>
          </p:nvSpPr>
          <p:spPr>
            <a:xfrm>
              <a:off x="3075075" y="943606"/>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600">
                  <a:solidFill>
                    <a:srgbClr val="434343"/>
                  </a:solidFill>
                  <a:latin typeface="Figtree SemiBold"/>
                  <a:ea typeface="Figtree SemiBold"/>
                  <a:cs typeface="Figtree SemiBold"/>
                  <a:sym typeface="Figtree SemiBold"/>
                </a:rPr>
                <a:t>Melissa Gone</a:t>
              </a:r>
              <a:endParaRPr sz="1600">
                <a:solidFill>
                  <a:srgbClr val="666666"/>
                </a:solidFill>
                <a:latin typeface="Figtree Light"/>
                <a:ea typeface="Figtree Light"/>
                <a:cs typeface="Figtree Light"/>
                <a:sym typeface="Figtree Light"/>
              </a:endParaRPr>
            </a:p>
          </p:txBody>
        </p:sp>
        <p:sp>
          <p:nvSpPr>
            <p:cNvPr id="1451" name="Google Shape;1451;p55"/>
            <p:cNvSpPr txBox="1"/>
            <p:nvPr/>
          </p:nvSpPr>
          <p:spPr>
            <a:xfrm>
              <a:off x="2394125" y="3007456"/>
              <a:ext cx="4384800"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a:solidFill>
                    <a:srgbClr val="434343"/>
                  </a:solidFill>
                  <a:latin typeface="Figtree"/>
                  <a:ea typeface="Figtree"/>
                  <a:cs typeface="Figtree"/>
                  <a:sym typeface="Figtree"/>
                </a:rPr>
                <a:t>MY DEPARTMENT </a:t>
              </a:r>
              <a:r>
                <a:rPr lang="en" sz="900">
                  <a:solidFill>
                    <a:srgbClr val="666666"/>
                  </a:solidFill>
                  <a:latin typeface="Figtree"/>
                  <a:ea typeface="Figtree"/>
                  <a:cs typeface="Figtree"/>
                  <a:sym typeface="Figtree"/>
                </a:rPr>
                <a:t>(3 notices)</a:t>
              </a:r>
              <a:endParaRPr sz="900">
                <a:solidFill>
                  <a:srgbClr val="666666"/>
                </a:solidFill>
                <a:latin typeface="Figtree"/>
                <a:ea typeface="Figtree"/>
                <a:cs typeface="Figtree"/>
                <a:sym typeface="Figtree"/>
              </a:endParaRPr>
            </a:p>
          </p:txBody>
        </p:sp>
        <p:sp>
          <p:nvSpPr>
            <p:cNvPr id="1452" name="Google Shape;1452;p55"/>
            <p:cNvSpPr/>
            <p:nvPr/>
          </p:nvSpPr>
          <p:spPr>
            <a:xfrm rot="5400000" flipH="1">
              <a:off x="4585350" y="-121869"/>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53" name="Google Shape;1453;p55"/>
            <p:cNvSpPr txBox="1"/>
            <p:nvPr/>
          </p:nvSpPr>
          <p:spPr>
            <a:xfrm>
              <a:off x="3075075" y="1563044"/>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Maddie Perez</a:t>
              </a:r>
              <a:endParaRPr sz="1500">
                <a:solidFill>
                  <a:srgbClr val="666666"/>
                </a:solidFill>
                <a:latin typeface="Figtree Light"/>
                <a:ea typeface="Figtree Light"/>
                <a:cs typeface="Figtree Light"/>
                <a:sym typeface="Figtree Light"/>
              </a:endParaRPr>
            </a:p>
          </p:txBody>
        </p:sp>
        <p:sp>
          <p:nvSpPr>
            <p:cNvPr id="1454" name="Google Shape;1454;p55"/>
            <p:cNvSpPr txBox="1"/>
            <p:nvPr/>
          </p:nvSpPr>
          <p:spPr>
            <a:xfrm>
              <a:off x="2302350" y="1740981"/>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30th May</a:t>
              </a:r>
              <a:endParaRPr>
                <a:solidFill>
                  <a:srgbClr val="FFFFFF"/>
                </a:solidFill>
                <a:latin typeface="Figtree Black"/>
                <a:ea typeface="Figtree Black"/>
                <a:cs typeface="Figtree Black"/>
                <a:sym typeface="Figtree Black"/>
              </a:endParaRPr>
            </a:p>
          </p:txBody>
        </p:sp>
        <p:sp>
          <p:nvSpPr>
            <p:cNvPr id="1455" name="Google Shape;1455;p55"/>
            <p:cNvSpPr/>
            <p:nvPr/>
          </p:nvSpPr>
          <p:spPr>
            <a:xfrm rot="5400000" flipH="1">
              <a:off x="4585350" y="5037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56" name="Google Shape;1456;p55"/>
            <p:cNvSpPr txBox="1"/>
            <p:nvPr/>
          </p:nvSpPr>
          <p:spPr>
            <a:xfrm>
              <a:off x="3075075" y="2188619"/>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Mary Cooper</a:t>
              </a:r>
              <a:endParaRPr sz="1500">
                <a:solidFill>
                  <a:srgbClr val="666666"/>
                </a:solidFill>
                <a:latin typeface="Figtree Light"/>
                <a:ea typeface="Figtree Light"/>
                <a:cs typeface="Figtree Light"/>
                <a:sym typeface="Figtree Light"/>
              </a:endParaRPr>
            </a:p>
          </p:txBody>
        </p:sp>
        <p:sp>
          <p:nvSpPr>
            <p:cNvPr id="1457" name="Google Shape;1457;p55"/>
            <p:cNvSpPr/>
            <p:nvPr/>
          </p:nvSpPr>
          <p:spPr>
            <a:xfrm rot="5400000" flipH="1">
              <a:off x="4585350" y="15523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58" name="Google Shape;1458;p55"/>
            <p:cNvSpPr txBox="1"/>
            <p:nvPr/>
          </p:nvSpPr>
          <p:spPr>
            <a:xfrm>
              <a:off x="3075075" y="3237219"/>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Sheldon Cooper</a:t>
              </a:r>
              <a:endParaRPr sz="1500">
                <a:solidFill>
                  <a:srgbClr val="434343"/>
                </a:solidFill>
                <a:latin typeface="Figtree SemiBold"/>
                <a:ea typeface="Figtree SemiBold"/>
                <a:cs typeface="Figtree SemiBold"/>
                <a:sym typeface="Figtree SemiBold"/>
              </a:endParaRPr>
            </a:p>
          </p:txBody>
        </p:sp>
        <p:sp>
          <p:nvSpPr>
            <p:cNvPr id="1459" name="Google Shape;1459;p55"/>
            <p:cNvSpPr/>
            <p:nvPr/>
          </p:nvSpPr>
          <p:spPr>
            <a:xfrm rot="5400000" flipH="1">
              <a:off x="4585350" y="2169781"/>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60" name="Google Shape;1460;p55"/>
            <p:cNvSpPr txBox="1"/>
            <p:nvPr/>
          </p:nvSpPr>
          <p:spPr>
            <a:xfrm>
              <a:off x="3075075" y="3854694"/>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Penny Hofstadter</a:t>
              </a:r>
              <a:endParaRPr sz="1500">
                <a:solidFill>
                  <a:srgbClr val="666666"/>
                </a:solidFill>
                <a:latin typeface="Figtree Light"/>
                <a:ea typeface="Figtree Light"/>
                <a:cs typeface="Figtree Light"/>
                <a:sym typeface="Figtree Light"/>
              </a:endParaRPr>
            </a:p>
          </p:txBody>
        </p:sp>
        <p:sp>
          <p:nvSpPr>
            <p:cNvPr id="1461" name="Google Shape;1461;p55"/>
            <p:cNvSpPr/>
            <p:nvPr/>
          </p:nvSpPr>
          <p:spPr>
            <a:xfrm>
              <a:off x="2348003" y="3278609"/>
              <a:ext cx="487395" cy="488494"/>
            </a:xfrm>
            <a:custGeom>
              <a:avLst/>
              <a:gdLst/>
              <a:ahLst/>
              <a:cxnLst/>
              <a:rect l="l" t="t" r="r" b="b"/>
              <a:pathLst>
                <a:path w="91358" h="91564" extrusionOk="0">
                  <a:moveTo>
                    <a:pt x="35027" y="0"/>
                  </a:moveTo>
                  <a:lnTo>
                    <a:pt x="25605" y="17821"/>
                  </a:lnTo>
                  <a:lnTo>
                    <a:pt x="5735" y="20894"/>
                  </a:lnTo>
                  <a:lnTo>
                    <a:pt x="11676" y="40149"/>
                  </a:lnTo>
                  <a:lnTo>
                    <a:pt x="0" y="56536"/>
                  </a:lnTo>
                  <a:lnTo>
                    <a:pt x="17616" y="65959"/>
                  </a:lnTo>
                  <a:lnTo>
                    <a:pt x="20894" y="85623"/>
                  </a:lnTo>
                  <a:lnTo>
                    <a:pt x="40148" y="79683"/>
                  </a:lnTo>
                  <a:lnTo>
                    <a:pt x="56331" y="91563"/>
                  </a:lnTo>
                  <a:lnTo>
                    <a:pt x="65753" y="73742"/>
                  </a:lnTo>
                  <a:lnTo>
                    <a:pt x="85622" y="70670"/>
                  </a:lnTo>
                  <a:lnTo>
                    <a:pt x="79682" y="51415"/>
                  </a:lnTo>
                  <a:lnTo>
                    <a:pt x="91358" y="35028"/>
                  </a:lnTo>
                  <a:lnTo>
                    <a:pt x="73742" y="25810"/>
                  </a:lnTo>
                  <a:lnTo>
                    <a:pt x="70464" y="5941"/>
                  </a:lnTo>
                  <a:lnTo>
                    <a:pt x="51210" y="11881"/>
                  </a:lnTo>
                  <a:lnTo>
                    <a:pt x="35027" y="0"/>
                  </a:lnTo>
                  <a:close/>
                </a:path>
              </a:pathLst>
            </a:custGeom>
            <a:solidFill>
              <a:srgbClr val="FF5F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462" name="Google Shape;1462;p55"/>
            <p:cNvSpPr txBox="1"/>
            <p:nvPr/>
          </p:nvSpPr>
          <p:spPr>
            <a:xfrm>
              <a:off x="2305675" y="3415156"/>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29th May</a:t>
              </a:r>
              <a:endParaRPr>
                <a:solidFill>
                  <a:srgbClr val="FFFFFF"/>
                </a:solidFill>
                <a:latin typeface="Figtree Black"/>
                <a:ea typeface="Figtree Black"/>
                <a:cs typeface="Figtree Black"/>
                <a:sym typeface="Figtree Black"/>
              </a:endParaRPr>
            </a:p>
          </p:txBody>
        </p:sp>
        <p:sp>
          <p:nvSpPr>
            <p:cNvPr id="1463" name="Google Shape;1463;p55"/>
            <p:cNvSpPr/>
            <p:nvPr/>
          </p:nvSpPr>
          <p:spPr>
            <a:xfrm>
              <a:off x="2362425" y="2249331"/>
              <a:ext cx="465201" cy="465201"/>
            </a:xfrm>
            <a:custGeom>
              <a:avLst/>
              <a:gdLst/>
              <a:ahLst/>
              <a:cxnLst/>
              <a:rect l="l" t="t" r="r" b="b"/>
              <a:pathLst>
                <a:path w="209550" h="209550" extrusionOk="0">
                  <a:moveTo>
                    <a:pt x="78798" y="0"/>
                  </a:moveTo>
                  <a:lnTo>
                    <a:pt x="78798" y="41997"/>
                  </a:lnTo>
                  <a:lnTo>
                    <a:pt x="48924" y="12123"/>
                  </a:lnTo>
                  <a:lnTo>
                    <a:pt x="12123" y="48924"/>
                  </a:lnTo>
                  <a:lnTo>
                    <a:pt x="41997" y="78798"/>
                  </a:lnTo>
                  <a:lnTo>
                    <a:pt x="0" y="78798"/>
                  </a:lnTo>
                  <a:lnTo>
                    <a:pt x="0" y="130752"/>
                  </a:lnTo>
                  <a:lnTo>
                    <a:pt x="41997" y="130752"/>
                  </a:lnTo>
                  <a:lnTo>
                    <a:pt x="12123" y="160626"/>
                  </a:lnTo>
                  <a:lnTo>
                    <a:pt x="48924" y="197427"/>
                  </a:lnTo>
                  <a:lnTo>
                    <a:pt x="78798" y="167553"/>
                  </a:lnTo>
                  <a:lnTo>
                    <a:pt x="78798" y="209550"/>
                  </a:lnTo>
                  <a:lnTo>
                    <a:pt x="130752" y="209550"/>
                  </a:lnTo>
                  <a:lnTo>
                    <a:pt x="130752" y="167553"/>
                  </a:lnTo>
                  <a:lnTo>
                    <a:pt x="160193" y="197427"/>
                  </a:lnTo>
                  <a:lnTo>
                    <a:pt x="196994" y="160626"/>
                  </a:lnTo>
                  <a:lnTo>
                    <a:pt x="167553" y="130752"/>
                  </a:lnTo>
                  <a:lnTo>
                    <a:pt x="209550" y="130752"/>
                  </a:lnTo>
                  <a:lnTo>
                    <a:pt x="209550" y="78798"/>
                  </a:lnTo>
                  <a:lnTo>
                    <a:pt x="167553" y="78798"/>
                  </a:lnTo>
                  <a:lnTo>
                    <a:pt x="196994" y="48924"/>
                  </a:lnTo>
                  <a:lnTo>
                    <a:pt x="160193" y="12123"/>
                  </a:lnTo>
                  <a:lnTo>
                    <a:pt x="130752" y="41997"/>
                  </a:lnTo>
                  <a:lnTo>
                    <a:pt x="130752" y="0"/>
                  </a:lnTo>
                  <a:close/>
                </a:path>
              </a:pathLst>
            </a:custGeom>
            <a:solidFill>
              <a:srgbClr val="FF59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464" name="Google Shape;1464;p55"/>
            <p:cNvSpPr/>
            <p:nvPr/>
          </p:nvSpPr>
          <p:spPr>
            <a:xfrm>
              <a:off x="2373552" y="3917990"/>
              <a:ext cx="436296" cy="444682"/>
            </a:xfrm>
            <a:custGeom>
              <a:avLst/>
              <a:gdLst/>
              <a:ahLst/>
              <a:cxnLst/>
              <a:rect l="l" t="t" r="r" b="b"/>
              <a:pathLst>
                <a:path w="85214" h="86852" extrusionOk="0">
                  <a:moveTo>
                    <a:pt x="43426" y="0"/>
                  </a:moveTo>
                  <a:lnTo>
                    <a:pt x="38920" y="205"/>
                  </a:lnTo>
                  <a:lnTo>
                    <a:pt x="34618" y="820"/>
                  </a:lnTo>
                  <a:lnTo>
                    <a:pt x="30521" y="1844"/>
                  </a:lnTo>
                  <a:lnTo>
                    <a:pt x="26425" y="3483"/>
                  </a:lnTo>
                  <a:lnTo>
                    <a:pt x="22737" y="5121"/>
                  </a:lnTo>
                  <a:lnTo>
                    <a:pt x="19050" y="7374"/>
                  </a:lnTo>
                  <a:lnTo>
                    <a:pt x="15773" y="9833"/>
                  </a:lnTo>
                  <a:lnTo>
                    <a:pt x="12700" y="12700"/>
                  </a:lnTo>
                  <a:lnTo>
                    <a:pt x="9833" y="15773"/>
                  </a:lnTo>
                  <a:lnTo>
                    <a:pt x="7375" y="19050"/>
                  </a:lnTo>
                  <a:lnTo>
                    <a:pt x="5121" y="22737"/>
                  </a:lnTo>
                  <a:lnTo>
                    <a:pt x="3278" y="26424"/>
                  </a:lnTo>
                  <a:lnTo>
                    <a:pt x="1844" y="30521"/>
                  </a:lnTo>
                  <a:lnTo>
                    <a:pt x="820" y="34618"/>
                  </a:lnTo>
                  <a:lnTo>
                    <a:pt x="205" y="38920"/>
                  </a:lnTo>
                  <a:lnTo>
                    <a:pt x="0" y="43426"/>
                  </a:lnTo>
                  <a:lnTo>
                    <a:pt x="205" y="47933"/>
                  </a:lnTo>
                  <a:lnTo>
                    <a:pt x="820" y="52234"/>
                  </a:lnTo>
                  <a:lnTo>
                    <a:pt x="1844" y="56331"/>
                  </a:lnTo>
                  <a:lnTo>
                    <a:pt x="3278" y="60223"/>
                  </a:lnTo>
                  <a:lnTo>
                    <a:pt x="5121" y="64115"/>
                  </a:lnTo>
                  <a:lnTo>
                    <a:pt x="7375" y="67597"/>
                  </a:lnTo>
                  <a:lnTo>
                    <a:pt x="9833" y="71079"/>
                  </a:lnTo>
                  <a:lnTo>
                    <a:pt x="12700" y="74152"/>
                  </a:lnTo>
                  <a:lnTo>
                    <a:pt x="15773" y="76815"/>
                  </a:lnTo>
                  <a:lnTo>
                    <a:pt x="19050" y="79478"/>
                  </a:lnTo>
                  <a:lnTo>
                    <a:pt x="22737" y="81526"/>
                  </a:lnTo>
                  <a:lnTo>
                    <a:pt x="26425" y="83370"/>
                  </a:lnTo>
                  <a:lnTo>
                    <a:pt x="30521" y="84803"/>
                  </a:lnTo>
                  <a:lnTo>
                    <a:pt x="34618" y="86033"/>
                  </a:lnTo>
                  <a:lnTo>
                    <a:pt x="38920" y="86647"/>
                  </a:lnTo>
                  <a:lnTo>
                    <a:pt x="43426" y="86852"/>
                  </a:lnTo>
                  <a:lnTo>
                    <a:pt x="43426" y="55307"/>
                  </a:lnTo>
                  <a:lnTo>
                    <a:pt x="44450" y="58584"/>
                  </a:lnTo>
                  <a:lnTo>
                    <a:pt x="45884" y="61862"/>
                  </a:lnTo>
                  <a:lnTo>
                    <a:pt x="47318" y="64934"/>
                  </a:lnTo>
                  <a:lnTo>
                    <a:pt x="49162" y="67802"/>
                  </a:lnTo>
                  <a:lnTo>
                    <a:pt x="51210" y="70670"/>
                  </a:lnTo>
                  <a:lnTo>
                    <a:pt x="53668" y="73128"/>
                  </a:lnTo>
                  <a:lnTo>
                    <a:pt x="56126" y="75586"/>
                  </a:lnTo>
                  <a:lnTo>
                    <a:pt x="58789" y="77839"/>
                  </a:lnTo>
                  <a:lnTo>
                    <a:pt x="61452" y="79887"/>
                  </a:lnTo>
                  <a:lnTo>
                    <a:pt x="64524" y="81731"/>
                  </a:lnTo>
                  <a:lnTo>
                    <a:pt x="67597" y="83165"/>
                  </a:lnTo>
                  <a:lnTo>
                    <a:pt x="70874" y="84394"/>
                  </a:lnTo>
                  <a:lnTo>
                    <a:pt x="74357" y="85418"/>
                  </a:lnTo>
                  <a:lnTo>
                    <a:pt x="77839" y="86237"/>
                  </a:lnTo>
                  <a:lnTo>
                    <a:pt x="81526" y="86647"/>
                  </a:lnTo>
                  <a:lnTo>
                    <a:pt x="85213" y="86852"/>
                  </a:lnTo>
                  <a:lnTo>
                    <a:pt x="85213" y="0"/>
                  </a:lnTo>
                  <a:lnTo>
                    <a:pt x="81526" y="205"/>
                  </a:lnTo>
                  <a:lnTo>
                    <a:pt x="77839" y="615"/>
                  </a:lnTo>
                  <a:lnTo>
                    <a:pt x="74357" y="1229"/>
                  </a:lnTo>
                  <a:lnTo>
                    <a:pt x="70874" y="2253"/>
                  </a:lnTo>
                  <a:lnTo>
                    <a:pt x="67597" y="3687"/>
                  </a:lnTo>
                  <a:lnTo>
                    <a:pt x="64524" y="5121"/>
                  </a:lnTo>
                  <a:lnTo>
                    <a:pt x="61452" y="6965"/>
                  </a:lnTo>
                  <a:lnTo>
                    <a:pt x="58789" y="9013"/>
                  </a:lnTo>
                  <a:lnTo>
                    <a:pt x="56126" y="11062"/>
                  </a:lnTo>
                  <a:lnTo>
                    <a:pt x="53668" y="13520"/>
                  </a:lnTo>
                  <a:lnTo>
                    <a:pt x="51210" y="16183"/>
                  </a:lnTo>
                  <a:lnTo>
                    <a:pt x="49162" y="19050"/>
                  </a:lnTo>
                  <a:lnTo>
                    <a:pt x="47318" y="21918"/>
                  </a:lnTo>
                  <a:lnTo>
                    <a:pt x="45884" y="24991"/>
                  </a:lnTo>
                  <a:lnTo>
                    <a:pt x="44450" y="28268"/>
                  </a:lnTo>
                  <a:lnTo>
                    <a:pt x="43426" y="31545"/>
                  </a:lnTo>
                  <a:lnTo>
                    <a:pt x="43426" y="0"/>
                  </a:lnTo>
                  <a:close/>
                </a:path>
              </a:pathLst>
            </a:custGeom>
            <a:solidFill>
              <a:srgbClr val="FF5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465" name="Google Shape;1465;p55"/>
            <p:cNvSpPr txBox="1"/>
            <p:nvPr/>
          </p:nvSpPr>
          <p:spPr>
            <a:xfrm>
              <a:off x="2302350" y="2366556"/>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31St May</a:t>
              </a:r>
              <a:endParaRPr>
                <a:solidFill>
                  <a:srgbClr val="FFFFFF"/>
                </a:solidFill>
                <a:latin typeface="Figtree Black"/>
                <a:ea typeface="Figtree Black"/>
                <a:cs typeface="Figtree Black"/>
                <a:sym typeface="Figtree Black"/>
              </a:endParaRPr>
            </a:p>
          </p:txBody>
        </p:sp>
        <p:sp>
          <p:nvSpPr>
            <p:cNvPr id="1466" name="Google Shape;1466;p55"/>
            <p:cNvSpPr txBox="1"/>
            <p:nvPr/>
          </p:nvSpPr>
          <p:spPr>
            <a:xfrm>
              <a:off x="2302350" y="4032631"/>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5th June</a:t>
              </a:r>
              <a:endParaRPr>
                <a:solidFill>
                  <a:srgbClr val="FFFFFF"/>
                </a:solidFill>
                <a:latin typeface="Figtree Black"/>
                <a:ea typeface="Figtree Black"/>
                <a:cs typeface="Figtree Black"/>
                <a:sym typeface="Figtree Black"/>
              </a:endParaRPr>
            </a:p>
          </p:txBody>
        </p:sp>
        <p:sp>
          <p:nvSpPr>
            <p:cNvPr id="1467" name="Google Shape;1467;p55"/>
            <p:cNvSpPr txBox="1"/>
            <p:nvPr/>
          </p:nvSpPr>
          <p:spPr>
            <a:xfrm>
              <a:off x="2302350" y="1121544"/>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27th May</a:t>
              </a:r>
              <a:endParaRPr>
                <a:solidFill>
                  <a:srgbClr val="FFFFFF"/>
                </a:solidFill>
                <a:latin typeface="Figtree Black"/>
                <a:ea typeface="Figtree Black"/>
                <a:cs typeface="Figtree Black"/>
                <a:sym typeface="Figtree Black"/>
              </a:endParaRPr>
            </a:p>
          </p:txBody>
        </p:sp>
      </p:grpSp>
      <p:sp>
        <p:nvSpPr>
          <p:cNvPr id="1468" name="Google Shape;1468;p55"/>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470" name="Google Shape;1470;p55"/>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471" name="Google Shape;1471;p55"/>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2" name="Google Shape;1472;p55"/>
          <p:cNvSpPr/>
          <p:nvPr/>
        </p:nvSpPr>
        <p:spPr>
          <a:xfrm rot="3599210">
            <a:off x="658820" y="790115"/>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1473" name="Google Shape;1473;p55"/>
          <p:cNvSpPr txBox="1"/>
          <p:nvPr/>
        </p:nvSpPr>
        <p:spPr>
          <a:xfrm>
            <a:off x="8113100" y="6058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rgbClr val="A47FA7"/>
                </a:solidFill>
                <a:latin typeface="Martian Mono"/>
                <a:ea typeface="Martian Mono"/>
                <a:cs typeface="Martian Mono"/>
                <a:sym typeface="Martian Mono"/>
              </a:rPr>
              <a:t>+</a:t>
            </a:r>
            <a:endParaRPr sz="1300" dirty="0">
              <a:solidFill>
                <a:srgbClr val="A47FA7"/>
              </a:solidFill>
              <a:latin typeface="Martian Mono"/>
              <a:ea typeface="Martian Mono"/>
              <a:cs typeface="Martian Mono"/>
              <a:sym typeface="Martian Mono"/>
            </a:endParaRPr>
          </a:p>
        </p:txBody>
      </p:sp>
      <p:sp>
        <p:nvSpPr>
          <p:cNvPr id="1474" name="Google Shape;1474;p55"/>
          <p:cNvSpPr/>
          <p:nvPr/>
        </p:nvSpPr>
        <p:spPr>
          <a:xfrm>
            <a:off x="1030950" y="1049738"/>
            <a:ext cx="7082100" cy="429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Martian Mono"/>
                <a:ea typeface="Martian Mono"/>
                <a:cs typeface="Martian Mono"/>
                <a:sym typeface="Martian Mono"/>
              </a:rPr>
              <a:t>Your leave application has yet to be accepted or denied</a:t>
            </a:r>
            <a:endParaRPr sz="1300">
              <a:latin typeface="Martian Mono"/>
              <a:ea typeface="Martian Mono"/>
              <a:cs typeface="Martian Mono"/>
              <a:sym typeface="Martian Mono"/>
            </a:endParaRPr>
          </a:p>
        </p:txBody>
      </p:sp>
      <p:sp>
        <p:nvSpPr>
          <p:cNvPr id="2" name="Google Shape;1412;p53">
            <a:extLst>
              <a:ext uri="{FF2B5EF4-FFF2-40B4-BE49-F238E27FC236}">
                <a16:creationId xmlns:a16="http://schemas.microsoft.com/office/drawing/2014/main" id="{9933BE15-842C-83AF-FF06-F8A0C0B0B936}"/>
              </a:ext>
            </a:extLst>
          </p:cNvPr>
          <p:cNvSpPr txBox="1">
            <a:spLocks/>
          </p:cNvSpPr>
          <p:nvPr/>
        </p:nvSpPr>
        <p:spPr>
          <a:xfrm>
            <a:off x="346424" y="4747100"/>
            <a:ext cx="3497155" cy="394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1pPr>
            <a:lvl2pPr marR="0" lvl="1"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2pPr>
            <a:lvl3pPr marR="0" lvl="2"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3pPr>
            <a:lvl4pPr marR="0" lvl="3"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4pPr>
            <a:lvl5pPr marR="0" lvl="4"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5pPr>
            <a:lvl6pPr marR="0" lvl="5"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6pPr>
            <a:lvl7pPr marR="0" lvl="6"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7pPr>
            <a:lvl8pPr marR="0" lvl="7"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8pPr>
            <a:lvl9pPr marR="0" lvl="8"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9pPr>
          </a:lstStyle>
          <a:p>
            <a:r>
              <a:rPr lang="en-GB" sz="1400" dirty="0">
                <a:solidFill>
                  <a:srgbClr val="FFFFFF"/>
                </a:solidFill>
                <a:latin typeface="Work Sans"/>
                <a:ea typeface="Work Sans"/>
                <a:cs typeface="Work Sans"/>
                <a:sym typeface="Work Sans"/>
              </a:rPr>
              <a:t>Leaves Screen (Non-Leadership)</a:t>
            </a:r>
          </a:p>
        </p:txBody>
      </p:sp>
    </p:spTree>
    <p:extLst>
      <p:ext uri="{BB962C8B-B14F-4D97-AF65-F5344CB8AC3E}">
        <p14:creationId xmlns:p14="http://schemas.microsoft.com/office/powerpoint/2010/main" val="38130263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EC8F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613613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379">
          <a:extLst>
            <a:ext uri="{FF2B5EF4-FFF2-40B4-BE49-F238E27FC236}">
              <a16:creationId xmlns:a16="http://schemas.microsoft.com/office/drawing/2014/main" id="{FE0FEAC7-1CB5-3A2F-A713-DFC4F6C2FAF8}"/>
            </a:ext>
          </a:extLst>
        </p:cNvPr>
        <p:cNvGrpSpPr/>
        <p:nvPr/>
      </p:nvGrpSpPr>
      <p:grpSpPr>
        <a:xfrm>
          <a:off x="0" y="0"/>
          <a:ext cx="0" cy="0"/>
          <a:chOff x="0" y="0"/>
          <a:chExt cx="0" cy="0"/>
        </a:xfrm>
      </p:grpSpPr>
      <p:sp>
        <p:nvSpPr>
          <p:cNvPr id="1381" name="Google Shape;1381;p53">
            <a:extLst>
              <a:ext uri="{FF2B5EF4-FFF2-40B4-BE49-F238E27FC236}">
                <a16:creationId xmlns:a16="http://schemas.microsoft.com/office/drawing/2014/main" id="{B89A93A8-CEBD-2AB0-22A1-72E9B19CD39A}"/>
              </a:ext>
            </a:extLst>
          </p:cNvPr>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Leaves</a:t>
            </a:r>
            <a:endParaRPr sz="2700">
              <a:solidFill>
                <a:srgbClr val="EFBC3F"/>
              </a:solidFill>
              <a:latin typeface="Dela Gothic One"/>
              <a:ea typeface="Dela Gothic One"/>
              <a:cs typeface="Dela Gothic One"/>
              <a:sym typeface="Dela Gothic One"/>
            </a:endParaRPr>
          </a:p>
        </p:txBody>
      </p:sp>
      <p:sp>
        <p:nvSpPr>
          <p:cNvPr id="1382" name="Google Shape;1382;p53">
            <a:extLst>
              <a:ext uri="{FF2B5EF4-FFF2-40B4-BE49-F238E27FC236}">
                <a16:creationId xmlns:a16="http://schemas.microsoft.com/office/drawing/2014/main" id="{11778A15-B32F-532F-8E6D-32732D0BC18E}"/>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4" name="Google Shape;1384;p53">
            <a:extLst>
              <a:ext uri="{FF2B5EF4-FFF2-40B4-BE49-F238E27FC236}">
                <a16:creationId xmlns:a16="http://schemas.microsoft.com/office/drawing/2014/main" id="{676B4B65-8157-43E9-E6ED-04883DCA95E4}"/>
              </a:ext>
            </a:extLst>
          </p:cNvPr>
          <p:cNvSpPr/>
          <p:nvPr/>
        </p:nvSpPr>
        <p:spPr>
          <a:xfrm rot="16200000">
            <a:off x="1196589" y="1170542"/>
            <a:ext cx="571500" cy="902887"/>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5" name="Google Shape;1385;p53">
            <a:extLst>
              <a:ext uri="{FF2B5EF4-FFF2-40B4-BE49-F238E27FC236}">
                <a16:creationId xmlns:a16="http://schemas.microsoft.com/office/drawing/2014/main" id="{546984CB-3ECF-EA3C-DE4B-F0851ACAF152}"/>
              </a:ext>
            </a:extLst>
          </p:cNvPr>
          <p:cNvSpPr/>
          <p:nvPr/>
        </p:nvSpPr>
        <p:spPr>
          <a:xfrm>
            <a:off x="1142059" y="1370286"/>
            <a:ext cx="680559" cy="503400"/>
          </a:xfrm>
          <a:prstGeom prst="star6">
            <a:avLst>
              <a:gd name="adj" fmla="val 43076"/>
              <a:gd name="hf" fmla="val 115470"/>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6" name="Google Shape;1386;p53">
            <a:extLst>
              <a:ext uri="{FF2B5EF4-FFF2-40B4-BE49-F238E27FC236}">
                <a16:creationId xmlns:a16="http://schemas.microsoft.com/office/drawing/2014/main" id="{0C7CE0D0-5B84-7C6B-8628-AD7CF3F70C2D}"/>
              </a:ext>
            </a:extLst>
          </p:cNvPr>
          <p:cNvSpPr/>
          <p:nvPr/>
        </p:nvSpPr>
        <p:spPr>
          <a:xfrm rot="16200000">
            <a:off x="1196589" y="1789979"/>
            <a:ext cx="571500" cy="902887"/>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7" name="Google Shape;1387;p53">
            <a:extLst>
              <a:ext uri="{FF2B5EF4-FFF2-40B4-BE49-F238E27FC236}">
                <a16:creationId xmlns:a16="http://schemas.microsoft.com/office/drawing/2014/main" id="{CFC2659A-0B33-E30D-976E-BA361D6C25D4}"/>
              </a:ext>
            </a:extLst>
          </p:cNvPr>
          <p:cNvSpPr/>
          <p:nvPr/>
        </p:nvSpPr>
        <p:spPr>
          <a:xfrm>
            <a:off x="1109802" y="2002386"/>
            <a:ext cx="755448" cy="484200"/>
          </a:xfrm>
          <a:prstGeom prst="ellipse">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0" name="Google Shape;1390;p53">
            <a:extLst>
              <a:ext uri="{FF2B5EF4-FFF2-40B4-BE49-F238E27FC236}">
                <a16:creationId xmlns:a16="http://schemas.microsoft.com/office/drawing/2014/main" id="{6163B720-22C3-58B2-4C70-7909DCD7F8DF}"/>
              </a:ext>
            </a:extLst>
          </p:cNvPr>
          <p:cNvSpPr/>
          <p:nvPr/>
        </p:nvSpPr>
        <p:spPr>
          <a:xfrm rot="16200000">
            <a:off x="1196589" y="2415554"/>
            <a:ext cx="571500" cy="902887"/>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1" name="Google Shape;1391;p53">
            <a:extLst>
              <a:ext uri="{FF2B5EF4-FFF2-40B4-BE49-F238E27FC236}">
                <a16:creationId xmlns:a16="http://schemas.microsoft.com/office/drawing/2014/main" id="{FEE1DEE0-398D-9855-8245-2590AFF1DA54}"/>
              </a:ext>
            </a:extLst>
          </p:cNvPr>
          <p:cNvSpPr/>
          <p:nvPr/>
        </p:nvSpPr>
        <p:spPr>
          <a:xfrm rot="5400000" flipH="1">
            <a:off x="4752909" y="-1452466"/>
            <a:ext cx="571500" cy="6148905"/>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2" name="Google Shape;1392;p53">
            <a:extLst>
              <a:ext uri="{FF2B5EF4-FFF2-40B4-BE49-F238E27FC236}">
                <a16:creationId xmlns:a16="http://schemas.microsoft.com/office/drawing/2014/main" id="{D362A18F-FAC8-79AB-74B3-C46A8565EB83}"/>
              </a:ext>
            </a:extLst>
          </p:cNvPr>
          <p:cNvSpPr txBox="1"/>
          <p:nvPr/>
        </p:nvSpPr>
        <p:spPr>
          <a:xfrm>
            <a:off x="1174083" y="1109148"/>
            <a:ext cx="6841165"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dirty="0">
                <a:solidFill>
                  <a:srgbClr val="434343"/>
                </a:solidFill>
                <a:latin typeface="Figtree"/>
                <a:ea typeface="Figtree"/>
                <a:cs typeface="Figtree"/>
                <a:sym typeface="Figtree"/>
              </a:rPr>
              <a:t>COMPANY-WIDE </a:t>
            </a:r>
            <a:r>
              <a:rPr lang="en" sz="900" dirty="0">
                <a:solidFill>
                  <a:srgbClr val="666666"/>
                </a:solidFill>
                <a:latin typeface="Figtree"/>
                <a:ea typeface="Figtree"/>
                <a:cs typeface="Figtree"/>
                <a:sym typeface="Figtree"/>
              </a:rPr>
              <a:t>(5 notices)</a:t>
            </a:r>
            <a:endParaRPr sz="900" dirty="0">
              <a:solidFill>
                <a:srgbClr val="666666"/>
              </a:solidFill>
              <a:latin typeface="Figtree"/>
              <a:ea typeface="Figtree"/>
              <a:cs typeface="Figtree"/>
              <a:sym typeface="Figtree"/>
            </a:endParaRPr>
          </a:p>
        </p:txBody>
      </p:sp>
      <p:sp>
        <p:nvSpPr>
          <p:cNvPr id="1393" name="Google Shape;1393;p53">
            <a:extLst>
              <a:ext uri="{FF2B5EF4-FFF2-40B4-BE49-F238E27FC236}">
                <a16:creationId xmlns:a16="http://schemas.microsoft.com/office/drawing/2014/main" id="{820177C1-8997-ADF5-E80E-CAED745EE43E}"/>
              </a:ext>
            </a:extLst>
          </p:cNvPr>
          <p:cNvSpPr txBox="1"/>
          <p:nvPr/>
        </p:nvSpPr>
        <p:spPr>
          <a:xfrm>
            <a:off x="2236501" y="1336348"/>
            <a:ext cx="5729522"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600">
                <a:solidFill>
                  <a:srgbClr val="434343"/>
                </a:solidFill>
                <a:latin typeface="Figtree SemiBold"/>
                <a:ea typeface="Figtree SemiBold"/>
                <a:cs typeface="Figtree SemiBold"/>
                <a:sym typeface="Figtree SemiBold"/>
              </a:rPr>
              <a:t>Melissa Gone</a:t>
            </a:r>
            <a:endParaRPr sz="1600">
              <a:solidFill>
                <a:srgbClr val="666666"/>
              </a:solidFill>
              <a:latin typeface="Figtree Light"/>
              <a:ea typeface="Figtree Light"/>
              <a:cs typeface="Figtree Light"/>
              <a:sym typeface="Figtree Light"/>
            </a:endParaRPr>
          </a:p>
        </p:txBody>
      </p:sp>
      <p:sp>
        <p:nvSpPr>
          <p:cNvPr id="1395" name="Google Shape;1395;p53">
            <a:extLst>
              <a:ext uri="{FF2B5EF4-FFF2-40B4-BE49-F238E27FC236}">
                <a16:creationId xmlns:a16="http://schemas.microsoft.com/office/drawing/2014/main" id="{11B2A9CC-5E4E-DF84-1B65-2BCDC4EFE725}"/>
              </a:ext>
            </a:extLst>
          </p:cNvPr>
          <p:cNvSpPr/>
          <p:nvPr/>
        </p:nvSpPr>
        <p:spPr>
          <a:xfrm rot="5400000" flipH="1">
            <a:off x="4752909" y="-833029"/>
            <a:ext cx="571500" cy="6148905"/>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6" name="Google Shape;1396;p53">
            <a:extLst>
              <a:ext uri="{FF2B5EF4-FFF2-40B4-BE49-F238E27FC236}">
                <a16:creationId xmlns:a16="http://schemas.microsoft.com/office/drawing/2014/main" id="{F80C6983-BB03-B967-A7C2-61C96566E031}"/>
              </a:ext>
            </a:extLst>
          </p:cNvPr>
          <p:cNvSpPr txBox="1"/>
          <p:nvPr/>
        </p:nvSpPr>
        <p:spPr>
          <a:xfrm>
            <a:off x="2236501" y="1955786"/>
            <a:ext cx="5729522"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Maddie Perez</a:t>
            </a:r>
            <a:endParaRPr sz="1500">
              <a:solidFill>
                <a:srgbClr val="666666"/>
              </a:solidFill>
              <a:latin typeface="Figtree Light"/>
              <a:ea typeface="Figtree Light"/>
              <a:cs typeface="Figtree Light"/>
              <a:sym typeface="Figtree Light"/>
            </a:endParaRPr>
          </a:p>
        </p:txBody>
      </p:sp>
      <p:sp>
        <p:nvSpPr>
          <p:cNvPr id="1397" name="Google Shape;1397;p53">
            <a:extLst>
              <a:ext uri="{FF2B5EF4-FFF2-40B4-BE49-F238E27FC236}">
                <a16:creationId xmlns:a16="http://schemas.microsoft.com/office/drawing/2014/main" id="{FE64A640-1CB7-B1EF-48F8-A05154DF2C9E}"/>
              </a:ext>
            </a:extLst>
          </p:cNvPr>
          <p:cNvSpPr txBox="1"/>
          <p:nvPr/>
        </p:nvSpPr>
        <p:spPr>
          <a:xfrm>
            <a:off x="1030895" y="2133723"/>
            <a:ext cx="902887"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30th May</a:t>
            </a:r>
            <a:endParaRPr>
              <a:solidFill>
                <a:srgbClr val="FFFFFF"/>
              </a:solidFill>
              <a:latin typeface="Figtree Black"/>
              <a:ea typeface="Figtree Black"/>
              <a:cs typeface="Figtree Black"/>
              <a:sym typeface="Figtree Black"/>
            </a:endParaRPr>
          </a:p>
        </p:txBody>
      </p:sp>
      <p:sp>
        <p:nvSpPr>
          <p:cNvPr id="1398" name="Google Shape;1398;p53">
            <a:extLst>
              <a:ext uri="{FF2B5EF4-FFF2-40B4-BE49-F238E27FC236}">
                <a16:creationId xmlns:a16="http://schemas.microsoft.com/office/drawing/2014/main" id="{1770A3C9-2EE7-A93A-D357-4A28752A0197}"/>
              </a:ext>
            </a:extLst>
          </p:cNvPr>
          <p:cNvSpPr/>
          <p:nvPr/>
        </p:nvSpPr>
        <p:spPr>
          <a:xfrm rot="5400000" flipH="1">
            <a:off x="4752909" y="-207454"/>
            <a:ext cx="571500" cy="6148905"/>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9" name="Google Shape;1399;p53">
            <a:extLst>
              <a:ext uri="{FF2B5EF4-FFF2-40B4-BE49-F238E27FC236}">
                <a16:creationId xmlns:a16="http://schemas.microsoft.com/office/drawing/2014/main" id="{81165192-BF5C-3E27-87A4-9CFDDABAB2BD}"/>
              </a:ext>
            </a:extLst>
          </p:cNvPr>
          <p:cNvSpPr txBox="1"/>
          <p:nvPr/>
        </p:nvSpPr>
        <p:spPr>
          <a:xfrm>
            <a:off x="2236502" y="2581361"/>
            <a:ext cx="5729524"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Mary Cooper</a:t>
            </a:r>
            <a:endParaRPr sz="1500">
              <a:solidFill>
                <a:srgbClr val="666666"/>
              </a:solidFill>
              <a:latin typeface="Figtree Light"/>
              <a:ea typeface="Figtree Light"/>
              <a:cs typeface="Figtree Light"/>
              <a:sym typeface="Figtree Light"/>
            </a:endParaRPr>
          </a:p>
        </p:txBody>
      </p:sp>
      <p:grpSp>
        <p:nvGrpSpPr>
          <p:cNvPr id="8" name="Group 7">
            <a:extLst>
              <a:ext uri="{FF2B5EF4-FFF2-40B4-BE49-F238E27FC236}">
                <a16:creationId xmlns:a16="http://schemas.microsoft.com/office/drawing/2014/main" id="{9BBDA6B2-D2E4-8115-A61D-8D44733001F9}"/>
              </a:ext>
            </a:extLst>
          </p:cNvPr>
          <p:cNvGrpSpPr/>
          <p:nvPr/>
        </p:nvGrpSpPr>
        <p:grpSpPr>
          <a:xfrm>
            <a:off x="1030884" y="3215472"/>
            <a:ext cx="7082216" cy="572513"/>
            <a:chOff x="1030895" y="3629848"/>
            <a:chExt cx="7082216" cy="572513"/>
          </a:xfrm>
        </p:grpSpPr>
        <p:sp>
          <p:nvSpPr>
            <p:cNvPr id="1388" name="Google Shape;1388;p53">
              <a:extLst>
                <a:ext uri="{FF2B5EF4-FFF2-40B4-BE49-F238E27FC236}">
                  <a16:creationId xmlns:a16="http://schemas.microsoft.com/office/drawing/2014/main" id="{F60A6104-0CD4-3A36-6105-5C28E3C8A89A}"/>
                </a:ext>
              </a:extLst>
            </p:cNvPr>
            <p:cNvSpPr/>
            <p:nvPr/>
          </p:nvSpPr>
          <p:spPr>
            <a:xfrm rot="16200000">
              <a:off x="1196589" y="3464154"/>
              <a:ext cx="571500" cy="902887"/>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Figtree"/>
                <a:ea typeface="Figtree"/>
                <a:cs typeface="Figtree"/>
                <a:sym typeface="Figtree"/>
              </a:endParaRPr>
            </a:p>
          </p:txBody>
        </p:sp>
        <p:sp>
          <p:nvSpPr>
            <p:cNvPr id="1400" name="Google Shape;1400;p53">
              <a:extLst>
                <a:ext uri="{FF2B5EF4-FFF2-40B4-BE49-F238E27FC236}">
                  <a16:creationId xmlns:a16="http://schemas.microsoft.com/office/drawing/2014/main" id="{5F76D1E2-4AD3-6568-EBB2-5515FCD93CD5}"/>
                </a:ext>
              </a:extLst>
            </p:cNvPr>
            <p:cNvSpPr/>
            <p:nvPr/>
          </p:nvSpPr>
          <p:spPr>
            <a:xfrm rot="5400000" flipH="1">
              <a:off x="4752909" y="841146"/>
              <a:ext cx="571500" cy="6148905"/>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01" name="Google Shape;1401;p53">
              <a:extLst>
                <a:ext uri="{FF2B5EF4-FFF2-40B4-BE49-F238E27FC236}">
                  <a16:creationId xmlns:a16="http://schemas.microsoft.com/office/drawing/2014/main" id="{F2538DB7-D43E-6C81-2FF6-4FC9AF130690}"/>
                </a:ext>
              </a:extLst>
            </p:cNvPr>
            <p:cNvSpPr txBox="1"/>
            <p:nvPr/>
          </p:nvSpPr>
          <p:spPr>
            <a:xfrm>
              <a:off x="2236502" y="3629961"/>
              <a:ext cx="5729524"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dirty="0">
                  <a:solidFill>
                    <a:srgbClr val="434343"/>
                  </a:solidFill>
                  <a:latin typeface="Figtree SemiBold"/>
                  <a:ea typeface="Figtree SemiBold"/>
                  <a:cs typeface="Figtree SemiBold"/>
                  <a:sym typeface="Figtree SemiBold"/>
                </a:rPr>
                <a:t>Sheldon Cooper</a:t>
              </a:r>
              <a:endParaRPr sz="1500" dirty="0">
                <a:solidFill>
                  <a:srgbClr val="434343"/>
                </a:solidFill>
                <a:latin typeface="Figtree SemiBold"/>
                <a:ea typeface="Figtree SemiBold"/>
                <a:cs typeface="Figtree SemiBold"/>
                <a:sym typeface="Figtree SemiBold"/>
              </a:endParaRPr>
            </a:p>
          </p:txBody>
        </p:sp>
        <p:sp>
          <p:nvSpPr>
            <p:cNvPr id="1404" name="Google Shape;1404;p53">
              <a:extLst>
                <a:ext uri="{FF2B5EF4-FFF2-40B4-BE49-F238E27FC236}">
                  <a16:creationId xmlns:a16="http://schemas.microsoft.com/office/drawing/2014/main" id="{78B92A1E-A004-770F-CD68-0A425D81F138}"/>
                </a:ext>
              </a:extLst>
            </p:cNvPr>
            <p:cNvSpPr/>
            <p:nvPr/>
          </p:nvSpPr>
          <p:spPr>
            <a:xfrm>
              <a:off x="1102123" y="3671351"/>
              <a:ext cx="760435" cy="488494"/>
            </a:xfrm>
            <a:custGeom>
              <a:avLst/>
              <a:gdLst/>
              <a:ahLst/>
              <a:cxnLst/>
              <a:rect l="l" t="t" r="r" b="b"/>
              <a:pathLst>
                <a:path w="91358" h="91564" extrusionOk="0">
                  <a:moveTo>
                    <a:pt x="35027" y="0"/>
                  </a:moveTo>
                  <a:lnTo>
                    <a:pt x="25605" y="17821"/>
                  </a:lnTo>
                  <a:lnTo>
                    <a:pt x="5735" y="20894"/>
                  </a:lnTo>
                  <a:lnTo>
                    <a:pt x="11676" y="40149"/>
                  </a:lnTo>
                  <a:lnTo>
                    <a:pt x="0" y="56536"/>
                  </a:lnTo>
                  <a:lnTo>
                    <a:pt x="17616" y="65959"/>
                  </a:lnTo>
                  <a:lnTo>
                    <a:pt x="20894" y="85623"/>
                  </a:lnTo>
                  <a:lnTo>
                    <a:pt x="40148" y="79683"/>
                  </a:lnTo>
                  <a:lnTo>
                    <a:pt x="56331" y="91563"/>
                  </a:lnTo>
                  <a:lnTo>
                    <a:pt x="65753" y="73742"/>
                  </a:lnTo>
                  <a:lnTo>
                    <a:pt x="85622" y="70670"/>
                  </a:lnTo>
                  <a:lnTo>
                    <a:pt x="79682" y="51415"/>
                  </a:lnTo>
                  <a:lnTo>
                    <a:pt x="91358" y="35028"/>
                  </a:lnTo>
                  <a:lnTo>
                    <a:pt x="73742" y="25810"/>
                  </a:lnTo>
                  <a:lnTo>
                    <a:pt x="70464" y="5941"/>
                  </a:lnTo>
                  <a:lnTo>
                    <a:pt x="51210" y="11881"/>
                  </a:lnTo>
                  <a:lnTo>
                    <a:pt x="35027" y="0"/>
                  </a:lnTo>
                  <a:close/>
                </a:path>
              </a:pathLst>
            </a:custGeom>
            <a:solidFill>
              <a:srgbClr val="FF59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Figtree"/>
                <a:ea typeface="Figtree"/>
                <a:cs typeface="Figtree"/>
                <a:sym typeface="Figtree"/>
              </a:endParaRPr>
            </a:p>
          </p:txBody>
        </p:sp>
        <p:sp>
          <p:nvSpPr>
            <p:cNvPr id="1405" name="Google Shape;1405;p53">
              <a:extLst>
                <a:ext uri="{FF2B5EF4-FFF2-40B4-BE49-F238E27FC236}">
                  <a16:creationId xmlns:a16="http://schemas.microsoft.com/office/drawing/2014/main" id="{BD9E2AD9-50BF-37B0-ED43-48CE85AEAA8A}"/>
                </a:ext>
              </a:extLst>
            </p:cNvPr>
            <p:cNvSpPr txBox="1"/>
            <p:nvPr/>
          </p:nvSpPr>
          <p:spPr>
            <a:xfrm>
              <a:off x="1036084" y="3807898"/>
              <a:ext cx="902887"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dirty="0">
                  <a:solidFill>
                    <a:srgbClr val="FFFFFF"/>
                  </a:solidFill>
                  <a:latin typeface="Figtree Black"/>
                  <a:ea typeface="Figtree Black"/>
                  <a:cs typeface="Figtree Black"/>
                  <a:sym typeface="Figtree Black"/>
                </a:rPr>
                <a:t>29th May</a:t>
              </a:r>
              <a:endParaRPr dirty="0">
                <a:solidFill>
                  <a:srgbClr val="FFFFFF"/>
                </a:solidFill>
                <a:latin typeface="Figtree Black"/>
                <a:ea typeface="Figtree Black"/>
                <a:cs typeface="Figtree Black"/>
                <a:sym typeface="Figtree Black"/>
              </a:endParaRPr>
            </a:p>
          </p:txBody>
        </p:sp>
      </p:grpSp>
      <p:sp>
        <p:nvSpPr>
          <p:cNvPr id="1406" name="Google Shape;1406;p53">
            <a:extLst>
              <a:ext uri="{FF2B5EF4-FFF2-40B4-BE49-F238E27FC236}">
                <a16:creationId xmlns:a16="http://schemas.microsoft.com/office/drawing/2014/main" id="{5178BA8E-E7B3-0A80-4003-2562F600FD9E}"/>
              </a:ext>
            </a:extLst>
          </p:cNvPr>
          <p:cNvSpPr/>
          <p:nvPr/>
        </p:nvSpPr>
        <p:spPr>
          <a:xfrm>
            <a:off x="1124624" y="2642073"/>
            <a:ext cx="725808" cy="465201"/>
          </a:xfrm>
          <a:custGeom>
            <a:avLst/>
            <a:gdLst/>
            <a:ahLst/>
            <a:cxnLst/>
            <a:rect l="l" t="t" r="r" b="b"/>
            <a:pathLst>
              <a:path w="209550" h="209550" extrusionOk="0">
                <a:moveTo>
                  <a:pt x="78798" y="0"/>
                </a:moveTo>
                <a:lnTo>
                  <a:pt x="78798" y="41997"/>
                </a:lnTo>
                <a:lnTo>
                  <a:pt x="48924" y="12123"/>
                </a:lnTo>
                <a:lnTo>
                  <a:pt x="12123" y="48924"/>
                </a:lnTo>
                <a:lnTo>
                  <a:pt x="41997" y="78798"/>
                </a:lnTo>
                <a:lnTo>
                  <a:pt x="0" y="78798"/>
                </a:lnTo>
                <a:lnTo>
                  <a:pt x="0" y="130752"/>
                </a:lnTo>
                <a:lnTo>
                  <a:pt x="41997" y="130752"/>
                </a:lnTo>
                <a:lnTo>
                  <a:pt x="12123" y="160626"/>
                </a:lnTo>
                <a:lnTo>
                  <a:pt x="48924" y="197427"/>
                </a:lnTo>
                <a:lnTo>
                  <a:pt x="78798" y="167553"/>
                </a:lnTo>
                <a:lnTo>
                  <a:pt x="78798" y="209550"/>
                </a:lnTo>
                <a:lnTo>
                  <a:pt x="130752" y="209550"/>
                </a:lnTo>
                <a:lnTo>
                  <a:pt x="130752" y="167553"/>
                </a:lnTo>
                <a:lnTo>
                  <a:pt x="160193" y="197427"/>
                </a:lnTo>
                <a:lnTo>
                  <a:pt x="196994" y="160626"/>
                </a:lnTo>
                <a:lnTo>
                  <a:pt x="167553" y="130752"/>
                </a:lnTo>
                <a:lnTo>
                  <a:pt x="209550" y="130752"/>
                </a:lnTo>
                <a:lnTo>
                  <a:pt x="209550" y="78798"/>
                </a:lnTo>
                <a:lnTo>
                  <a:pt x="167553" y="78798"/>
                </a:lnTo>
                <a:lnTo>
                  <a:pt x="196994" y="48924"/>
                </a:lnTo>
                <a:lnTo>
                  <a:pt x="160193" y="12123"/>
                </a:lnTo>
                <a:lnTo>
                  <a:pt x="130752" y="41997"/>
                </a:lnTo>
                <a:lnTo>
                  <a:pt x="130752" y="0"/>
                </a:lnTo>
                <a:close/>
              </a:path>
            </a:pathLst>
          </a:custGeom>
          <a:solidFill>
            <a:srgbClr val="FF59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408" name="Google Shape;1408;p53">
            <a:extLst>
              <a:ext uri="{FF2B5EF4-FFF2-40B4-BE49-F238E27FC236}">
                <a16:creationId xmlns:a16="http://schemas.microsoft.com/office/drawing/2014/main" id="{82D29B09-1291-641F-2151-536C5D9501B3}"/>
              </a:ext>
            </a:extLst>
          </p:cNvPr>
          <p:cNvSpPr txBox="1"/>
          <p:nvPr/>
        </p:nvSpPr>
        <p:spPr>
          <a:xfrm>
            <a:off x="1030897" y="2759298"/>
            <a:ext cx="902889"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31St May</a:t>
            </a:r>
            <a:endParaRPr>
              <a:solidFill>
                <a:srgbClr val="FFFFFF"/>
              </a:solidFill>
              <a:latin typeface="Figtree Black"/>
              <a:ea typeface="Figtree Black"/>
              <a:cs typeface="Figtree Black"/>
              <a:sym typeface="Figtree Black"/>
            </a:endParaRPr>
          </a:p>
        </p:txBody>
      </p:sp>
      <p:grpSp>
        <p:nvGrpSpPr>
          <p:cNvPr id="9" name="Group 8">
            <a:extLst>
              <a:ext uri="{FF2B5EF4-FFF2-40B4-BE49-F238E27FC236}">
                <a16:creationId xmlns:a16="http://schemas.microsoft.com/office/drawing/2014/main" id="{65907907-185F-145D-BC1C-53F7257CE2F0}"/>
              </a:ext>
            </a:extLst>
          </p:cNvPr>
          <p:cNvGrpSpPr/>
          <p:nvPr/>
        </p:nvGrpSpPr>
        <p:grpSpPr>
          <a:xfrm>
            <a:off x="1030884" y="3835267"/>
            <a:ext cx="7082216" cy="572513"/>
            <a:chOff x="1030895" y="4247323"/>
            <a:chExt cx="7082216" cy="572513"/>
          </a:xfrm>
        </p:grpSpPr>
        <p:sp>
          <p:nvSpPr>
            <p:cNvPr id="1389" name="Google Shape;1389;p53">
              <a:extLst>
                <a:ext uri="{FF2B5EF4-FFF2-40B4-BE49-F238E27FC236}">
                  <a16:creationId xmlns:a16="http://schemas.microsoft.com/office/drawing/2014/main" id="{4D7E5BE9-EA37-270A-1799-C967C3460FC7}"/>
                </a:ext>
              </a:extLst>
            </p:cNvPr>
            <p:cNvSpPr/>
            <p:nvPr/>
          </p:nvSpPr>
          <p:spPr>
            <a:xfrm rot="16200000">
              <a:off x="1196589" y="4081629"/>
              <a:ext cx="571500" cy="902887"/>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Figtree"/>
                <a:ea typeface="Figtree"/>
                <a:cs typeface="Figtree"/>
                <a:sym typeface="Figtree"/>
              </a:endParaRPr>
            </a:p>
          </p:txBody>
        </p:sp>
        <p:sp>
          <p:nvSpPr>
            <p:cNvPr id="1402" name="Google Shape;1402;p53">
              <a:extLst>
                <a:ext uri="{FF2B5EF4-FFF2-40B4-BE49-F238E27FC236}">
                  <a16:creationId xmlns:a16="http://schemas.microsoft.com/office/drawing/2014/main" id="{5FDDF065-ADD1-D320-D25A-176C3A8089EB}"/>
                </a:ext>
              </a:extLst>
            </p:cNvPr>
            <p:cNvSpPr/>
            <p:nvPr/>
          </p:nvSpPr>
          <p:spPr>
            <a:xfrm rot="5400000" flipH="1">
              <a:off x="4752909" y="1458621"/>
              <a:ext cx="571500" cy="6148905"/>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03" name="Google Shape;1403;p53">
              <a:extLst>
                <a:ext uri="{FF2B5EF4-FFF2-40B4-BE49-F238E27FC236}">
                  <a16:creationId xmlns:a16="http://schemas.microsoft.com/office/drawing/2014/main" id="{FB68BA80-CC1C-39C6-33C5-755953D06D77}"/>
                </a:ext>
              </a:extLst>
            </p:cNvPr>
            <p:cNvSpPr txBox="1"/>
            <p:nvPr/>
          </p:nvSpPr>
          <p:spPr>
            <a:xfrm>
              <a:off x="2236502" y="4247436"/>
              <a:ext cx="5729524"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Penny Hofstadter</a:t>
              </a:r>
              <a:endParaRPr sz="1500">
                <a:solidFill>
                  <a:srgbClr val="666666"/>
                </a:solidFill>
                <a:latin typeface="Figtree Light"/>
                <a:ea typeface="Figtree Light"/>
                <a:cs typeface="Figtree Light"/>
                <a:sym typeface="Figtree Light"/>
              </a:endParaRPr>
            </a:p>
          </p:txBody>
        </p:sp>
        <p:sp>
          <p:nvSpPr>
            <p:cNvPr id="1407" name="Google Shape;1407;p53">
              <a:extLst>
                <a:ext uri="{FF2B5EF4-FFF2-40B4-BE49-F238E27FC236}">
                  <a16:creationId xmlns:a16="http://schemas.microsoft.com/office/drawing/2014/main" id="{7F45E8D0-EAFC-7F93-03E3-49298F95D691}"/>
                </a:ext>
              </a:extLst>
            </p:cNvPr>
            <p:cNvSpPr/>
            <p:nvPr/>
          </p:nvSpPr>
          <p:spPr>
            <a:xfrm>
              <a:off x="1141985" y="4310732"/>
              <a:ext cx="680708" cy="444682"/>
            </a:xfrm>
            <a:custGeom>
              <a:avLst/>
              <a:gdLst/>
              <a:ahLst/>
              <a:cxnLst/>
              <a:rect l="l" t="t" r="r" b="b"/>
              <a:pathLst>
                <a:path w="85214" h="86852" extrusionOk="0">
                  <a:moveTo>
                    <a:pt x="43426" y="0"/>
                  </a:moveTo>
                  <a:lnTo>
                    <a:pt x="38920" y="205"/>
                  </a:lnTo>
                  <a:lnTo>
                    <a:pt x="34618" y="820"/>
                  </a:lnTo>
                  <a:lnTo>
                    <a:pt x="30521" y="1844"/>
                  </a:lnTo>
                  <a:lnTo>
                    <a:pt x="26425" y="3483"/>
                  </a:lnTo>
                  <a:lnTo>
                    <a:pt x="22737" y="5121"/>
                  </a:lnTo>
                  <a:lnTo>
                    <a:pt x="19050" y="7374"/>
                  </a:lnTo>
                  <a:lnTo>
                    <a:pt x="15773" y="9833"/>
                  </a:lnTo>
                  <a:lnTo>
                    <a:pt x="12700" y="12700"/>
                  </a:lnTo>
                  <a:lnTo>
                    <a:pt x="9833" y="15773"/>
                  </a:lnTo>
                  <a:lnTo>
                    <a:pt x="7375" y="19050"/>
                  </a:lnTo>
                  <a:lnTo>
                    <a:pt x="5121" y="22737"/>
                  </a:lnTo>
                  <a:lnTo>
                    <a:pt x="3278" y="26424"/>
                  </a:lnTo>
                  <a:lnTo>
                    <a:pt x="1844" y="30521"/>
                  </a:lnTo>
                  <a:lnTo>
                    <a:pt x="820" y="34618"/>
                  </a:lnTo>
                  <a:lnTo>
                    <a:pt x="205" y="38920"/>
                  </a:lnTo>
                  <a:lnTo>
                    <a:pt x="0" y="43426"/>
                  </a:lnTo>
                  <a:lnTo>
                    <a:pt x="205" y="47933"/>
                  </a:lnTo>
                  <a:lnTo>
                    <a:pt x="820" y="52234"/>
                  </a:lnTo>
                  <a:lnTo>
                    <a:pt x="1844" y="56331"/>
                  </a:lnTo>
                  <a:lnTo>
                    <a:pt x="3278" y="60223"/>
                  </a:lnTo>
                  <a:lnTo>
                    <a:pt x="5121" y="64115"/>
                  </a:lnTo>
                  <a:lnTo>
                    <a:pt x="7375" y="67597"/>
                  </a:lnTo>
                  <a:lnTo>
                    <a:pt x="9833" y="71079"/>
                  </a:lnTo>
                  <a:lnTo>
                    <a:pt x="12700" y="74152"/>
                  </a:lnTo>
                  <a:lnTo>
                    <a:pt x="15773" y="76815"/>
                  </a:lnTo>
                  <a:lnTo>
                    <a:pt x="19050" y="79478"/>
                  </a:lnTo>
                  <a:lnTo>
                    <a:pt x="22737" y="81526"/>
                  </a:lnTo>
                  <a:lnTo>
                    <a:pt x="26425" y="83370"/>
                  </a:lnTo>
                  <a:lnTo>
                    <a:pt x="30521" y="84803"/>
                  </a:lnTo>
                  <a:lnTo>
                    <a:pt x="34618" y="86033"/>
                  </a:lnTo>
                  <a:lnTo>
                    <a:pt x="38920" y="86647"/>
                  </a:lnTo>
                  <a:lnTo>
                    <a:pt x="43426" y="86852"/>
                  </a:lnTo>
                  <a:lnTo>
                    <a:pt x="43426" y="55307"/>
                  </a:lnTo>
                  <a:lnTo>
                    <a:pt x="44450" y="58584"/>
                  </a:lnTo>
                  <a:lnTo>
                    <a:pt x="45884" y="61862"/>
                  </a:lnTo>
                  <a:lnTo>
                    <a:pt x="47318" y="64934"/>
                  </a:lnTo>
                  <a:lnTo>
                    <a:pt x="49162" y="67802"/>
                  </a:lnTo>
                  <a:lnTo>
                    <a:pt x="51210" y="70670"/>
                  </a:lnTo>
                  <a:lnTo>
                    <a:pt x="53668" y="73128"/>
                  </a:lnTo>
                  <a:lnTo>
                    <a:pt x="56126" y="75586"/>
                  </a:lnTo>
                  <a:lnTo>
                    <a:pt x="58789" y="77839"/>
                  </a:lnTo>
                  <a:lnTo>
                    <a:pt x="61452" y="79887"/>
                  </a:lnTo>
                  <a:lnTo>
                    <a:pt x="64524" y="81731"/>
                  </a:lnTo>
                  <a:lnTo>
                    <a:pt x="67597" y="83165"/>
                  </a:lnTo>
                  <a:lnTo>
                    <a:pt x="70874" y="84394"/>
                  </a:lnTo>
                  <a:lnTo>
                    <a:pt x="74357" y="85418"/>
                  </a:lnTo>
                  <a:lnTo>
                    <a:pt x="77839" y="86237"/>
                  </a:lnTo>
                  <a:lnTo>
                    <a:pt x="81526" y="86647"/>
                  </a:lnTo>
                  <a:lnTo>
                    <a:pt x="85213" y="86852"/>
                  </a:lnTo>
                  <a:lnTo>
                    <a:pt x="85213" y="0"/>
                  </a:lnTo>
                  <a:lnTo>
                    <a:pt x="81526" y="205"/>
                  </a:lnTo>
                  <a:lnTo>
                    <a:pt x="77839" y="615"/>
                  </a:lnTo>
                  <a:lnTo>
                    <a:pt x="74357" y="1229"/>
                  </a:lnTo>
                  <a:lnTo>
                    <a:pt x="70874" y="2253"/>
                  </a:lnTo>
                  <a:lnTo>
                    <a:pt x="67597" y="3687"/>
                  </a:lnTo>
                  <a:lnTo>
                    <a:pt x="64524" y="5121"/>
                  </a:lnTo>
                  <a:lnTo>
                    <a:pt x="61452" y="6965"/>
                  </a:lnTo>
                  <a:lnTo>
                    <a:pt x="58789" y="9013"/>
                  </a:lnTo>
                  <a:lnTo>
                    <a:pt x="56126" y="11062"/>
                  </a:lnTo>
                  <a:lnTo>
                    <a:pt x="53668" y="13520"/>
                  </a:lnTo>
                  <a:lnTo>
                    <a:pt x="51210" y="16183"/>
                  </a:lnTo>
                  <a:lnTo>
                    <a:pt x="49162" y="19050"/>
                  </a:lnTo>
                  <a:lnTo>
                    <a:pt x="47318" y="21918"/>
                  </a:lnTo>
                  <a:lnTo>
                    <a:pt x="45884" y="24991"/>
                  </a:lnTo>
                  <a:lnTo>
                    <a:pt x="44450" y="28268"/>
                  </a:lnTo>
                  <a:lnTo>
                    <a:pt x="43426" y="31545"/>
                  </a:lnTo>
                  <a:lnTo>
                    <a:pt x="43426" y="0"/>
                  </a:lnTo>
                  <a:close/>
                </a:path>
              </a:pathLst>
            </a:custGeom>
            <a:solidFill>
              <a:srgbClr val="FF59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409" name="Google Shape;1409;p53">
              <a:extLst>
                <a:ext uri="{FF2B5EF4-FFF2-40B4-BE49-F238E27FC236}">
                  <a16:creationId xmlns:a16="http://schemas.microsoft.com/office/drawing/2014/main" id="{00D8C1C1-449B-DF97-0C17-ED23C184DE08}"/>
                </a:ext>
              </a:extLst>
            </p:cNvPr>
            <p:cNvSpPr txBox="1"/>
            <p:nvPr/>
          </p:nvSpPr>
          <p:spPr>
            <a:xfrm>
              <a:off x="1030898" y="4425373"/>
              <a:ext cx="902889"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5th June</a:t>
              </a:r>
              <a:endParaRPr>
                <a:solidFill>
                  <a:srgbClr val="FFFFFF"/>
                </a:solidFill>
                <a:latin typeface="Figtree Black"/>
                <a:ea typeface="Figtree Black"/>
                <a:cs typeface="Figtree Black"/>
                <a:sym typeface="Figtree Black"/>
              </a:endParaRPr>
            </a:p>
          </p:txBody>
        </p:sp>
      </p:grpSp>
      <p:sp>
        <p:nvSpPr>
          <p:cNvPr id="1410" name="Google Shape;1410;p53">
            <a:extLst>
              <a:ext uri="{FF2B5EF4-FFF2-40B4-BE49-F238E27FC236}">
                <a16:creationId xmlns:a16="http://schemas.microsoft.com/office/drawing/2014/main" id="{1CC33354-C608-7A0B-5D0A-EF20FB32D201}"/>
              </a:ext>
            </a:extLst>
          </p:cNvPr>
          <p:cNvSpPr txBox="1"/>
          <p:nvPr/>
        </p:nvSpPr>
        <p:spPr>
          <a:xfrm>
            <a:off x="1030900" y="1514286"/>
            <a:ext cx="902889"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27th May</a:t>
            </a:r>
            <a:endParaRPr>
              <a:solidFill>
                <a:srgbClr val="FFFFFF"/>
              </a:solidFill>
              <a:latin typeface="Figtree Black"/>
              <a:ea typeface="Figtree Black"/>
              <a:cs typeface="Figtree Black"/>
              <a:sym typeface="Figtree Black"/>
            </a:endParaRPr>
          </a:p>
        </p:txBody>
      </p:sp>
      <p:sp>
        <p:nvSpPr>
          <p:cNvPr id="1411" name="Google Shape;1411;p53">
            <a:extLst>
              <a:ext uri="{FF2B5EF4-FFF2-40B4-BE49-F238E27FC236}">
                <a16:creationId xmlns:a16="http://schemas.microsoft.com/office/drawing/2014/main" id="{34E1336B-908E-BCB6-131B-8723941C9F49}"/>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Lato"/>
              <a:ea typeface="Lato"/>
              <a:cs typeface="Lato"/>
              <a:sym typeface="Lato"/>
            </a:endParaRPr>
          </a:p>
        </p:txBody>
      </p:sp>
      <p:sp>
        <p:nvSpPr>
          <p:cNvPr id="1412" name="Google Shape;1412;p53">
            <a:extLst>
              <a:ext uri="{FF2B5EF4-FFF2-40B4-BE49-F238E27FC236}">
                <a16:creationId xmlns:a16="http://schemas.microsoft.com/office/drawing/2014/main" id="{36D30D28-3F0C-3A4D-B1F3-CBBC950D0D42}"/>
              </a:ext>
            </a:extLst>
          </p:cNvPr>
          <p:cNvSpPr txBox="1">
            <a:spLocks noGrp="1"/>
          </p:cNvSpPr>
          <p:nvPr>
            <p:ph type="title" idx="4294967295"/>
          </p:nvPr>
        </p:nvSpPr>
        <p:spPr>
          <a:xfrm>
            <a:off x="346424" y="4747100"/>
            <a:ext cx="3497155"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Leaves Screen (Leadership)</a:t>
            </a:r>
            <a:endParaRPr sz="1400" dirty="0">
              <a:solidFill>
                <a:srgbClr val="FFFFFF"/>
              </a:solidFill>
              <a:latin typeface="Work Sans"/>
              <a:ea typeface="Work Sans"/>
              <a:cs typeface="Work Sans"/>
              <a:sym typeface="Work Sans"/>
            </a:endParaRPr>
          </a:p>
        </p:txBody>
      </p:sp>
      <p:sp>
        <p:nvSpPr>
          <p:cNvPr id="1413" name="Google Shape;1413;p53">
            <a:extLst>
              <a:ext uri="{FF2B5EF4-FFF2-40B4-BE49-F238E27FC236}">
                <a16:creationId xmlns:a16="http://schemas.microsoft.com/office/drawing/2014/main" id="{12655C41-3E20-8866-B6B2-829B50224E24}"/>
              </a:ext>
            </a:extLst>
          </p:cNvPr>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414" name="Google Shape;1414;p53">
            <a:extLst>
              <a:ext uri="{FF2B5EF4-FFF2-40B4-BE49-F238E27FC236}">
                <a16:creationId xmlns:a16="http://schemas.microsoft.com/office/drawing/2014/main" id="{30136267-694A-394F-BAD4-AB73AC0ABA99}"/>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 name="Google Shape;1375;p52">
            <a:extLst>
              <a:ext uri="{FF2B5EF4-FFF2-40B4-BE49-F238E27FC236}">
                <a16:creationId xmlns:a16="http://schemas.microsoft.com/office/drawing/2014/main" id="{57308098-CCC4-6719-A08D-AAE18B6AC61C}"/>
              </a:ext>
            </a:extLst>
          </p:cNvPr>
          <p:cNvSpPr/>
          <p:nvPr/>
        </p:nvSpPr>
        <p:spPr>
          <a:xfrm>
            <a:off x="7090419" y="513089"/>
            <a:ext cx="1312211" cy="396318"/>
          </a:xfrm>
          <a:prstGeom prst="roundRect">
            <a:avLst>
              <a:gd name="adj" fmla="val 16667"/>
            </a:avLst>
          </a:prstGeom>
          <a:solidFill>
            <a:srgbClr val="FEC8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Alexandria"/>
                <a:ea typeface="Alexandria"/>
                <a:cs typeface="Alexandria"/>
                <a:sym typeface="Alexandria"/>
              </a:rPr>
              <a:t>Review mode</a:t>
            </a:r>
            <a:endParaRPr sz="1200" dirty="0">
              <a:latin typeface="Alexandria"/>
              <a:ea typeface="Alexandria"/>
              <a:cs typeface="Alexandria"/>
              <a:sym typeface="Alexandria"/>
            </a:endParaRPr>
          </a:p>
        </p:txBody>
      </p:sp>
      <p:sp>
        <p:nvSpPr>
          <p:cNvPr id="5" name="Google Shape;675;p33">
            <a:extLst>
              <a:ext uri="{FF2B5EF4-FFF2-40B4-BE49-F238E27FC236}">
                <a16:creationId xmlns:a16="http://schemas.microsoft.com/office/drawing/2014/main" id="{70E11461-429F-7ECF-CA9B-5820E591F73F}"/>
              </a:ext>
            </a:extLst>
          </p:cNvPr>
          <p:cNvSpPr/>
          <p:nvPr/>
        </p:nvSpPr>
        <p:spPr>
          <a:xfrm>
            <a:off x="7017004" y="1952697"/>
            <a:ext cx="1704000" cy="1888859"/>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lt2"/>
                </a:solidFill>
                <a:latin typeface="Martian Mono"/>
                <a:ea typeface="Martian Mono"/>
                <a:cs typeface="Martian Mono"/>
                <a:sym typeface="Martian Mono"/>
              </a:rPr>
              <a:t>Only accessible to admin and leadership role employees to view leave applications</a:t>
            </a:r>
            <a:endParaRPr sz="1200" dirty="0">
              <a:solidFill>
                <a:schemeClr val="lt2"/>
              </a:solidFill>
              <a:latin typeface="Martian Mono"/>
              <a:ea typeface="Martian Mono"/>
              <a:cs typeface="Martian Mono"/>
              <a:sym typeface="Martian Mono"/>
            </a:endParaRPr>
          </a:p>
          <a:p>
            <a:pPr marL="0" lvl="0" indent="0" algn="ctr" rtl="0">
              <a:spcBef>
                <a:spcPts val="0"/>
              </a:spcBef>
              <a:spcAft>
                <a:spcPts val="0"/>
              </a:spcAft>
              <a:buNone/>
            </a:pPr>
            <a:endParaRPr sz="1300" dirty="0">
              <a:solidFill>
                <a:schemeClr val="lt2"/>
              </a:solidFill>
              <a:latin typeface="Lato"/>
              <a:ea typeface="Lato"/>
              <a:cs typeface="Lato"/>
              <a:sym typeface="Lato"/>
            </a:endParaRPr>
          </a:p>
        </p:txBody>
      </p:sp>
      <p:cxnSp>
        <p:nvCxnSpPr>
          <p:cNvPr id="7" name="Straight Arrow Connector 6">
            <a:extLst>
              <a:ext uri="{FF2B5EF4-FFF2-40B4-BE49-F238E27FC236}">
                <a16:creationId xmlns:a16="http://schemas.microsoft.com/office/drawing/2014/main" id="{E5165176-B60B-193D-FAB7-8EFC0F355495}"/>
              </a:ext>
            </a:extLst>
          </p:cNvPr>
          <p:cNvCxnSpPr>
            <a:stCxn id="5" idx="0"/>
            <a:endCxn id="3" idx="2"/>
          </p:cNvCxnSpPr>
          <p:nvPr/>
        </p:nvCxnSpPr>
        <p:spPr>
          <a:xfrm flipH="1" flipV="1">
            <a:off x="7746525" y="909407"/>
            <a:ext cx="122479" cy="1043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Google Shape;1258;p49">
            <a:extLst>
              <a:ext uri="{FF2B5EF4-FFF2-40B4-BE49-F238E27FC236}">
                <a16:creationId xmlns:a16="http://schemas.microsoft.com/office/drawing/2014/main" id="{5FD274A7-F3EB-2A90-C7AD-EF01551D908F}"/>
              </a:ext>
            </a:extLst>
          </p:cNvPr>
          <p:cNvSpPr/>
          <p:nvPr/>
        </p:nvSpPr>
        <p:spPr>
          <a:xfrm rot="3599210">
            <a:off x="5069940" y="4293461"/>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140419740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accel="46000" autoRev="1" fill="hold" grpId="0" nodeType="clickEffect" p14:presetBounceEnd="56000">
                                      <p:stCondLst>
                                        <p:cond delay="0"/>
                                      </p:stCondLst>
                                      <p:childTnLst>
                                        <p:animScale p14:bounceEnd="56000">
                                          <p:cBhvr>
                                            <p:cTn id="6" dur="500" fill="hold"/>
                                            <p:tgtEl>
                                              <p:spTgt spid="3"/>
                                            </p:tgtEl>
                                          </p:cBhvr>
                                          <p:by x="110000" y="110000"/>
                                        </p:animScale>
                                      </p:childTnLst>
                                    </p:cTn>
                                  </p:par>
                                </p:childTnLst>
                              </p:cTn>
                            </p:par>
                            <p:par>
                              <p:cTn id="7" fill="hold">
                                <p:stCondLst>
                                  <p:cond delay="1000"/>
                                </p:stCondLst>
                                <p:childTnLst>
                                  <p:par>
                                    <p:cTn id="8" presetID="10" presetClass="entr" presetSubtype="0"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childTnLst>
                                    </p:cTn>
                                  </p:par>
                                </p:childTnLst>
                              </p:cTn>
                            </p:par>
                            <p:par>
                              <p:cTn id="11" fill="hold">
                                <p:stCondLst>
                                  <p:cond delay="2000"/>
                                </p:stCondLst>
                                <p:childTnLst>
                                  <p:par>
                                    <p:cTn id="12" presetID="10" presetClass="entr" presetSubtype="0"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2.77778E-6 -2.34568E-6 L 0.28524 -0.65987 " pathEditMode="relative" rAng="0" ptsTypes="AA">
                                          <p:cBhvr>
                                            <p:cTn id="18" dur="2000" fill="hold"/>
                                            <p:tgtEl>
                                              <p:spTgt spid="2"/>
                                            </p:tgtEl>
                                            <p:attrNameLst>
                                              <p:attrName>ppt_x</p:attrName>
                                              <p:attrName>ppt_y</p:attrName>
                                            </p:attrNameLst>
                                          </p:cBhvr>
                                          <p:rCtr x="14253" y="-32994"/>
                                        </p:animMotion>
                                      </p:childTnLst>
                                    </p:cTn>
                                  </p:par>
                                  <p:par>
                                    <p:cTn id="19" presetID="10" presetClass="exit" presetSubtype="0" fill="hold" grpId="1" nodeType="withEffect">
                                      <p:stCondLst>
                                        <p:cond delay="0"/>
                                      </p:stCondLst>
                                      <p:childTnLst>
                                        <p:animEffect transition="out" filter="fade">
                                          <p:cBhvr>
                                            <p:cTn id="20" dur="500"/>
                                            <p:tgtEl>
                                              <p:spTgt spid="5"/>
                                            </p:tgtEl>
                                          </p:cBhvr>
                                        </p:animEffect>
                                        <p:set>
                                          <p:cBhvr>
                                            <p:cTn id="21" dur="1" fill="hold">
                                              <p:stCondLst>
                                                <p:cond delay="499"/>
                                              </p:stCondLst>
                                            </p:cTn>
                                            <p:tgtEl>
                                              <p:spTgt spid="5"/>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500"/>
                                            <p:tgtEl>
                                              <p:spTgt spid="7"/>
                                            </p:tgtEl>
                                          </p:cBhvr>
                                        </p:animEffect>
                                        <p:set>
                                          <p:cBhvr>
                                            <p:cTn id="24"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5" grpId="1" animBg="1"/>
          <p:bldP spid="2" grpId="0" animBg="1"/>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accel="46000" autoRev="1" fill="hold" grpId="0" nodeType="clickEffect">
                                      <p:stCondLst>
                                        <p:cond delay="0"/>
                                      </p:stCondLst>
                                      <p:childTnLst>
                                        <p:animScale>
                                          <p:cBhvr>
                                            <p:cTn id="6" dur="500" fill="hold"/>
                                            <p:tgtEl>
                                              <p:spTgt spid="3"/>
                                            </p:tgtEl>
                                          </p:cBhvr>
                                          <p:by x="110000" y="110000"/>
                                        </p:animScale>
                                      </p:childTnLst>
                                    </p:cTn>
                                  </p:par>
                                </p:childTnLst>
                              </p:cTn>
                            </p:par>
                            <p:par>
                              <p:cTn id="7" fill="hold">
                                <p:stCondLst>
                                  <p:cond delay="1000"/>
                                </p:stCondLst>
                                <p:childTnLst>
                                  <p:par>
                                    <p:cTn id="8" presetID="10" presetClass="entr" presetSubtype="0"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childTnLst>
                                    </p:cTn>
                                  </p:par>
                                </p:childTnLst>
                              </p:cTn>
                            </p:par>
                            <p:par>
                              <p:cTn id="11" fill="hold">
                                <p:stCondLst>
                                  <p:cond delay="2000"/>
                                </p:stCondLst>
                                <p:childTnLst>
                                  <p:par>
                                    <p:cTn id="12" presetID="10" presetClass="entr" presetSubtype="0"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2.77778E-6 -2.34568E-6 L 0.28524 -0.65987 " pathEditMode="relative" rAng="0" ptsTypes="AA">
                                          <p:cBhvr>
                                            <p:cTn id="18" dur="2000" fill="hold"/>
                                            <p:tgtEl>
                                              <p:spTgt spid="2"/>
                                            </p:tgtEl>
                                            <p:attrNameLst>
                                              <p:attrName>ppt_x</p:attrName>
                                              <p:attrName>ppt_y</p:attrName>
                                            </p:attrNameLst>
                                          </p:cBhvr>
                                          <p:rCtr x="14253" y="-32994"/>
                                        </p:animMotion>
                                      </p:childTnLst>
                                    </p:cTn>
                                  </p:par>
                                  <p:par>
                                    <p:cTn id="19" presetID="10" presetClass="exit" presetSubtype="0" fill="hold" grpId="1" nodeType="withEffect">
                                      <p:stCondLst>
                                        <p:cond delay="0"/>
                                      </p:stCondLst>
                                      <p:childTnLst>
                                        <p:animEffect transition="out" filter="fade">
                                          <p:cBhvr>
                                            <p:cTn id="20" dur="500"/>
                                            <p:tgtEl>
                                              <p:spTgt spid="5"/>
                                            </p:tgtEl>
                                          </p:cBhvr>
                                        </p:animEffect>
                                        <p:set>
                                          <p:cBhvr>
                                            <p:cTn id="21" dur="1" fill="hold">
                                              <p:stCondLst>
                                                <p:cond delay="499"/>
                                              </p:stCondLst>
                                            </p:cTn>
                                            <p:tgtEl>
                                              <p:spTgt spid="5"/>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500"/>
                                            <p:tgtEl>
                                              <p:spTgt spid="7"/>
                                            </p:tgtEl>
                                          </p:cBhvr>
                                        </p:animEffect>
                                        <p:set>
                                          <p:cBhvr>
                                            <p:cTn id="24"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5" grpId="1" animBg="1"/>
          <p:bldP spid="2" grpId="0" animBg="1"/>
        </p:bldLst>
      </p:timing>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379">
          <a:extLst>
            <a:ext uri="{FF2B5EF4-FFF2-40B4-BE49-F238E27FC236}">
              <a16:creationId xmlns:a16="http://schemas.microsoft.com/office/drawing/2014/main" id="{5DD00CED-BC01-C683-AA2A-76E652A8F5F9}"/>
            </a:ext>
          </a:extLst>
        </p:cNvPr>
        <p:cNvGrpSpPr/>
        <p:nvPr/>
      </p:nvGrpSpPr>
      <p:grpSpPr>
        <a:xfrm>
          <a:off x="0" y="0"/>
          <a:ext cx="0" cy="0"/>
          <a:chOff x="0" y="0"/>
          <a:chExt cx="0" cy="0"/>
        </a:xfrm>
      </p:grpSpPr>
      <p:sp>
        <p:nvSpPr>
          <p:cNvPr id="1381" name="Google Shape;1381;p53">
            <a:extLst>
              <a:ext uri="{FF2B5EF4-FFF2-40B4-BE49-F238E27FC236}">
                <a16:creationId xmlns:a16="http://schemas.microsoft.com/office/drawing/2014/main" id="{DB55F955-3DB7-A1E8-C1F3-5DCD029E97BC}"/>
              </a:ext>
            </a:extLst>
          </p:cNvPr>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700" dirty="0">
                <a:solidFill>
                  <a:schemeClr val="accent1"/>
                </a:solidFill>
                <a:latin typeface="Dela Gothic One"/>
                <a:ea typeface="Dela Gothic One"/>
                <a:cs typeface="Dela Gothic One"/>
                <a:sym typeface="Dela Gothic One"/>
              </a:rPr>
              <a:t>Review Leaves</a:t>
            </a:r>
            <a:endParaRPr sz="2700" dirty="0">
              <a:solidFill>
                <a:schemeClr val="accent1"/>
              </a:solidFill>
              <a:latin typeface="Dela Gothic One"/>
              <a:ea typeface="Dela Gothic One"/>
              <a:cs typeface="Dela Gothic One"/>
              <a:sym typeface="Dela Gothic One"/>
            </a:endParaRPr>
          </a:p>
        </p:txBody>
      </p:sp>
      <p:grpSp>
        <p:nvGrpSpPr>
          <p:cNvPr id="1383" name="Google Shape;1383;p53">
            <a:extLst>
              <a:ext uri="{FF2B5EF4-FFF2-40B4-BE49-F238E27FC236}">
                <a16:creationId xmlns:a16="http://schemas.microsoft.com/office/drawing/2014/main" id="{9A3314CF-CB9B-6A0A-868A-22CA38E93C9B}"/>
              </a:ext>
            </a:extLst>
          </p:cNvPr>
          <p:cNvGrpSpPr/>
          <p:nvPr/>
        </p:nvGrpSpPr>
        <p:grpSpPr>
          <a:xfrm>
            <a:off x="1030895" y="1109148"/>
            <a:ext cx="7082216" cy="1419038"/>
            <a:chOff x="2302350" y="716406"/>
            <a:chExt cx="4539300" cy="1419038"/>
          </a:xfrm>
        </p:grpSpPr>
        <p:sp>
          <p:nvSpPr>
            <p:cNvPr id="1384" name="Google Shape;1384;p53">
              <a:extLst>
                <a:ext uri="{FF2B5EF4-FFF2-40B4-BE49-F238E27FC236}">
                  <a16:creationId xmlns:a16="http://schemas.microsoft.com/office/drawing/2014/main" id="{220E7669-5932-48A7-8DFC-3A812D243A6E}"/>
                </a:ext>
              </a:extLst>
            </p:cNvPr>
            <p:cNvSpPr/>
            <p:nvPr/>
          </p:nvSpPr>
          <p:spPr>
            <a:xfrm rot="-5400000">
              <a:off x="2305950" y="939894"/>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5" name="Google Shape;1385;p53">
              <a:extLst>
                <a:ext uri="{FF2B5EF4-FFF2-40B4-BE49-F238E27FC236}">
                  <a16:creationId xmlns:a16="http://schemas.microsoft.com/office/drawing/2014/main" id="{13C004D4-A1A5-EB91-D115-D67A31326738}"/>
                </a:ext>
              </a:extLst>
            </p:cNvPr>
            <p:cNvSpPr/>
            <p:nvPr/>
          </p:nvSpPr>
          <p:spPr>
            <a:xfrm>
              <a:off x="2373600" y="977544"/>
              <a:ext cx="436200" cy="503400"/>
            </a:xfrm>
            <a:prstGeom prst="star6">
              <a:avLst>
                <a:gd name="adj" fmla="val 43076"/>
                <a:gd name="hf" fmla="val 115470"/>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6" name="Google Shape;1386;p53">
              <a:extLst>
                <a:ext uri="{FF2B5EF4-FFF2-40B4-BE49-F238E27FC236}">
                  <a16:creationId xmlns:a16="http://schemas.microsoft.com/office/drawing/2014/main" id="{F34393E9-F699-AFDE-F537-58ADE7D3BD4A}"/>
                </a:ext>
              </a:extLst>
            </p:cNvPr>
            <p:cNvSpPr/>
            <p:nvPr/>
          </p:nvSpPr>
          <p:spPr>
            <a:xfrm rot="-5400000">
              <a:off x="2305950" y="1559331"/>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7" name="Google Shape;1387;p53">
              <a:extLst>
                <a:ext uri="{FF2B5EF4-FFF2-40B4-BE49-F238E27FC236}">
                  <a16:creationId xmlns:a16="http://schemas.microsoft.com/office/drawing/2014/main" id="{324194D8-2985-98D6-36AC-F4C0853DA18E}"/>
                </a:ext>
              </a:extLst>
            </p:cNvPr>
            <p:cNvSpPr/>
            <p:nvPr/>
          </p:nvSpPr>
          <p:spPr>
            <a:xfrm>
              <a:off x="2352925" y="1609644"/>
              <a:ext cx="484200" cy="484200"/>
            </a:xfrm>
            <a:prstGeom prst="ellipse">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1" name="Google Shape;1391;p53">
              <a:extLst>
                <a:ext uri="{FF2B5EF4-FFF2-40B4-BE49-F238E27FC236}">
                  <a16:creationId xmlns:a16="http://schemas.microsoft.com/office/drawing/2014/main" id="{4DDAEC7A-02DE-9655-CF84-BC269D46B2DE}"/>
                </a:ext>
              </a:extLst>
            </p:cNvPr>
            <p:cNvSpPr/>
            <p:nvPr/>
          </p:nvSpPr>
          <p:spPr>
            <a:xfrm rot="5400000" flipH="1">
              <a:off x="4585350" y="-7413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2" name="Google Shape;1392;p53">
              <a:extLst>
                <a:ext uri="{FF2B5EF4-FFF2-40B4-BE49-F238E27FC236}">
                  <a16:creationId xmlns:a16="http://schemas.microsoft.com/office/drawing/2014/main" id="{5D5B2D9D-5422-CABF-BAB5-FD1D7EA15D9C}"/>
                </a:ext>
              </a:extLst>
            </p:cNvPr>
            <p:cNvSpPr txBox="1"/>
            <p:nvPr/>
          </p:nvSpPr>
          <p:spPr>
            <a:xfrm>
              <a:off x="2394125" y="716406"/>
              <a:ext cx="4384800"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dirty="0">
                  <a:solidFill>
                    <a:srgbClr val="434343"/>
                  </a:solidFill>
                  <a:latin typeface="Figtree"/>
                  <a:ea typeface="Figtree"/>
                  <a:cs typeface="Figtree"/>
                  <a:sym typeface="Figtree"/>
                </a:rPr>
                <a:t> </a:t>
              </a:r>
              <a:r>
                <a:rPr lang="en" sz="900" b="1" dirty="0">
                  <a:solidFill>
                    <a:srgbClr val="666666"/>
                  </a:solidFill>
                  <a:latin typeface="Figtree"/>
                  <a:ea typeface="Figtree"/>
                  <a:cs typeface="Figtree"/>
                  <a:sym typeface="Figtree"/>
                </a:rPr>
                <a:t>2 APPLICATIONS</a:t>
              </a:r>
              <a:endParaRPr sz="900" dirty="0">
                <a:solidFill>
                  <a:srgbClr val="666666"/>
                </a:solidFill>
                <a:latin typeface="Figtree"/>
                <a:ea typeface="Figtree"/>
                <a:cs typeface="Figtree"/>
                <a:sym typeface="Figtree"/>
              </a:endParaRPr>
            </a:p>
          </p:txBody>
        </p:sp>
        <p:sp>
          <p:nvSpPr>
            <p:cNvPr id="1393" name="Google Shape;1393;p53">
              <a:extLst>
                <a:ext uri="{FF2B5EF4-FFF2-40B4-BE49-F238E27FC236}">
                  <a16:creationId xmlns:a16="http://schemas.microsoft.com/office/drawing/2014/main" id="{2802DEA7-D4D4-878F-EC90-53377C968515}"/>
                </a:ext>
              </a:extLst>
            </p:cNvPr>
            <p:cNvSpPr txBox="1"/>
            <p:nvPr/>
          </p:nvSpPr>
          <p:spPr>
            <a:xfrm>
              <a:off x="3075075" y="943606"/>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US" sz="1600" dirty="0">
                  <a:solidFill>
                    <a:srgbClr val="666666"/>
                  </a:solidFill>
                  <a:latin typeface="Figtree Light"/>
                  <a:ea typeface="Figtree Light"/>
                  <a:cs typeface="Figtree Light"/>
                  <a:sym typeface="Figtree Light"/>
                </a:rPr>
                <a:t>Varun Dubey (Web Dev Dept. Head)</a:t>
              </a:r>
              <a:br>
                <a:rPr lang="en-US" sz="1600" dirty="0">
                  <a:solidFill>
                    <a:srgbClr val="666666"/>
                  </a:solidFill>
                  <a:latin typeface="Figtree Light"/>
                  <a:ea typeface="Figtree Light"/>
                  <a:cs typeface="Figtree Light"/>
                  <a:sym typeface="Figtree Light"/>
                </a:rPr>
              </a:br>
              <a:r>
                <a:rPr lang="en-US" sz="1600" dirty="0">
                  <a:solidFill>
                    <a:srgbClr val="666666"/>
                  </a:solidFill>
                  <a:latin typeface="Figtree Light"/>
                  <a:ea typeface="Figtree Light"/>
                  <a:cs typeface="Figtree Light"/>
                  <a:sym typeface="Figtree Light"/>
                </a:rPr>
                <a:t>Half Day Leave to Attend Friend’s Birthday Party</a:t>
              </a:r>
              <a:endParaRPr sz="1600" dirty="0">
                <a:solidFill>
                  <a:srgbClr val="666666"/>
                </a:solidFill>
                <a:latin typeface="Figtree Light"/>
                <a:ea typeface="Figtree Light"/>
                <a:cs typeface="Figtree Light"/>
                <a:sym typeface="Figtree Light"/>
              </a:endParaRPr>
            </a:p>
          </p:txBody>
        </p:sp>
        <p:sp>
          <p:nvSpPr>
            <p:cNvPr id="1395" name="Google Shape;1395;p53">
              <a:extLst>
                <a:ext uri="{FF2B5EF4-FFF2-40B4-BE49-F238E27FC236}">
                  <a16:creationId xmlns:a16="http://schemas.microsoft.com/office/drawing/2014/main" id="{0F1B420E-30BD-FE8D-9B9E-807A3D3DD0D0}"/>
                </a:ext>
              </a:extLst>
            </p:cNvPr>
            <p:cNvSpPr/>
            <p:nvPr/>
          </p:nvSpPr>
          <p:spPr>
            <a:xfrm rot="5400000" flipH="1">
              <a:off x="4585350" y="-121869"/>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6" name="Google Shape;1396;p53">
              <a:extLst>
                <a:ext uri="{FF2B5EF4-FFF2-40B4-BE49-F238E27FC236}">
                  <a16:creationId xmlns:a16="http://schemas.microsoft.com/office/drawing/2014/main" id="{551FC2FC-C0F2-EDDC-4121-B246DE6CC925}"/>
                </a:ext>
              </a:extLst>
            </p:cNvPr>
            <p:cNvSpPr txBox="1"/>
            <p:nvPr/>
          </p:nvSpPr>
          <p:spPr>
            <a:xfrm>
              <a:off x="3075075" y="1563044"/>
              <a:ext cx="3672300"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US" sz="1600" dirty="0">
                  <a:solidFill>
                    <a:srgbClr val="666666"/>
                  </a:solidFill>
                  <a:latin typeface="Figtree Light"/>
                  <a:ea typeface="Figtree Light"/>
                  <a:cs typeface="Figtree Light"/>
                  <a:sym typeface="Figtree Light"/>
                </a:rPr>
                <a:t>Palak Tiwari (Marketing Intern)</a:t>
              </a:r>
            </a:p>
            <a:p>
              <a:pPr marL="0" lvl="0" indent="0" algn="l" rtl="0">
                <a:lnSpc>
                  <a:spcPct val="115000"/>
                </a:lnSpc>
                <a:spcBef>
                  <a:spcPts val="0"/>
                </a:spcBef>
                <a:spcAft>
                  <a:spcPts val="0"/>
                </a:spcAft>
                <a:buNone/>
              </a:pPr>
              <a:r>
                <a:rPr lang="en-US" sz="1500" dirty="0">
                  <a:solidFill>
                    <a:srgbClr val="666666"/>
                  </a:solidFill>
                  <a:latin typeface="Figtree Light"/>
                  <a:ea typeface="Figtree Light"/>
                  <a:cs typeface="Figtree Light"/>
                  <a:sym typeface="Figtree Light"/>
                </a:rPr>
                <a:t>A Day’s Leave to Attend Sister’s Dance Competition</a:t>
              </a:r>
              <a:endParaRPr sz="1500" dirty="0">
                <a:solidFill>
                  <a:srgbClr val="666666"/>
                </a:solidFill>
                <a:latin typeface="Figtree Light"/>
                <a:ea typeface="Figtree Light"/>
                <a:cs typeface="Figtree Light"/>
                <a:sym typeface="Figtree Light"/>
              </a:endParaRPr>
            </a:p>
          </p:txBody>
        </p:sp>
        <p:sp>
          <p:nvSpPr>
            <p:cNvPr id="1397" name="Google Shape;1397;p53">
              <a:extLst>
                <a:ext uri="{FF2B5EF4-FFF2-40B4-BE49-F238E27FC236}">
                  <a16:creationId xmlns:a16="http://schemas.microsoft.com/office/drawing/2014/main" id="{FA8B01B9-4C7E-CD76-AFB1-F4A28A30FFB1}"/>
                </a:ext>
              </a:extLst>
            </p:cNvPr>
            <p:cNvSpPr txBox="1"/>
            <p:nvPr/>
          </p:nvSpPr>
          <p:spPr>
            <a:xfrm>
              <a:off x="2302350" y="1740981"/>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dirty="0">
                  <a:solidFill>
                    <a:srgbClr val="FFFFFF"/>
                  </a:solidFill>
                  <a:latin typeface="Figtree Black"/>
                  <a:ea typeface="Figtree Black"/>
                  <a:cs typeface="Figtree Black"/>
                  <a:sym typeface="Figtree Black"/>
                </a:rPr>
                <a:t>10th June</a:t>
              </a:r>
              <a:endParaRPr dirty="0">
                <a:solidFill>
                  <a:srgbClr val="FFFFFF"/>
                </a:solidFill>
                <a:latin typeface="Figtree Black"/>
                <a:ea typeface="Figtree Black"/>
                <a:cs typeface="Figtree Black"/>
                <a:sym typeface="Figtree Black"/>
              </a:endParaRPr>
            </a:p>
          </p:txBody>
        </p:sp>
        <p:sp>
          <p:nvSpPr>
            <p:cNvPr id="1410" name="Google Shape;1410;p53">
              <a:extLst>
                <a:ext uri="{FF2B5EF4-FFF2-40B4-BE49-F238E27FC236}">
                  <a16:creationId xmlns:a16="http://schemas.microsoft.com/office/drawing/2014/main" id="{2687D7D6-2DE1-E272-401B-121477BD1A0B}"/>
                </a:ext>
              </a:extLst>
            </p:cNvPr>
            <p:cNvSpPr txBox="1"/>
            <p:nvPr/>
          </p:nvSpPr>
          <p:spPr>
            <a:xfrm>
              <a:off x="2302350" y="1121544"/>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dirty="0">
                  <a:solidFill>
                    <a:srgbClr val="FFFFFF"/>
                  </a:solidFill>
                  <a:latin typeface="Figtree Black"/>
                  <a:ea typeface="Figtree Black"/>
                  <a:cs typeface="Figtree Black"/>
                  <a:sym typeface="Figtree Black"/>
                </a:rPr>
                <a:t>5th June</a:t>
              </a:r>
              <a:endParaRPr dirty="0">
                <a:solidFill>
                  <a:srgbClr val="FFFFFF"/>
                </a:solidFill>
                <a:latin typeface="Figtree Black"/>
                <a:ea typeface="Figtree Black"/>
                <a:cs typeface="Figtree Black"/>
                <a:sym typeface="Figtree Black"/>
              </a:endParaRPr>
            </a:p>
          </p:txBody>
        </p:sp>
      </p:grpSp>
      <p:sp>
        <p:nvSpPr>
          <p:cNvPr id="1411" name="Google Shape;1411;p53">
            <a:extLst>
              <a:ext uri="{FF2B5EF4-FFF2-40B4-BE49-F238E27FC236}">
                <a16:creationId xmlns:a16="http://schemas.microsoft.com/office/drawing/2014/main" id="{8219BB39-82F7-7C41-32EA-026C9A7A86E3}"/>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Lato"/>
              <a:ea typeface="Lato"/>
              <a:cs typeface="Lato"/>
              <a:sym typeface="Lato"/>
            </a:endParaRPr>
          </a:p>
        </p:txBody>
      </p:sp>
      <p:sp>
        <p:nvSpPr>
          <p:cNvPr id="1412" name="Google Shape;1412;p53">
            <a:extLst>
              <a:ext uri="{FF2B5EF4-FFF2-40B4-BE49-F238E27FC236}">
                <a16:creationId xmlns:a16="http://schemas.microsoft.com/office/drawing/2014/main" id="{E0458844-A1AA-F13C-2FE3-73E4C60A7693}"/>
              </a:ext>
            </a:extLst>
          </p:cNvPr>
          <p:cNvSpPr txBox="1">
            <a:spLocks noGrp="1"/>
          </p:cNvSpPr>
          <p:nvPr>
            <p:ph type="title" idx="4294967295"/>
          </p:nvPr>
        </p:nvSpPr>
        <p:spPr>
          <a:xfrm>
            <a:off x="346424" y="4747100"/>
            <a:ext cx="3497155"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Leaves Screen (Leadership)</a:t>
            </a:r>
            <a:endParaRPr sz="1400" dirty="0">
              <a:solidFill>
                <a:srgbClr val="FFFFFF"/>
              </a:solidFill>
              <a:latin typeface="Work Sans"/>
              <a:ea typeface="Work Sans"/>
              <a:cs typeface="Work Sans"/>
              <a:sym typeface="Work Sans"/>
            </a:endParaRPr>
          </a:p>
        </p:txBody>
      </p:sp>
      <p:sp>
        <p:nvSpPr>
          <p:cNvPr id="1413" name="Google Shape;1413;p53">
            <a:extLst>
              <a:ext uri="{FF2B5EF4-FFF2-40B4-BE49-F238E27FC236}">
                <a16:creationId xmlns:a16="http://schemas.microsoft.com/office/drawing/2014/main" id="{36FF0D61-6A3B-5C31-4CE9-CD8CD8A56D1F}"/>
              </a:ext>
            </a:extLst>
          </p:cNvPr>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2" name="Google Shape;1258;p49">
            <a:extLst>
              <a:ext uri="{FF2B5EF4-FFF2-40B4-BE49-F238E27FC236}">
                <a16:creationId xmlns:a16="http://schemas.microsoft.com/office/drawing/2014/main" id="{11B7DAFF-4FC5-2AD5-9D90-9B24AEDC6836}"/>
              </a:ext>
            </a:extLst>
          </p:cNvPr>
          <p:cNvSpPr/>
          <p:nvPr/>
        </p:nvSpPr>
        <p:spPr>
          <a:xfrm rot="3599210">
            <a:off x="5069940" y="4293461"/>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5" name="Google Shape;1375;p52">
            <a:extLst>
              <a:ext uri="{FF2B5EF4-FFF2-40B4-BE49-F238E27FC236}">
                <a16:creationId xmlns:a16="http://schemas.microsoft.com/office/drawing/2014/main" id="{C283BF05-790B-98C1-4BB5-4C72CF43D8C5}"/>
              </a:ext>
            </a:extLst>
          </p:cNvPr>
          <p:cNvSpPr/>
          <p:nvPr/>
        </p:nvSpPr>
        <p:spPr>
          <a:xfrm>
            <a:off x="7090419" y="513089"/>
            <a:ext cx="1312211" cy="396318"/>
          </a:xfrm>
          <a:prstGeom prst="roundRect">
            <a:avLst>
              <a:gd name="adj" fmla="val 16667"/>
            </a:avLst>
          </a:prstGeom>
          <a:solidFill>
            <a:srgbClr val="FEC8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Alexandria"/>
                <a:ea typeface="Alexandria"/>
                <a:cs typeface="Alexandria"/>
                <a:sym typeface="Alexandria"/>
              </a:rPr>
              <a:t>Read only mode</a:t>
            </a:r>
            <a:endParaRPr sz="1200" dirty="0">
              <a:latin typeface="Alexandria"/>
              <a:ea typeface="Alexandria"/>
              <a:cs typeface="Alexandria"/>
              <a:sym typeface="Alexandria"/>
            </a:endParaRPr>
          </a:p>
        </p:txBody>
      </p:sp>
    </p:spTree>
    <p:extLst>
      <p:ext uri="{BB962C8B-B14F-4D97-AF65-F5344CB8AC3E}">
        <p14:creationId xmlns:p14="http://schemas.microsoft.com/office/powerpoint/2010/main" val="40337804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5.55556E-7 1.11111E-6 L 0.16632 -0.48981 " pathEditMode="relative" rAng="0" ptsTypes="AA">
                                      <p:cBhvr>
                                        <p:cTn id="6" dur="2000" fill="hold"/>
                                        <p:tgtEl>
                                          <p:spTgt spid="2"/>
                                        </p:tgtEl>
                                        <p:attrNameLst>
                                          <p:attrName>ppt_x</p:attrName>
                                          <p:attrName>ppt_y</p:attrName>
                                        </p:attrNameLst>
                                      </p:cBhvr>
                                      <p:rCtr x="7830" y="-25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87">
          <a:extLst>
            <a:ext uri="{FF2B5EF4-FFF2-40B4-BE49-F238E27FC236}">
              <a16:creationId xmlns:a16="http://schemas.microsoft.com/office/drawing/2014/main" id="{5C00D479-D85F-8139-E17B-5C77934AD375}"/>
            </a:ext>
          </a:extLst>
        </p:cNvPr>
        <p:cNvGrpSpPr/>
        <p:nvPr/>
      </p:nvGrpSpPr>
      <p:grpSpPr>
        <a:xfrm>
          <a:off x="0" y="0"/>
          <a:ext cx="0" cy="0"/>
          <a:chOff x="0" y="0"/>
          <a:chExt cx="0" cy="0"/>
        </a:xfrm>
      </p:grpSpPr>
      <p:sp>
        <p:nvSpPr>
          <p:cNvPr id="888" name="Google Shape;888;p39">
            <a:extLst>
              <a:ext uri="{FF2B5EF4-FFF2-40B4-BE49-F238E27FC236}">
                <a16:creationId xmlns:a16="http://schemas.microsoft.com/office/drawing/2014/main" id="{0D817768-94AE-E850-BA23-CD2792FADBEF}"/>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My Department Screen</a:t>
            </a:r>
            <a:endParaRPr sz="1400">
              <a:solidFill>
                <a:srgbClr val="FFFFFF"/>
              </a:solidFill>
              <a:latin typeface="Work Sans"/>
              <a:ea typeface="Work Sans"/>
              <a:cs typeface="Work Sans"/>
              <a:sym typeface="Work Sans"/>
            </a:endParaRPr>
          </a:p>
        </p:txBody>
      </p:sp>
      <p:sp>
        <p:nvSpPr>
          <p:cNvPr id="896" name="Google Shape;896;p39">
            <a:extLst>
              <a:ext uri="{FF2B5EF4-FFF2-40B4-BE49-F238E27FC236}">
                <a16:creationId xmlns:a16="http://schemas.microsoft.com/office/drawing/2014/main" id="{E9E4990E-E77A-9B42-A1C4-C8AFB060CCFB}"/>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897" name="Google Shape;897;p39">
            <a:extLst>
              <a:ext uri="{FF2B5EF4-FFF2-40B4-BE49-F238E27FC236}">
                <a16:creationId xmlns:a16="http://schemas.microsoft.com/office/drawing/2014/main" id="{93139509-1A83-6AE8-FEF3-65F2B497EEF7}"/>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Notice Viewing Screen</a:t>
            </a:r>
            <a:endParaRPr sz="1400" dirty="0">
              <a:solidFill>
                <a:srgbClr val="FFFFFF"/>
              </a:solidFill>
              <a:latin typeface="Work Sans"/>
              <a:ea typeface="Work Sans"/>
              <a:cs typeface="Work Sans"/>
              <a:sym typeface="Work Sans"/>
            </a:endParaRPr>
          </a:p>
        </p:txBody>
      </p:sp>
      <p:sp>
        <p:nvSpPr>
          <p:cNvPr id="909" name="Google Shape;909;p39">
            <a:extLst>
              <a:ext uri="{FF2B5EF4-FFF2-40B4-BE49-F238E27FC236}">
                <a16:creationId xmlns:a16="http://schemas.microsoft.com/office/drawing/2014/main" id="{0FEC068B-5514-8CAA-7F04-E01C4B9DFFDB}"/>
              </a:ext>
            </a:extLst>
          </p:cNvPr>
          <p:cNvSpPr txBox="1"/>
          <p:nvPr/>
        </p:nvSpPr>
        <p:spPr>
          <a:xfrm>
            <a:off x="199200" y="407875"/>
            <a:ext cx="5345400" cy="51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300" dirty="0">
                <a:solidFill>
                  <a:schemeClr val="accent1"/>
                </a:solidFill>
                <a:latin typeface="Dela Gothic One"/>
                <a:ea typeface="Dela Gothic One"/>
                <a:cs typeface="Dela Gothic One"/>
                <a:sym typeface="Dela Gothic One"/>
              </a:rPr>
              <a:t>Half Day’s Leave Needed to Attend Friend’s Birthday Party</a:t>
            </a:r>
          </a:p>
        </p:txBody>
      </p:sp>
      <p:sp>
        <p:nvSpPr>
          <p:cNvPr id="910" name="Google Shape;910;p39">
            <a:extLst>
              <a:ext uri="{FF2B5EF4-FFF2-40B4-BE49-F238E27FC236}">
                <a16:creationId xmlns:a16="http://schemas.microsoft.com/office/drawing/2014/main" id="{FEDDDFF5-1DCA-CF32-B5EC-2F257BC2F226}"/>
              </a:ext>
            </a:extLst>
          </p:cNvPr>
          <p:cNvSpPr txBox="1"/>
          <p:nvPr/>
        </p:nvSpPr>
        <p:spPr>
          <a:xfrm>
            <a:off x="199200" y="883518"/>
            <a:ext cx="5601300" cy="4169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dirty="0">
                <a:latin typeface="Work Sans"/>
                <a:ea typeface="Work Sans"/>
                <a:cs typeface="Work Sans"/>
                <a:sym typeface="Work Sans"/>
              </a:rPr>
              <a:t>Date: 24th May 2026</a:t>
            </a:r>
            <a:endParaRPr dirty="0">
              <a:latin typeface="Work Sans"/>
              <a:ea typeface="Work Sans"/>
              <a:cs typeface="Work Sans"/>
              <a:sym typeface="Work Sans"/>
            </a:endParaRPr>
          </a:p>
          <a:p>
            <a:pPr marL="0" lvl="0" indent="0" algn="l" rtl="0">
              <a:lnSpc>
                <a:spcPct val="115000"/>
              </a:lnSpc>
              <a:spcBef>
                <a:spcPts val="1200"/>
              </a:spcBef>
              <a:spcAft>
                <a:spcPts val="0"/>
              </a:spcAft>
              <a:buNone/>
            </a:pPr>
            <a:r>
              <a:rPr lang="en" dirty="0">
                <a:latin typeface="Work Sans"/>
                <a:ea typeface="Work Sans"/>
                <a:cs typeface="Work Sans"/>
                <a:sym typeface="Work Sans"/>
              </a:rPr>
              <a:t>Dear Sir/Madam</a:t>
            </a:r>
          </a:p>
          <a:p>
            <a:pPr marL="0" lvl="0" indent="0" algn="l" rtl="0">
              <a:lnSpc>
                <a:spcPct val="115000"/>
              </a:lnSpc>
              <a:spcBef>
                <a:spcPts val="1200"/>
              </a:spcBef>
              <a:spcAft>
                <a:spcPts val="0"/>
              </a:spcAft>
              <a:buNone/>
            </a:pPr>
            <a:r>
              <a:rPr lang="en" dirty="0">
                <a:latin typeface="Work Sans"/>
                <a:ea typeface="Work Sans"/>
                <a:cs typeface="Work Sans"/>
                <a:sym typeface="Work Sans"/>
              </a:rPr>
              <a:t>I would like to request a leave of the latter half of the 5</a:t>
            </a:r>
            <a:r>
              <a:rPr lang="en" baseline="30000" dirty="0">
                <a:latin typeface="Work Sans"/>
                <a:ea typeface="Work Sans"/>
                <a:cs typeface="Work Sans"/>
                <a:sym typeface="Work Sans"/>
              </a:rPr>
              <a:t>th</a:t>
            </a:r>
            <a:r>
              <a:rPr lang="en" dirty="0">
                <a:latin typeface="Work Sans"/>
                <a:ea typeface="Work Sans"/>
                <a:cs typeface="Work Sans"/>
                <a:sym typeface="Work Sans"/>
              </a:rPr>
              <a:t> of June to attend a friend’s birthday celebration in the afternoon. I assure you that I have already planned ahead of this, and will not leave any work pending in my department.</a:t>
            </a:r>
          </a:p>
          <a:p>
            <a:pPr marL="0" lvl="0" indent="0" algn="l" rtl="0">
              <a:lnSpc>
                <a:spcPct val="115000"/>
              </a:lnSpc>
              <a:spcBef>
                <a:spcPts val="1200"/>
              </a:spcBef>
              <a:spcAft>
                <a:spcPts val="0"/>
              </a:spcAft>
              <a:buNone/>
            </a:pPr>
            <a:r>
              <a:rPr lang="en" dirty="0">
                <a:latin typeface="Work Sans"/>
                <a:ea typeface="Work Sans"/>
                <a:cs typeface="Work Sans"/>
                <a:sym typeface="Work Sans"/>
              </a:rPr>
              <a:t>Kindly grant me permission for the same.</a:t>
            </a:r>
          </a:p>
          <a:p>
            <a:pPr marL="0" lvl="0" indent="0" algn="l" rtl="0">
              <a:lnSpc>
                <a:spcPct val="115000"/>
              </a:lnSpc>
              <a:spcBef>
                <a:spcPts val="1200"/>
              </a:spcBef>
              <a:spcAft>
                <a:spcPts val="0"/>
              </a:spcAft>
              <a:buNone/>
            </a:pPr>
            <a:r>
              <a:rPr lang="en" dirty="0">
                <a:latin typeface="Work Sans"/>
                <a:ea typeface="Work Sans"/>
                <a:cs typeface="Work Sans"/>
                <a:sym typeface="Work Sans"/>
              </a:rPr>
              <a:t>Thank you.</a:t>
            </a:r>
          </a:p>
          <a:p>
            <a:pPr marL="0" lvl="0" indent="0" algn="l" rtl="0">
              <a:lnSpc>
                <a:spcPct val="115000"/>
              </a:lnSpc>
              <a:spcBef>
                <a:spcPts val="1200"/>
              </a:spcBef>
              <a:spcAft>
                <a:spcPts val="0"/>
              </a:spcAft>
              <a:buNone/>
            </a:pPr>
            <a:r>
              <a:rPr lang="en" dirty="0">
                <a:latin typeface="Work Sans"/>
                <a:ea typeface="Work Sans"/>
                <a:cs typeface="Work Sans"/>
                <a:sym typeface="Work Sans"/>
              </a:rPr>
              <a:t>Varun Dubey</a:t>
            </a:r>
            <a:br>
              <a:rPr lang="en" dirty="0">
                <a:latin typeface="Work Sans"/>
                <a:ea typeface="Work Sans"/>
                <a:cs typeface="Work Sans"/>
                <a:sym typeface="Work Sans"/>
              </a:rPr>
            </a:br>
            <a:r>
              <a:rPr lang="en" dirty="0">
                <a:latin typeface="Work Sans"/>
                <a:ea typeface="Work Sans"/>
                <a:cs typeface="Work Sans"/>
                <a:sym typeface="Work Sans"/>
              </a:rPr>
              <a:t>Head of Web Development Department</a:t>
            </a:r>
            <a:endParaRPr dirty="0">
              <a:latin typeface="Work Sans"/>
              <a:ea typeface="Work Sans"/>
              <a:cs typeface="Work Sans"/>
              <a:sym typeface="Work Sans"/>
            </a:endParaRPr>
          </a:p>
          <a:p>
            <a:pPr marL="0" lvl="0" indent="0" algn="l" rtl="0">
              <a:lnSpc>
                <a:spcPct val="115000"/>
              </a:lnSpc>
              <a:spcBef>
                <a:spcPts val="1200"/>
              </a:spcBef>
              <a:spcAft>
                <a:spcPts val="0"/>
              </a:spcAft>
              <a:buNone/>
            </a:pPr>
            <a:endParaRPr dirty="0">
              <a:latin typeface="Work Sans"/>
              <a:ea typeface="Work Sans"/>
              <a:cs typeface="Work Sans"/>
              <a:sym typeface="Work Sans"/>
            </a:endParaRPr>
          </a:p>
          <a:p>
            <a:pPr marL="0" lvl="0" indent="0" algn="l" rtl="0">
              <a:spcBef>
                <a:spcPts val="1200"/>
              </a:spcBef>
              <a:spcAft>
                <a:spcPts val="0"/>
              </a:spcAft>
              <a:buNone/>
            </a:pPr>
            <a:endParaRPr sz="1300" dirty="0">
              <a:solidFill>
                <a:schemeClr val="accent1"/>
              </a:solidFill>
              <a:latin typeface="Lato"/>
              <a:ea typeface="Lato"/>
              <a:cs typeface="Lato"/>
              <a:sym typeface="Lato"/>
            </a:endParaRPr>
          </a:p>
        </p:txBody>
      </p:sp>
      <p:sp>
        <p:nvSpPr>
          <p:cNvPr id="911" name="Google Shape;911;p39">
            <a:extLst>
              <a:ext uri="{FF2B5EF4-FFF2-40B4-BE49-F238E27FC236}">
                <a16:creationId xmlns:a16="http://schemas.microsoft.com/office/drawing/2014/main" id="{20211CC8-2D27-5532-5B24-B9D2CF93D569}"/>
              </a:ext>
            </a:extLst>
          </p:cNvPr>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8BEF3"/>
                </a:solidFill>
                <a:latin typeface="Martian Mono"/>
                <a:ea typeface="Martian Mono"/>
                <a:cs typeface="Martian Mono"/>
                <a:sym typeface="Martian Mono"/>
              </a:rPr>
              <a:t>&lt;</a:t>
            </a:r>
            <a:endParaRPr sz="1300">
              <a:solidFill>
                <a:srgbClr val="F8BEF3"/>
              </a:solidFill>
              <a:latin typeface="Martian Mono"/>
              <a:ea typeface="Martian Mono"/>
              <a:cs typeface="Martian Mono"/>
              <a:sym typeface="Martian Mono"/>
            </a:endParaRPr>
          </a:p>
        </p:txBody>
      </p:sp>
      <p:sp>
        <p:nvSpPr>
          <p:cNvPr id="2" name="Google Shape;1375;p52">
            <a:extLst>
              <a:ext uri="{FF2B5EF4-FFF2-40B4-BE49-F238E27FC236}">
                <a16:creationId xmlns:a16="http://schemas.microsoft.com/office/drawing/2014/main" id="{64DA8726-D498-0306-3ED6-E69373343535}"/>
              </a:ext>
            </a:extLst>
          </p:cNvPr>
          <p:cNvSpPr/>
          <p:nvPr/>
        </p:nvSpPr>
        <p:spPr>
          <a:xfrm>
            <a:off x="6637464" y="1957282"/>
            <a:ext cx="1312211" cy="396318"/>
          </a:xfrm>
          <a:prstGeom prst="roundRect">
            <a:avLst>
              <a:gd name="adj" fmla="val 16667"/>
            </a:avLst>
          </a:prstGeom>
          <a:solidFill>
            <a:schemeClr val="accent1">
              <a:lumMod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tx2"/>
                </a:solidFill>
                <a:latin typeface="Alexandria"/>
                <a:ea typeface="Alexandria"/>
                <a:cs typeface="Alexandria"/>
                <a:sym typeface="Alexandria"/>
              </a:rPr>
              <a:t>Accept</a:t>
            </a:r>
            <a:endParaRPr sz="1200" dirty="0">
              <a:solidFill>
                <a:schemeClr val="tx2"/>
              </a:solidFill>
              <a:latin typeface="Alexandria"/>
              <a:ea typeface="Alexandria"/>
              <a:cs typeface="Alexandria"/>
              <a:sym typeface="Alexandria"/>
            </a:endParaRPr>
          </a:p>
        </p:txBody>
      </p:sp>
      <p:sp>
        <p:nvSpPr>
          <p:cNvPr id="3" name="Google Shape;1375;p52">
            <a:extLst>
              <a:ext uri="{FF2B5EF4-FFF2-40B4-BE49-F238E27FC236}">
                <a16:creationId xmlns:a16="http://schemas.microsoft.com/office/drawing/2014/main" id="{58B3DBD3-EA31-219E-DE13-587A58B86C9F}"/>
              </a:ext>
            </a:extLst>
          </p:cNvPr>
          <p:cNvSpPr/>
          <p:nvPr/>
        </p:nvSpPr>
        <p:spPr>
          <a:xfrm>
            <a:off x="6637464" y="2571750"/>
            <a:ext cx="1312211" cy="396318"/>
          </a:xfrm>
          <a:prstGeom prst="roundRect">
            <a:avLst>
              <a:gd name="adj" fmla="val 16667"/>
            </a:avLst>
          </a:prstGeom>
          <a:solidFill>
            <a:schemeClr val="bg1"/>
          </a:solidFill>
          <a:ln>
            <a:solidFill>
              <a:schemeClr val="bg2">
                <a:lumMod val="90000"/>
                <a:lumOff val="10000"/>
              </a:schemeClr>
            </a:solid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bg2">
                    <a:lumMod val="90000"/>
                    <a:lumOff val="10000"/>
                  </a:schemeClr>
                </a:solidFill>
                <a:latin typeface="Alexandria"/>
                <a:ea typeface="Alexandria"/>
                <a:cs typeface="Alexandria"/>
                <a:sym typeface="Alexandria"/>
              </a:rPr>
              <a:t>Reject</a:t>
            </a:r>
            <a:endParaRPr sz="1200" dirty="0">
              <a:solidFill>
                <a:schemeClr val="bg2">
                  <a:lumMod val="90000"/>
                  <a:lumOff val="10000"/>
                </a:schemeClr>
              </a:solidFill>
              <a:latin typeface="Alexandria"/>
              <a:ea typeface="Alexandria"/>
              <a:cs typeface="Alexandria"/>
              <a:sym typeface="Alexandria"/>
            </a:endParaRPr>
          </a:p>
        </p:txBody>
      </p:sp>
      <p:sp>
        <p:nvSpPr>
          <p:cNvPr id="19" name="Google Shape;977;p41">
            <a:extLst>
              <a:ext uri="{FF2B5EF4-FFF2-40B4-BE49-F238E27FC236}">
                <a16:creationId xmlns:a16="http://schemas.microsoft.com/office/drawing/2014/main" id="{B12BE4CB-191A-70A3-6193-18F9FB99B2D5}"/>
              </a:ext>
            </a:extLst>
          </p:cNvPr>
          <p:cNvSpPr/>
          <p:nvPr/>
        </p:nvSpPr>
        <p:spPr>
          <a:xfrm rot="3599210">
            <a:off x="6446741" y="1639872"/>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2014975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896"/>
                                        </p:tgtEl>
                                        <p:attrNameLst>
                                          <p:attrName>style.visibility</p:attrName>
                                        </p:attrNameLst>
                                      </p:cBhvr>
                                      <p:to>
                                        <p:strVal val="visible"/>
                                      </p:to>
                                    </p:set>
                                    <p:anim calcmode="lin" valueType="num">
                                      <p:cBhvr additive="base">
                                        <p:cTn id="7" dur="500" fill="hold"/>
                                        <p:tgtEl>
                                          <p:spTgt spid="896"/>
                                        </p:tgtEl>
                                        <p:attrNameLst>
                                          <p:attrName>ppt_x</p:attrName>
                                        </p:attrNameLst>
                                      </p:cBhvr>
                                      <p:tavLst>
                                        <p:tav tm="0">
                                          <p:val>
                                            <p:strVal val="#ppt_x"/>
                                          </p:val>
                                        </p:tav>
                                        <p:tav tm="100000">
                                          <p:val>
                                            <p:strVal val="#ppt_x"/>
                                          </p:val>
                                        </p:tav>
                                      </p:tavLst>
                                    </p:anim>
                                    <p:anim calcmode="lin" valueType="num">
                                      <p:cBhvr additive="base">
                                        <p:cTn id="8" dur="500" fill="hold"/>
                                        <p:tgtEl>
                                          <p:spTgt spid="89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897"/>
                                        </p:tgtEl>
                                        <p:attrNameLst>
                                          <p:attrName>style.visibility</p:attrName>
                                        </p:attrNameLst>
                                      </p:cBhvr>
                                      <p:to>
                                        <p:strVal val="visible"/>
                                      </p:to>
                                    </p:set>
                                    <p:anim calcmode="lin" valueType="num">
                                      <p:cBhvr additive="base">
                                        <p:cTn id="12" dur="500" fill="hold"/>
                                        <p:tgtEl>
                                          <p:spTgt spid="897"/>
                                        </p:tgtEl>
                                        <p:attrNameLst>
                                          <p:attrName>ppt_x</p:attrName>
                                        </p:attrNameLst>
                                      </p:cBhvr>
                                      <p:tavLst>
                                        <p:tav tm="0">
                                          <p:val>
                                            <p:strVal val="#ppt_x"/>
                                          </p:val>
                                        </p:tav>
                                        <p:tav tm="100000">
                                          <p:val>
                                            <p:strVal val="#ppt_x"/>
                                          </p:val>
                                        </p:tav>
                                      </p:tavLst>
                                    </p:anim>
                                    <p:anim calcmode="lin" valueType="num">
                                      <p:cBhvr additive="base">
                                        <p:cTn id="13" dur="500" fill="hold"/>
                                        <p:tgtEl>
                                          <p:spTgt spid="89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path" presetSubtype="0" accel="50000" decel="50000" fill="hold" grpId="0" nodeType="clickEffect">
                                  <p:stCondLst>
                                    <p:cond delay="0"/>
                                  </p:stCondLst>
                                  <p:childTnLst>
                                    <p:animMotion origin="layout" path="M 1.94444E-6 -2.96296E-6 L 0.12257 0.11976 " pathEditMode="relative" rAng="0" ptsTypes="AA">
                                      <p:cBhvr>
                                        <p:cTn id="17" dur="2000" fill="hold"/>
                                        <p:tgtEl>
                                          <p:spTgt spid="19"/>
                                        </p:tgtEl>
                                        <p:attrNameLst>
                                          <p:attrName>ppt_x</p:attrName>
                                          <p:attrName>ppt_y</p:attrName>
                                        </p:attrNameLst>
                                      </p:cBhvr>
                                      <p:rCtr x="6128" y="598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6" grpId="0" animBg="1"/>
      <p:bldP spid="897" grpId="0"/>
      <p:bldP spid="1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379">
          <a:extLst>
            <a:ext uri="{FF2B5EF4-FFF2-40B4-BE49-F238E27FC236}">
              <a16:creationId xmlns:a16="http://schemas.microsoft.com/office/drawing/2014/main" id="{DF46ECE7-E32D-2675-20F8-1640D98FB572}"/>
            </a:ext>
          </a:extLst>
        </p:cNvPr>
        <p:cNvGrpSpPr/>
        <p:nvPr/>
      </p:nvGrpSpPr>
      <p:grpSpPr>
        <a:xfrm>
          <a:off x="0" y="0"/>
          <a:ext cx="0" cy="0"/>
          <a:chOff x="0" y="0"/>
          <a:chExt cx="0" cy="0"/>
        </a:xfrm>
      </p:grpSpPr>
      <p:sp>
        <p:nvSpPr>
          <p:cNvPr id="4" name="Google Shape;1375;p52">
            <a:extLst>
              <a:ext uri="{FF2B5EF4-FFF2-40B4-BE49-F238E27FC236}">
                <a16:creationId xmlns:a16="http://schemas.microsoft.com/office/drawing/2014/main" id="{1E0076D9-B1D4-188A-60B2-C4753EF3480D}"/>
              </a:ext>
            </a:extLst>
          </p:cNvPr>
          <p:cNvSpPr/>
          <p:nvPr/>
        </p:nvSpPr>
        <p:spPr>
          <a:xfrm>
            <a:off x="7090419" y="513089"/>
            <a:ext cx="1312211" cy="396318"/>
          </a:xfrm>
          <a:prstGeom prst="roundRect">
            <a:avLst>
              <a:gd name="adj" fmla="val 16667"/>
            </a:avLst>
          </a:prstGeom>
          <a:solidFill>
            <a:srgbClr val="FEC8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Alexandria"/>
                <a:ea typeface="Alexandria"/>
                <a:cs typeface="Alexandria"/>
                <a:sym typeface="Alexandria"/>
              </a:rPr>
              <a:t>Read only mode</a:t>
            </a:r>
            <a:endParaRPr sz="1200" dirty="0">
              <a:latin typeface="Alexandria"/>
              <a:ea typeface="Alexandria"/>
              <a:cs typeface="Alexandria"/>
              <a:sym typeface="Alexandria"/>
            </a:endParaRPr>
          </a:p>
        </p:txBody>
      </p:sp>
      <p:sp>
        <p:nvSpPr>
          <p:cNvPr id="1381" name="Google Shape;1381;p53">
            <a:extLst>
              <a:ext uri="{FF2B5EF4-FFF2-40B4-BE49-F238E27FC236}">
                <a16:creationId xmlns:a16="http://schemas.microsoft.com/office/drawing/2014/main" id="{38BBD518-9079-EFBF-F2D8-B18A27DBE4DA}"/>
              </a:ext>
            </a:extLst>
          </p:cNvPr>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Leaves</a:t>
            </a:r>
            <a:endParaRPr sz="2700">
              <a:solidFill>
                <a:srgbClr val="EFBC3F"/>
              </a:solidFill>
              <a:latin typeface="Dela Gothic One"/>
              <a:ea typeface="Dela Gothic One"/>
              <a:cs typeface="Dela Gothic One"/>
              <a:sym typeface="Dela Gothic One"/>
            </a:endParaRPr>
          </a:p>
        </p:txBody>
      </p:sp>
      <p:grpSp>
        <p:nvGrpSpPr>
          <p:cNvPr id="1383" name="Google Shape;1383;p53">
            <a:extLst>
              <a:ext uri="{FF2B5EF4-FFF2-40B4-BE49-F238E27FC236}">
                <a16:creationId xmlns:a16="http://schemas.microsoft.com/office/drawing/2014/main" id="{6A31031E-1F5D-A45E-1ED4-0BA16057AE90}"/>
              </a:ext>
            </a:extLst>
          </p:cNvPr>
          <p:cNvGrpSpPr/>
          <p:nvPr/>
        </p:nvGrpSpPr>
        <p:grpSpPr>
          <a:xfrm>
            <a:off x="1030895" y="1109148"/>
            <a:ext cx="7082216" cy="799600"/>
            <a:chOff x="2302350" y="716406"/>
            <a:chExt cx="4539300" cy="799600"/>
          </a:xfrm>
        </p:grpSpPr>
        <p:sp>
          <p:nvSpPr>
            <p:cNvPr id="1384" name="Google Shape;1384;p53">
              <a:extLst>
                <a:ext uri="{FF2B5EF4-FFF2-40B4-BE49-F238E27FC236}">
                  <a16:creationId xmlns:a16="http://schemas.microsoft.com/office/drawing/2014/main" id="{5C048908-8B56-5B7F-3BCB-17F97BDC503E}"/>
                </a:ext>
              </a:extLst>
            </p:cNvPr>
            <p:cNvSpPr/>
            <p:nvPr/>
          </p:nvSpPr>
          <p:spPr>
            <a:xfrm rot="-5400000">
              <a:off x="2305950" y="939894"/>
              <a:ext cx="571500" cy="578700"/>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5" name="Google Shape;1385;p53">
              <a:extLst>
                <a:ext uri="{FF2B5EF4-FFF2-40B4-BE49-F238E27FC236}">
                  <a16:creationId xmlns:a16="http://schemas.microsoft.com/office/drawing/2014/main" id="{695D00FC-598D-9673-78D0-3BEDE9BA46CD}"/>
                </a:ext>
              </a:extLst>
            </p:cNvPr>
            <p:cNvSpPr/>
            <p:nvPr/>
          </p:nvSpPr>
          <p:spPr>
            <a:xfrm>
              <a:off x="2373600" y="977544"/>
              <a:ext cx="436200" cy="503400"/>
            </a:xfrm>
            <a:prstGeom prst="star6">
              <a:avLst>
                <a:gd name="adj" fmla="val 43076"/>
                <a:gd name="hf" fmla="val 115470"/>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1" name="Google Shape;1391;p53">
              <a:extLst>
                <a:ext uri="{FF2B5EF4-FFF2-40B4-BE49-F238E27FC236}">
                  <a16:creationId xmlns:a16="http://schemas.microsoft.com/office/drawing/2014/main" id="{1A12F6D1-32BE-F5F2-7DE5-65484EBD5BE6}"/>
                </a:ext>
              </a:extLst>
            </p:cNvPr>
            <p:cNvSpPr/>
            <p:nvPr/>
          </p:nvSpPr>
          <p:spPr>
            <a:xfrm rot="5400000" flipH="1">
              <a:off x="4585350" y="-741306"/>
              <a:ext cx="571500" cy="3941100"/>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2" name="Google Shape;1392;p53">
              <a:extLst>
                <a:ext uri="{FF2B5EF4-FFF2-40B4-BE49-F238E27FC236}">
                  <a16:creationId xmlns:a16="http://schemas.microsoft.com/office/drawing/2014/main" id="{1D04A836-8755-A08E-BB9F-305BB1277DF5}"/>
                </a:ext>
              </a:extLst>
            </p:cNvPr>
            <p:cNvSpPr txBox="1"/>
            <p:nvPr/>
          </p:nvSpPr>
          <p:spPr>
            <a:xfrm>
              <a:off x="2394125" y="716406"/>
              <a:ext cx="4384800"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dirty="0">
                  <a:solidFill>
                    <a:srgbClr val="434343"/>
                  </a:solidFill>
                  <a:latin typeface="Figtree"/>
                  <a:ea typeface="Figtree"/>
                  <a:cs typeface="Figtree"/>
                  <a:sym typeface="Figtree"/>
                </a:rPr>
                <a:t> </a:t>
              </a:r>
              <a:r>
                <a:rPr lang="en" sz="900" b="1" dirty="0">
                  <a:solidFill>
                    <a:srgbClr val="666666"/>
                  </a:solidFill>
                  <a:latin typeface="Figtree"/>
                  <a:ea typeface="Figtree"/>
                  <a:cs typeface="Figtree"/>
                  <a:sym typeface="Figtree"/>
                </a:rPr>
                <a:t>1 APPLICATION</a:t>
              </a:r>
              <a:endParaRPr sz="900" dirty="0">
                <a:solidFill>
                  <a:srgbClr val="666666"/>
                </a:solidFill>
                <a:latin typeface="Figtree"/>
                <a:ea typeface="Figtree"/>
                <a:cs typeface="Figtree"/>
                <a:sym typeface="Figtree"/>
              </a:endParaRPr>
            </a:p>
          </p:txBody>
        </p:sp>
        <p:sp>
          <p:nvSpPr>
            <p:cNvPr id="1393" name="Google Shape;1393;p53">
              <a:extLst>
                <a:ext uri="{FF2B5EF4-FFF2-40B4-BE49-F238E27FC236}">
                  <a16:creationId xmlns:a16="http://schemas.microsoft.com/office/drawing/2014/main" id="{FEBC9AB1-EE0A-A2CD-1958-BB1CC4AE7781}"/>
                </a:ext>
              </a:extLst>
            </p:cNvPr>
            <p:cNvSpPr txBox="1"/>
            <p:nvPr/>
          </p:nvSpPr>
          <p:spPr>
            <a:xfrm>
              <a:off x="3075075" y="943606"/>
              <a:ext cx="3672300" cy="572400"/>
            </a:xfrm>
            <a:prstGeom prst="rect">
              <a:avLst/>
            </a:prstGeom>
            <a:noFill/>
            <a:ln>
              <a:noFill/>
            </a:ln>
          </p:spPr>
          <p:txBody>
            <a:bodyPr spcFirstLastPara="1" wrap="square" lIns="0" tIns="0" rIns="0" bIns="0" anchor="ctr" anchorCtr="0">
              <a:noAutofit/>
            </a:bodyPr>
            <a:lstStyle/>
            <a:p>
              <a:pPr lvl="0">
                <a:lnSpc>
                  <a:spcPct val="115000"/>
                </a:lnSpc>
              </a:pPr>
              <a:r>
                <a:rPr lang="en-US" sz="1600" dirty="0">
                  <a:solidFill>
                    <a:srgbClr val="666666"/>
                  </a:solidFill>
                  <a:latin typeface="Figtree Light"/>
                  <a:ea typeface="Figtree Light"/>
                  <a:cs typeface="Figtree Light"/>
                  <a:sym typeface="Figtree Light"/>
                </a:rPr>
                <a:t>Palak Tiwari (Marketing Intern)</a:t>
              </a:r>
            </a:p>
            <a:p>
              <a:pPr lvl="0">
                <a:lnSpc>
                  <a:spcPct val="115000"/>
                </a:lnSpc>
              </a:pPr>
              <a:r>
                <a:rPr lang="en-US" sz="1600" dirty="0">
                  <a:solidFill>
                    <a:srgbClr val="666666"/>
                  </a:solidFill>
                  <a:latin typeface="Figtree Light"/>
                  <a:ea typeface="Figtree Light"/>
                  <a:cs typeface="Figtree Light"/>
                  <a:sym typeface="Figtree Light"/>
                </a:rPr>
                <a:t>A Day’s Leave to Attend Sister’s Dance Competition</a:t>
              </a:r>
            </a:p>
          </p:txBody>
        </p:sp>
        <p:sp>
          <p:nvSpPr>
            <p:cNvPr id="1410" name="Google Shape;1410;p53">
              <a:extLst>
                <a:ext uri="{FF2B5EF4-FFF2-40B4-BE49-F238E27FC236}">
                  <a16:creationId xmlns:a16="http://schemas.microsoft.com/office/drawing/2014/main" id="{CA84002E-3E18-3164-9883-0346D3C8564B}"/>
                </a:ext>
              </a:extLst>
            </p:cNvPr>
            <p:cNvSpPr txBox="1"/>
            <p:nvPr/>
          </p:nvSpPr>
          <p:spPr>
            <a:xfrm>
              <a:off x="2302350" y="1121544"/>
              <a:ext cx="578700"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dirty="0">
                  <a:solidFill>
                    <a:srgbClr val="FFFFFF"/>
                  </a:solidFill>
                  <a:latin typeface="Figtree Black"/>
                  <a:ea typeface="Figtree Black"/>
                  <a:cs typeface="Figtree Black"/>
                  <a:sym typeface="Figtree Black"/>
                </a:rPr>
                <a:t>10th June</a:t>
              </a:r>
              <a:endParaRPr dirty="0">
                <a:solidFill>
                  <a:srgbClr val="FFFFFF"/>
                </a:solidFill>
                <a:latin typeface="Figtree Black"/>
                <a:ea typeface="Figtree Black"/>
                <a:cs typeface="Figtree Black"/>
                <a:sym typeface="Figtree Black"/>
              </a:endParaRPr>
            </a:p>
          </p:txBody>
        </p:sp>
      </p:grpSp>
      <p:sp>
        <p:nvSpPr>
          <p:cNvPr id="1411" name="Google Shape;1411;p53">
            <a:extLst>
              <a:ext uri="{FF2B5EF4-FFF2-40B4-BE49-F238E27FC236}">
                <a16:creationId xmlns:a16="http://schemas.microsoft.com/office/drawing/2014/main" id="{730D4527-9AB6-9019-4683-249A512F0893}"/>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Lato"/>
              <a:ea typeface="Lato"/>
              <a:cs typeface="Lato"/>
              <a:sym typeface="Lato"/>
            </a:endParaRPr>
          </a:p>
        </p:txBody>
      </p:sp>
      <p:sp>
        <p:nvSpPr>
          <p:cNvPr id="1412" name="Google Shape;1412;p53">
            <a:extLst>
              <a:ext uri="{FF2B5EF4-FFF2-40B4-BE49-F238E27FC236}">
                <a16:creationId xmlns:a16="http://schemas.microsoft.com/office/drawing/2014/main" id="{7458AE86-56BC-13B1-97FE-787F1D1B2B59}"/>
              </a:ext>
            </a:extLst>
          </p:cNvPr>
          <p:cNvSpPr txBox="1">
            <a:spLocks noGrp="1"/>
          </p:cNvSpPr>
          <p:nvPr>
            <p:ph type="title" idx="4294967295"/>
          </p:nvPr>
        </p:nvSpPr>
        <p:spPr>
          <a:xfrm>
            <a:off x="346424" y="4747100"/>
            <a:ext cx="3497155"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Leaves Screen (Leadership)</a:t>
            </a:r>
            <a:endParaRPr sz="1400" dirty="0">
              <a:solidFill>
                <a:srgbClr val="FFFFFF"/>
              </a:solidFill>
              <a:latin typeface="Work Sans"/>
              <a:ea typeface="Work Sans"/>
              <a:cs typeface="Work Sans"/>
              <a:sym typeface="Work Sans"/>
            </a:endParaRPr>
          </a:p>
        </p:txBody>
      </p:sp>
      <p:sp>
        <p:nvSpPr>
          <p:cNvPr id="1413" name="Google Shape;1413;p53">
            <a:extLst>
              <a:ext uri="{FF2B5EF4-FFF2-40B4-BE49-F238E27FC236}">
                <a16:creationId xmlns:a16="http://schemas.microsoft.com/office/drawing/2014/main" id="{ED019856-FAFB-BCE2-147D-FAB3AAA447CC}"/>
              </a:ext>
            </a:extLst>
          </p:cNvPr>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2" name="Google Shape;1258;p49">
            <a:extLst>
              <a:ext uri="{FF2B5EF4-FFF2-40B4-BE49-F238E27FC236}">
                <a16:creationId xmlns:a16="http://schemas.microsoft.com/office/drawing/2014/main" id="{F0ACB37E-D5E1-32BD-B925-11CD9AC5A514}"/>
              </a:ext>
            </a:extLst>
          </p:cNvPr>
          <p:cNvSpPr/>
          <p:nvPr/>
        </p:nvSpPr>
        <p:spPr>
          <a:xfrm rot="3599210">
            <a:off x="7179046" y="220103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4123987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2.77778E-6 -2.22222E-6 L 0.05295 -0.25247 " pathEditMode="relative" rAng="0" ptsTypes="AA">
                                      <p:cBhvr>
                                        <p:cTn id="6" dur="2000" fill="hold"/>
                                        <p:tgtEl>
                                          <p:spTgt spid="2"/>
                                        </p:tgtEl>
                                        <p:attrNameLst>
                                          <p:attrName>ppt_x</p:attrName>
                                          <p:attrName>ppt_y</p:attrName>
                                        </p:attrNameLst>
                                      </p:cBhvr>
                                      <p:rCtr x="2639" y="-126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379">
          <a:extLst>
            <a:ext uri="{FF2B5EF4-FFF2-40B4-BE49-F238E27FC236}">
              <a16:creationId xmlns:a16="http://schemas.microsoft.com/office/drawing/2014/main" id="{8F95D905-D293-EC56-7A0D-DDE30FA22B00}"/>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2761E1D0-DF99-BDFC-2ACB-78722BD023F5}"/>
              </a:ext>
            </a:extLst>
          </p:cNvPr>
          <p:cNvGrpSpPr/>
          <p:nvPr/>
        </p:nvGrpSpPr>
        <p:grpSpPr>
          <a:xfrm>
            <a:off x="1030884" y="4454049"/>
            <a:ext cx="7082216" cy="572513"/>
            <a:chOff x="1030895" y="3629848"/>
            <a:chExt cx="7082216" cy="572513"/>
          </a:xfrm>
        </p:grpSpPr>
        <p:sp>
          <p:nvSpPr>
            <p:cNvPr id="6" name="Google Shape;1388;p53">
              <a:extLst>
                <a:ext uri="{FF2B5EF4-FFF2-40B4-BE49-F238E27FC236}">
                  <a16:creationId xmlns:a16="http://schemas.microsoft.com/office/drawing/2014/main" id="{CE1D56F0-605C-5D3B-1DF2-A26B34FE14AE}"/>
                </a:ext>
              </a:extLst>
            </p:cNvPr>
            <p:cNvSpPr/>
            <p:nvPr/>
          </p:nvSpPr>
          <p:spPr>
            <a:xfrm rot="16200000">
              <a:off x="1196589" y="3464154"/>
              <a:ext cx="571500" cy="902887"/>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Figtree"/>
                <a:ea typeface="Figtree"/>
                <a:cs typeface="Figtree"/>
                <a:sym typeface="Figtree"/>
              </a:endParaRPr>
            </a:p>
          </p:txBody>
        </p:sp>
        <p:sp>
          <p:nvSpPr>
            <p:cNvPr id="10" name="Google Shape;1400;p53">
              <a:extLst>
                <a:ext uri="{FF2B5EF4-FFF2-40B4-BE49-F238E27FC236}">
                  <a16:creationId xmlns:a16="http://schemas.microsoft.com/office/drawing/2014/main" id="{48D14304-42B0-B2C6-7755-606354839861}"/>
                </a:ext>
              </a:extLst>
            </p:cNvPr>
            <p:cNvSpPr/>
            <p:nvPr/>
          </p:nvSpPr>
          <p:spPr>
            <a:xfrm rot="5400000" flipH="1">
              <a:off x="4752909" y="841146"/>
              <a:ext cx="571500" cy="6148905"/>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1" name="Google Shape;1401;p53">
              <a:extLst>
                <a:ext uri="{FF2B5EF4-FFF2-40B4-BE49-F238E27FC236}">
                  <a16:creationId xmlns:a16="http://schemas.microsoft.com/office/drawing/2014/main" id="{2BA434C4-7117-FFA0-7D00-98EA0723C037}"/>
                </a:ext>
              </a:extLst>
            </p:cNvPr>
            <p:cNvSpPr txBox="1"/>
            <p:nvPr/>
          </p:nvSpPr>
          <p:spPr>
            <a:xfrm>
              <a:off x="2236502" y="3629961"/>
              <a:ext cx="5729524"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US" sz="1500" dirty="0">
                  <a:solidFill>
                    <a:srgbClr val="434343"/>
                  </a:solidFill>
                  <a:latin typeface="Figtree SemiBold"/>
                  <a:ea typeface="Figtree SemiBold"/>
                  <a:cs typeface="Figtree SemiBold"/>
                  <a:sym typeface="Figtree SemiBold"/>
                </a:rPr>
                <a:t>Varun Dubey</a:t>
              </a:r>
              <a:endParaRPr sz="1500" dirty="0">
                <a:solidFill>
                  <a:srgbClr val="434343"/>
                </a:solidFill>
                <a:latin typeface="Figtree SemiBold"/>
                <a:ea typeface="Figtree SemiBold"/>
                <a:cs typeface="Figtree SemiBold"/>
                <a:sym typeface="Figtree SemiBold"/>
              </a:endParaRPr>
            </a:p>
          </p:txBody>
        </p:sp>
        <p:sp>
          <p:nvSpPr>
            <p:cNvPr id="12" name="Google Shape;1404;p53">
              <a:extLst>
                <a:ext uri="{FF2B5EF4-FFF2-40B4-BE49-F238E27FC236}">
                  <a16:creationId xmlns:a16="http://schemas.microsoft.com/office/drawing/2014/main" id="{2A0FB185-8AE5-4E53-AD31-5FA15A454ABE}"/>
                </a:ext>
              </a:extLst>
            </p:cNvPr>
            <p:cNvSpPr/>
            <p:nvPr/>
          </p:nvSpPr>
          <p:spPr>
            <a:xfrm>
              <a:off x="1102123" y="3671351"/>
              <a:ext cx="760435" cy="488494"/>
            </a:xfrm>
            <a:custGeom>
              <a:avLst/>
              <a:gdLst/>
              <a:ahLst/>
              <a:cxnLst/>
              <a:rect l="l" t="t" r="r" b="b"/>
              <a:pathLst>
                <a:path w="91358" h="91564" extrusionOk="0">
                  <a:moveTo>
                    <a:pt x="35027" y="0"/>
                  </a:moveTo>
                  <a:lnTo>
                    <a:pt x="25605" y="17821"/>
                  </a:lnTo>
                  <a:lnTo>
                    <a:pt x="5735" y="20894"/>
                  </a:lnTo>
                  <a:lnTo>
                    <a:pt x="11676" y="40149"/>
                  </a:lnTo>
                  <a:lnTo>
                    <a:pt x="0" y="56536"/>
                  </a:lnTo>
                  <a:lnTo>
                    <a:pt x="17616" y="65959"/>
                  </a:lnTo>
                  <a:lnTo>
                    <a:pt x="20894" y="85623"/>
                  </a:lnTo>
                  <a:lnTo>
                    <a:pt x="40148" y="79683"/>
                  </a:lnTo>
                  <a:lnTo>
                    <a:pt x="56331" y="91563"/>
                  </a:lnTo>
                  <a:lnTo>
                    <a:pt x="65753" y="73742"/>
                  </a:lnTo>
                  <a:lnTo>
                    <a:pt x="85622" y="70670"/>
                  </a:lnTo>
                  <a:lnTo>
                    <a:pt x="79682" y="51415"/>
                  </a:lnTo>
                  <a:lnTo>
                    <a:pt x="91358" y="35028"/>
                  </a:lnTo>
                  <a:lnTo>
                    <a:pt x="73742" y="25810"/>
                  </a:lnTo>
                  <a:lnTo>
                    <a:pt x="70464" y="5941"/>
                  </a:lnTo>
                  <a:lnTo>
                    <a:pt x="51210" y="11881"/>
                  </a:lnTo>
                  <a:lnTo>
                    <a:pt x="35027" y="0"/>
                  </a:lnTo>
                  <a:close/>
                </a:path>
              </a:pathLst>
            </a:custGeom>
            <a:solidFill>
              <a:srgbClr val="FF59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Figtree"/>
                <a:ea typeface="Figtree"/>
                <a:cs typeface="Figtree"/>
                <a:sym typeface="Figtree"/>
              </a:endParaRPr>
            </a:p>
          </p:txBody>
        </p:sp>
        <p:sp>
          <p:nvSpPr>
            <p:cNvPr id="13" name="Google Shape;1405;p53">
              <a:extLst>
                <a:ext uri="{FF2B5EF4-FFF2-40B4-BE49-F238E27FC236}">
                  <a16:creationId xmlns:a16="http://schemas.microsoft.com/office/drawing/2014/main" id="{98D6A920-E93A-EF39-8906-CA16A601D652}"/>
                </a:ext>
              </a:extLst>
            </p:cNvPr>
            <p:cNvSpPr txBox="1"/>
            <p:nvPr/>
          </p:nvSpPr>
          <p:spPr>
            <a:xfrm>
              <a:off x="1036084" y="3807898"/>
              <a:ext cx="902887"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dirty="0">
                  <a:solidFill>
                    <a:srgbClr val="FFFFFF"/>
                  </a:solidFill>
                  <a:latin typeface="Figtree Black"/>
                  <a:ea typeface="Figtree Black"/>
                  <a:cs typeface="Figtree Black"/>
                  <a:sym typeface="Figtree Black"/>
                </a:rPr>
                <a:t>29th May</a:t>
              </a:r>
              <a:endParaRPr dirty="0">
                <a:solidFill>
                  <a:srgbClr val="FFFFFF"/>
                </a:solidFill>
                <a:latin typeface="Figtree Black"/>
                <a:ea typeface="Figtree Black"/>
                <a:cs typeface="Figtree Black"/>
                <a:sym typeface="Figtree Black"/>
              </a:endParaRPr>
            </a:p>
          </p:txBody>
        </p:sp>
      </p:grpSp>
      <p:sp>
        <p:nvSpPr>
          <p:cNvPr id="1381" name="Google Shape;1381;p53">
            <a:extLst>
              <a:ext uri="{FF2B5EF4-FFF2-40B4-BE49-F238E27FC236}">
                <a16:creationId xmlns:a16="http://schemas.microsoft.com/office/drawing/2014/main" id="{C6F3004F-77C5-35EC-2F64-9A998E0F4D88}"/>
              </a:ext>
            </a:extLst>
          </p:cNvPr>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Leaves</a:t>
            </a:r>
            <a:endParaRPr sz="2700">
              <a:solidFill>
                <a:srgbClr val="EFBC3F"/>
              </a:solidFill>
              <a:latin typeface="Dela Gothic One"/>
              <a:ea typeface="Dela Gothic One"/>
              <a:cs typeface="Dela Gothic One"/>
              <a:sym typeface="Dela Gothic One"/>
            </a:endParaRPr>
          </a:p>
        </p:txBody>
      </p:sp>
      <p:sp>
        <p:nvSpPr>
          <p:cNvPr id="1382" name="Google Shape;1382;p53">
            <a:extLst>
              <a:ext uri="{FF2B5EF4-FFF2-40B4-BE49-F238E27FC236}">
                <a16:creationId xmlns:a16="http://schemas.microsoft.com/office/drawing/2014/main" id="{5D298F4E-8C30-6C6B-320B-DE16FADC5339}"/>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4" name="Google Shape;1384;p53">
            <a:extLst>
              <a:ext uri="{FF2B5EF4-FFF2-40B4-BE49-F238E27FC236}">
                <a16:creationId xmlns:a16="http://schemas.microsoft.com/office/drawing/2014/main" id="{E22CE2B2-CCCE-7290-C276-6ECD6D793CB9}"/>
              </a:ext>
            </a:extLst>
          </p:cNvPr>
          <p:cNvSpPr/>
          <p:nvPr/>
        </p:nvSpPr>
        <p:spPr>
          <a:xfrm rot="16200000">
            <a:off x="1196589" y="1170542"/>
            <a:ext cx="571500" cy="902887"/>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5" name="Google Shape;1385;p53">
            <a:extLst>
              <a:ext uri="{FF2B5EF4-FFF2-40B4-BE49-F238E27FC236}">
                <a16:creationId xmlns:a16="http://schemas.microsoft.com/office/drawing/2014/main" id="{16A29C50-895D-5F20-3020-7B636BF38DFA}"/>
              </a:ext>
            </a:extLst>
          </p:cNvPr>
          <p:cNvSpPr/>
          <p:nvPr/>
        </p:nvSpPr>
        <p:spPr>
          <a:xfrm>
            <a:off x="1142059" y="1370286"/>
            <a:ext cx="680559" cy="503400"/>
          </a:xfrm>
          <a:prstGeom prst="star6">
            <a:avLst>
              <a:gd name="adj" fmla="val 43076"/>
              <a:gd name="hf" fmla="val 115470"/>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6" name="Google Shape;1386;p53">
            <a:extLst>
              <a:ext uri="{FF2B5EF4-FFF2-40B4-BE49-F238E27FC236}">
                <a16:creationId xmlns:a16="http://schemas.microsoft.com/office/drawing/2014/main" id="{4C037F46-BE56-EAAC-E09A-8AA70748A2B5}"/>
              </a:ext>
            </a:extLst>
          </p:cNvPr>
          <p:cNvSpPr/>
          <p:nvPr/>
        </p:nvSpPr>
        <p:spPr>
          <a:xfrm rot="16200000">
            <a:off x="1196589" y="1789979"/>
            <a:ext cx="571500" cy="902887"/>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87" name="Google Shape;1387;p53">
            <a:extLst>
              <a:ext uri="{FF2B5EF4-FFF2-40B4-BE49-F238E27FC236}">
                <a16:creationId xmlns:a16="http://schemas.microsoft.com/office/drawing/2014/main" id="{0222C393-D845-2521-AFC4-B0A3466C2411}"/>
              </a:ext>
            </a:extLst>
          </p:cNvPr>
          <p:cNvSpPr/>
          <p:nvPr/>
        </p:nvSpPr>
        <p:spPr>
          <a:xfrm>
            <a:off x="1109802" y="2002386"/>
            <a:ext cx="755448" cy="484200"/>
          </a:xfrm>
          <a:prstGeom prst="ellipse">
            <a:avLst/>
          </a:prstGeom>
          <a:solidFill>
            <a:srgbClr val="FF59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0" name="Google Shape;1390;p53">
            <a:extLst>
              <a:ext uri="{FF2B5EF4-FFF2-40B4-BE49-F238E27FC236}">
                <a16:creationId xmlns:a16="http://schemas.microsoft.com/office/drawing/2014/main" id="{8514FAF5-5A4B-C6F3-D9FC-26E43CFD57EB}"/>
              </a:ext>
            </a:extLst>
          </p:cNvPr>
          <p:cNvSpPr/>
          <p:nvPr/>
        </p:nvSpPr>
        <p:spPr>
          <a:xfrm rot="16200000">
            <a:off x="1196589" y="2415554"/>
            <a:ext cx="571500" cy="902887"/>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1" name="Google Shape;1391;p53">
            <a:extLst>
              <a:ext uri="{FF2B5EF4-FFF2-40B4-BE49-F238E27FC236}">
                <a16:creationId xmlns:a16="http://schemas.microsoft.com/office/drawing/2014/main" id="{D4B90118-8759-2E5B-C4DC-5FDE5A8445B4}"/>
              </a:ext>
            </a:extLst>
          </p:cNvPr>
          <p:cNvSpPr/>
          <p:nvPr/>
        </p:nvSpPr>
        <p:spPr>
          <a:xfrm rot="5400000" flipH="1">
            <a:off x="4752909" y="-1452466"/>
            <a:ext cx="571500" cy="6148905"/>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2" name="Google Shape;1392;p53">
            <a:extLst>
              <a:ext uri="{FF2B5EF4-FFF2-40B4-BE49-F238E27FC236}">
                <a16:creationId xmlns:a16="http://schemas.microsoft.com/office/drawing/2014/main" id="{A3E02F0F-FC18-77DC-1299-12180D236E83}"/>
              </a:ext>
            </a:extLst>
          </p:cNvPr>
          <p:cNvSpPr txBox="1"/>
          <p:nvPr/>
        </p:nvSpPr>
        <p:spPr>
          <a:xfrm>
            <a:off x="1174083" y="1109148"/>
            <a:ext cx="6841165"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dirty="0">
                <a:solidFill>
                  <a:srgbClr val="434343"/>
                </a:solidFill>
                <a:latin typeface="Figtree"/>
                <a:ea typeface="Figtree"/>
                <a:cs typeface="Figtree"/>
                <a:sym typeface="Figtree"/>
              </a:rPr>
              <a:t>COMPANY-WIDE </a:t>
            </a:r>
            <a:r>
              <a:rPr lang="en" sz="900" dirty="0">
                <a:solidFill>
                  <a:srgbClr val="666666"/>
                </a:solidFill>
                <a:latin typeface="Figtree"/>
                <a:ea typeface="Figtree"/>
                <a:cs typeface="Figtree"/>
                <a:sym typeface="Figtree"/>
              </a:rPr>
              <a:t>(5 notices)</a:t>
            </a:r>
            <a:endParaRPr sz="900" dirty="0">
              <a:solidFill>
                <a:srgbClr val="666666"/>
              </a:solidFill>
              <a:latin typeface="Figtree"/>
              <a:ea typeface="Figtree"/>
              <a:cs typeface="Figtree"/>
              <a:sym typeface="Figtree"/>
            </a:endParaRPr>
          </a:p>
        </p:txBody>
      </p:sp>
      <p:sp>
        <p:nvSpPr>
          <p:cNvPr id="1393" name="Google Shape;1393;p53">
            <a:extLst>
              <a:ext uri="{FF2B5EF4-FFF2-40B4-BE49-F238E27FC236}">
                <a16:creationId xmlns:a16="http://schemas.microsoft.com/office/drawing/2014/main" id="{95944164-FB69-38F1-3745-02A1E7675D74}"/>
              </a:ext>
            </a:extLst>
          </p:cNvPr>
          <p:cNvSpPr txBox="1"/>
          <p:nvPr/>
        </p:nvSpPr>
        <p:spPr>
          <a:xfrm>
            <a:off x="2236501" y="1336348"/>
            <a:ext cx="5729522"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600">
                <a:solidFill>
                  <a:srgbClr val="434343"/>
                </a:solidFill>
                <a:latin typeface="Figtree SemiBold"/>
                <a:ea typeface="Figtree SemiBold"/>
                <a:cs typeface="Figtree SemiBold"/>
                <a:sym typeface="Figtree SemiBold"/>
              </a:rPr>
              <a:t>Melissa Gone</a:t>
            </a:r>
            <a:endParaRPr sz="1600">
              <a:solidFill>
                <a:srgbClr val="666666"/>
              </a:solidFill>
              <a:latin typeface="Figtree Light"/>
              <a:ea typeface="Figtree Light"/>
              <a:cs typeface="Figtree Light"/>
              <a:sym typeface="Figtree Light"/>
            </a:endParaRPr>
          </a:p>
        </p:txBody>
      </p:sp>
      <p:sp>
        <p:nvSpPr>
          <p:cNvPr id="1395" name="Google Shape;1395;p53">
            <a:extLst>
              <a:ext uri="{FF2B5EF4-FFF2-40B4-BE49-F238E27FC236}">
                <a16:creationId xmlns:a16="http://schemas.microsoft.com/office/drawing/2014/main" id="{0CC1D821-543B-5A92-692B-7BA449726BEA}"/>
              </a:ext>
            </a:extLst>
          </p:cNvPr>
          <p:cNvSpPr/>
          <p:nvPr/>
        </p:nvSpPr>
        <p:spPr>
          <a:xfrm rot="5400000" flipH="1">
            <a:off x="4752909" y="-833029"/>
            <a:ext cx="571500" cy="6148905"/>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6" name="Google Shape;1396;p53">
            <a:extLst>
              <a:ext uri="{FF2B5EF4-FFF2-40B4-BE49-F238E27FC236}">
                <a16:creationId xmlns:a16="http://schemas.microsoft.com/office/drawing/2014/main" id="{BA2F5A0A-4930-3B41-B969-575013402F43}"/>
              </a:ext>
            </a:extLst>
          </p:cNvPr>
          <p:cNvSpPr txBox="1"/>
          <p:nvPr/>
        </p:nvSpPr>
        <p:spPr>
          <a:xfrm>
            <a:off x="2236501" y="1955786"/>
            <a:ext cx="5729522"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Maddie Perez</a:t>
            </a:r>
            <a:endParaRPr sz="1500">
              <a:solidFill>
                <a:srgbClr val="666666"/>
              </a:solidFill>
              <a:latin typeface="Figtree Light"/>
              <a:ea typeface="Figtree Light"/>
              <a:cs typeface="Figtree Light"/>
              <a:sym typeface="Figtree Light"/>
            </a:endParaRPr>
          </a:p>
        </p:txBody>
      </p:sp>
      <p:sp>
        <p:nvSpPr>
          <p:cNvPr id="1397" name="Google Shape;1397;p53">
            <a:extLst>
              <a:ext uri="{FF2B5EF4-FFF2-40B4-BE49-F238E27FC236}">
                <a16:creationId xmlns:a16="http://schemas.microsoft.com/office/drawing/2014/main" id="{D72F1376-30F1-EB24-AF0B-64C9622C3BEE}"/>
              </a:ext>
            </a:extLst>
          </p:cNvPr>
          <p:cNvSpPr txBox="1"/>
          <p:nvPr/>
        </p:nvSpPr>
        <p:spPr>
          <a:xfrm>
            <a:off x="1030895" y="2133723"/>
            <a:ext cx="902887"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30th May</a:t>
            </a:r>
            <a:endParaRPr>
              <a:solidFill>
                <a:srgbClr val="FFFFFF"/>
              </a:solidFill>
              <a:latin typeface="Figtree Black"/>
              <a:ea typeface="Figtree Black"/>
              <a:cs typeface="Figtree Black"/>
              <a:sym typeface="Figtree Black"/>
            </a:endParaRPr>
          </a:p>
        </p:txBody>
      </p:sp>
      <p:sp>
        <p:nvSpPr>
          <p:cNvPr id="1398" name="Google Shape;1398;p53">
            <a:extLst>
              <a:ext uri="{FF2B5EF4-FFF2-40B4-BE49-F238E27FC236}">
                <a16:creationId xmlns:a16="http://schemas.microsoft.com/office/drawing/2014/main" id="{FA8D4B4E-93AB-95E0-4FEE-C4B9F3813151}"/>
              </a:ext>
            </a:extLst>
          </p:cNvPr>
          <p:cNvSpPr/>
          <p:nvPr/>
        </p:nvSpPr>
        <p:spPr>
          <a:xfrm rot="5400000" flipH="1">
            <a:off x="4752909" y="-207454"/>
            <a:ext cx="571500" cy="6148905"/>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399" name="Google Shape;1399;p53">
            <a:extLst>
              <a:ext uri="{FF2B5EF4-FFF2-40B4-BE49-F238E27FC236}">
                <a16:creationId xmlns:a16="http://schemas.microsoft.com/office/drawing/2014/main" id="{D5FEDD31-15A0-BEF7-0BED-587E19393974}"/>
              </a:ext>
            </a:extLst>
          </p:cNvPr>
          <p:cNvSpPr txBox="1"/>
          <p:nvPr/>
        </p:nvSpPr>
        <p:spPr>
          <a:xfrm>
            <a:off x="2236502" y="2581361"/>
            <a:ext cx="5729524"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Mary Cooper</a:t>
            </a:r>
            <a:endParaRPr sz="1500">
              <a:solidFill>
                <a:srgbClr val="666666"/>
              </a:solidFill>
              <a:latin typeface="Figtree Light"/>
              <a:ea typeface="Figtree Light"/>
              <a:cs typeface="Figtree Light"/>
              <a:sym typeface="Figtree Light"/>
            </a:endParaRPr>
          </a:p>
        </p:txBody>
      </p:sp>
      <p:grpSp>
        <p:nvGrpSpPr>
          <p:cNvPr id="8" name="Group 7">
            <a:extLst>
              <a:ext uri="{FF2B5EF4-FFF2-40B4-BE49-F238E27FC236}">
                <a16:creationId xmlns:a16="http://schemas.microsoft.com/office/drawing/2014/main" id="{0EAD6499-7391-C2E3-02D6-E0E3B8895CE1}"/>
              </a:ext>
            </a:extLst>
          </p:cNvPr>
          <p:cNvGrpSpPr/>
          <p:nvPr/>
        </p:nvGrpSpPr>
        <p:grpSpPr>
          <a:xfrm>
            <a:off x="1030884" y="3215472"/>
            <a:ext cx="7082216" cy="572513"/>
            <a:chOff x="1030895" y="3629848"/>
            <a:chExt cx="7082216" cy="572513"/>
          </a:xfrm>
        </p:grpSpPr>
        <p:sp>
          <p:nvSpPr>
            <p:cNvPr id="1388" name="Google Shape;1388;p53">
              <a:extLst>
                <a:ext uri="{FF2B5EF4-FFF2-40B4-BE49-F238E27FC236}">
                  <a16:creationId xmlns:a16="http://schemas.microsoft.com/office/drawing/2014/main" id="{5011AC2F-E674-49A1-C667-A12617815EB0}"/>
                </a:ext>
              </a:extLst>
            </p:cNvPr>
            <p:cNvSpPr/>
            <p:nvPr/>
          </p:nvSpPr>
          <p:spPr>
            <a:xfrm rot="16200000">
              <a:off x="1196589" y="3464154"/>
              <a:ext cx="571500" cy="902887"/>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Figtree"/>
                <a:ea typeface="Figtree"/>
                <a:cs typeface="Figtree"/>
                <a:sym typeface="Figtree"/>
              </a:endParaRPr>
            </a:p>
          </p:txBody>
        </p:sp>
        <p:sp>
          <p:nvSpPr>
            <p:cNvPr id="1400" name="Google Shape;1400;p53">
              <a:extLst>
                <a:ext uri="{FF2B5EF4-FFF2-40B4-BE49-F238E27FC236}">
                  <a16:creationId xmlns:a16="http://schemas.microsoft.com/office/drawing/2014/main" id="{0A8E8063-BF98-E942-EEB8-246F9ADC82CB}"/>
                </a:ext>
              </a:extLst>
            </p:cNvPr>
            <p:cNvSpPr/>
            <p:nvPr/>
          </p:nvSpPr>
          <p:spPr>
            <a:xfrm rot="5400000" flipH="1">
              <a:off x="4752909" y="841146"/>
              <a:ext cx="571500" cy="6148905"/>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01" name="Google Shape;1401;p53">
              <a:extLst>
                <a:ext uri="{FF2B5EF4-FFF2-40B4-BE49-F238E27FC236}">
                  <a16:creationId xmlns:a16="http://schemas.microsoft.com/office/drawing/2014/main" id="{92E4E041-EC08-DB5E-19C8-C6174EF2322A}"/>
                </a:ext>
              </a:extLst>
            </p:cNvPr>
            <p:cNvSpPr txBox="1"/>
            <p:nvPr/>
          </p:nvSpPr>
          <p:spPr>
            <a:xfrm>
              <a:off x="2236502" y="3629961"/>
              <a:ext cx="5729524"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dirty="0">
                  <a:solidFill>
                    <a:srgbClr val="434343"/>
                  </a:solidFill>
                  <a:latin typeface="Figtree SemiBold"/>
                  <a:ea typeface="Figtree SemiBold"/>
                  <a:cs typeface="Figtree SemiBold"/>
                  <a:sym typeface="Figtree SemiBold"/>
                </a:rPr>
                <a:t>Sheldon Cooper</a:t>
              </a:r>
              <a:endParaRPr sz="1500" dirty="0">
                <a:solidFill>
                  <a:srgbClr val="434343"/>
                </a:solidFill>
                <a:latin typeface="Figtree SemiBold"/>
                <a:ea typeface="Figtree SemiBold"/>
                <a:cs typeface="Figtree SemiBold"/>
                <a:sym typeface="Figtree SemiBold"/>
              </a:endParaRPr>
            </a:p>
          </p:txBody>
        </p:sp>
        <p:sp>
          <p:nvSpPr>
            <p:cNvPr id="1404" name="Google Shape;1404;p53">
              <a:extLst>
                <a:ext uri="{FF2B5EF4-FFF2-40B4-BE49-F238E27FC236}">
                  <a16:creationId xmlns:a16="http://schemas.microsoft.com/office/drawing/2014/main" id="{EC01C6BD-A07F-8E28-D92D-A607A811B5C7}"/>
                </a:ext>
              </a:extLst>
            </p:cNvPr>
            <p:cNvSpPr/>
            <p:nvPr/>
          </p:nvSpPr>
          <p:spPr>
            <a:xfrm>
              <a:off x="1102123" y="3671351"/>
              <a:ext cx="760435" cy="488494"/>
            </a:xfrm>
            <a:custGeom>
              <a:avLst/>
              <a:gdLst/>
              <a:ahLst/>
              <a:cxnLst/>
              <a:rect l="l" t="t" r="r" b="b"/>
              <a:pathLst>
                <a:path w="91358" h="91564" extrusionOk="0">
                  <a:moveTo>
                    <a:pt x="35027" y="0"/>
                  </a:moveTo>
                  <a:lnTo>
                    <a:pt x="25605" y="17821"/>
                  </a:lnTo>
                  <a:lnTo>
                    <a:pt x="5735" y="20894"/>
                  </a:lnTo>
                  <a:lnTo>
                    <a:pt x="11676" y="40149"/>
                  </a:lnTo>
                  <a:lnTo>
                    <a:pt x="0" y="56536"/>
                  </a:lnTo>
                  <a:lnTo>
                    <a:pt x="17616" y="65959"/>
                  </a:lnTo>
                  <a:lnTo>
                    <a:pt x="20894" y="85623"/>
                  </a:lnTo>
                  <a:lnTo>
                    <a:pt x="40148" y="79683"/>
                  </a:lnTo>
                  <a:lnTo>
                    <a:pt x="56331" y="91563"/>
                  </a:lnTo>
                  <a:lnTo>
                    <a:pt x="65753" y="73742"/>
                  </a:lnTo>
                  <a:lnTo>
                    <a:pt x="85622" y="70670"/>
                  </a:lnTo>
                  <a:lnTo>
                    <a:pt x="79682" y="51415"/>
                  </a:lnTo>
                  <a:lnTo>
                    <a:pt x="91358" y="35028"/>
                  </a:lnTo>
                  <a:lnTo>
                    <a:pt x="73742" y="25810"/>
                  </a:lnTo>
                  <a:lnTo>
                    <a:pt x="70464" y="5941"/>
                  </a:lnTo>
                  <a:lnTo>
                    <a:pt x="51210" y="11881"/>
                  </a:lnTo>
                  <a:lnTo>
                    <a:pt x="35027" y="0"/>
                  </a:lnTo>
                  <a:close/>
                </a:path>
              </a:pathLst>
            </a:custGeom>
            <a:solidFill>
              <a:srgbClr val="FF59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Figtree"/>
                <a:ea typeface="Figtree"/>
                <a:cs typeface="Figtree"/>
                <a:sym typeface="Figtree"/>
              </a:endParaRPr>
            </a:p>
          </p:txBody>
        </p:sp>
        <p:sp>
          <p:nvSpPr>
            <p:cNvPr id="1405" name="Google Shape;1405;p53">
              <a:extLst>
                <a:ext uri="{FF2B5EF4-FFF2-40B4-BE49-F238E27FC236}">
                  <a16:creationId xmlns:a16="http://schemas.microsoft.com/office/drawing/2014/main" id="{0A5E60AF-D27D-0F04-A577-BBEC6D434796}"/>
                </a:ext>
              </a:extLst>
            </p:cNvPr>
            <p:cNvSpPr txBox="1"/>
            <p:nvPr/>
          </p:nvSpPr>
          <p:spPr>
            <a:xfrm>
              <a:off x="1036084" y="3807898"/>
              <a:ext cx="902887"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dirty="0">
                  <a:solidFill>
                    <a:srgbClr val="FFFFFF"/>
                  </a:solidFill>
                  <a:latin typeface="Figtree Black"/>
                  <a:ea typeface="Figtree Black"/>
                  <a:cs typeface="Figtree Black"/>
                  <a:sym typeface="Figtree Black"/>
                </a:rPr>
                <a:t>29th May</a:t>
              </a:r>
              <a:endParaRPr dirty="0">
                <a:solidFill>
                  <a:srgbClr val="FFFFFF"/>
                </a:solidFill>
                <a:latin typeface="Figtree Black"/>
                <a:ea typeface="Figtree Black"/>
                <a:cs typeface="Figtree Black"/>
                <a:sym typeface="Figtree Black"/>
              </a:endParaRPr>
            </a:p>
          </p:txBody>
        </p:sp>
      </p:grpSp>
      <p:sp>
        <p:nvSpPr>
          <p:cNvPr id="1406" name="Google Shape;1406;p53">
            <a:extLst>
              <a:ext uri="{FF2B5EF4-FFF2-40B4-BE49-F238E27FC236}">
                <a16:creationId xmlns:a16="http://schemas.microsoft.com/office/drawing/2014/main" id="{F6D393EF-0680-972B-8B76-53EA1FFF97F1}"/>
              </a:ext>
            </a:extLst>
          </p:cNvPr>
          <p:cNvSpPr/>
          <p:nvPr/>
        </p:nvSpPr>
        <p:spPr>
          <a:xfrm>
            <a:off x="1124624" y="2642073"/>
            <a:ext cx="725808" cy="465201"/>
          </a:xfrm>
          <a:custGeom>
            <a:avLst/>
            <a:gdLst/>
            <a:ahLst/>
            <a:cxnLst/>
            <a:rect l="l" t="t" r="r" b="b"/>
            <a:pathLst>
              <a:path w="209550" h="209550" extrusionOk="0">
                <a:moveTo>
                  <a:pt x="78798" y="0"/>
                </a:moveTo>
                <a:lnTo>
                  <a:pt x="78798" y="41997"/>
                </a:lnTo>
                <a:lnTo>
                  <a:pt x="48924" y="12123"/>
                </a:lnTo>
                <a:lnTo>
                  <a:pt x="12123" y="48924"/>
                </a:lnTo>
                <a:lnTo>
                  <a:pt x="41997" y="78798"/>
                </a:lnTo>
                <a:lnTo>
                  <a:pt x="0" y="78798"/>
                </a:lnTo>
                <a:lnTo>
                  <a:pt x="0" y="130752"/>
                </a:lnTo>
                <a:lnTo>
                  <a:pt x="41997" y="130752"/>
                </a:lnTo>
                <a:lnTo>
                  <a:pt x="12123" y="160626"/>
                </a:lnTo>
                <a:lnTo>
                  <a:pt x="48924" y="197427"/>
                </a:lnTo>
                <a:lnTo>
                  <a:pt x="78798" y="167553"/>
                </a:lnTo>
                <a:lnTo>
                  <a:pt x="78798" y="209550"/>
                </a:lnTo>
                <a:lnTo>
                  <a:pt x="130752" y="209550"/>
                </a:lnTo>
                <a:lnTo>
                  <a:pt x="130752" y="167553"/>
                </a:lnTo>
                <a:lnTo>
                  <a:pt x="160193" y="197427"/>
                </a:lnTo>
                <a:lnTo>
                  <a:pt x="196994" y="160626"/>
                </a:lnTo>
                <a:lnTo>
                  <a:pt x="167553" y="130752"/>
                </a:lnTo>
                <a:lnTo>
                  <a:pt x="209550" y="130752"/>
                </a:lnTo>
                <a:lnTo>
                  <a:pt x="209550" y="78798"/>
                </a:lnTo>
                <a:lnTo>
                  <a:pt x="167553" y="78798"/>
                </a:lnTo>
                <a:lnTo>
                  <a:pt x="196994" y="48924"/>
                </a:lnTo>
                <a:lnTo>
                  <a:pt x="160193" y="12123"/>
                </a:lnTo>
                <a:lnTo>
                  <a:pt x="130752" y="41997"/>
                </a:lnTo>
                <a:lnTo>
                  <a:pt x="130752" y="0"/>
                </a:lnTo>
                <a:close/>
              </a:path>
            </a:pathLst>
          </a:custGeom>
          <a:solidFill>
            <a:srgbClr val="FF59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408" name="Google Shape;1408;p53">
            <a:extLst>
              <a:ext uri="{FF2B5EF4-FFF2-40B4-BE49-F238E27FC236}">
                <a16:creationId xmlns:a16="http://schemas.microsoft.com/office/drawing/2014/main" id="{2DB5FE33-883B-9C7D-77EE-8A7B18C9B598}"/>
              </a:ext>
            </a:extLst>
          </p:cNvPr>
          <p:cNvSpPr txBox="1"/>
          <p:nvPr/>
        </p:nvSpPr>
        <p:spPr>
          <a:xfrm>
            <a:off x="1030897" y="2759298"/>
            <a:ext cx="902889"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31St May</a:t>
            </a:r>
            <a:endParaRPr>
              <a:solidFill>
                <a:srgbClr val="FFFFFF"/>
              </a:solidFill>
              <a:latin typeface="Figtree Black"/>
              <a:ea typeface="Figtree Black"/>
              <a:cs typeface="Figtree Black"/>
              <a:sym typeface="Figtree Black"/>
            </a:endParaRPr>
          </a:p>
        </p:txBody>
      </p:sp>
      <p:grpSp>
        <p:nvGrpSpPr>
          <p:cNvPr id="9" name="Group 8">
            <a:extLst>
              <a:ext uri="{FF2B5EF4-FFF2-40B4-BE49-F238E27FC236}">
                <a16:creationId xmlns:a16="http://schemas.microsoft.com/office/drawing/2014/main" id="{99F08FF2-E92A-8120-AA2C-92AD0CA4B8DC}"/>
              </a:ext>
            </a:extLst>
          </p:cNvPr>
          <p:cNvGrpSpPr/>
          <p:nvPr/>
        </p:nvGrpSpPr>
        <p:grpSpPr>
          <a:xfrm>
            <a:off x="1030884" y="3835267"/>
            <a:ext cx="7082216" cy="572513"/>
            <a:chOff x="1030895" y="4247323"/>
            <a:chExt cx="7082216" cy="572513"/>
          </a:xfrm>
        </p:grpSpPr>
        <p:sp>
          <p:nvSpPr>
            <p:cNvPr id="1389" name="Google Shape;1389;p53">
              <a:extLst>
                <a:ext uri="{FF2B5EF4-FFF2-40B4-BE49-F238E27FC236}">
                  <a16:creationId xmlns:a16="http://schemas.microsoft.com/office/drawing/2014/main" id="{2089188C-3B03-1482-D7F1-AB9B1A6E9381}"/>
                </a:ext>
              </a:extLst>
            </p:cNvPr>
            <p:cNvSpPr/>
            <p:nvPr/>
          </p:nvSpPr>
          <p:spPr>
            <a:xfrm rot="16200000">
              <a:off x="1196589" y="4081629"/>
              <a:ext cx="571500" cy="902887"/>
            </a:xfrm>
            <a:prstGeom prst="round2SameRect">
              <a:avLst>
                <a:gd name="adj1" fmla="val 16789"/>
                <a:gd name="adj2" fmla="val 0"/>
              </a:avLst>
            </a:prstGeom>
            <a:solidFill>
              <a:srgbClr val="FF82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Figtree"/>
                <a:ea typeface="Figtree"/>
                <a:cs typeface="Figtree"/>
                <a:sym typeface="Figtree"/>
              </a:endParaRPr>
            </a:p>
          </p:txBody>
        </p:sp>
        <p:sp>
          <p:nvSpPr>
            <p:cNvPr id="1402" name="Google Shape;1402;p53">
              <a:extLst>
                <a:ext uri="{FF2B5EF4-FFF2-40B4-BE49-F238E27FC236}">
                  <a16:creationId xmlns:a16="http://schemas.microsoft.com/office/drawing/2014/main" id="{ECB305EE-7400-C641-7322-A10219107963}"/>
                </a:ext>
              </a:extLst>
            </p:cNvPr>
            <p:cNvSpPr/>
            <p:nvPr/>
          </p:nvSpPr>
          <p:spPr>
            <a:xfrm rot="5400000" flipH="1">
              <a:off x="4752909" y="1458621"/>
              <a:ext cx="571500" cy="6148905"/>
            </a:xfrm>
            <a:prstGeom prst="round2SameRect">
              <a:avLst>
                <a:gd name="adj1" fmla="val 16789"/>
                <a:gd name="adj2" fmla="val 0"/>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gtree"/>
                <a:ea typeface="Figtree"/>
                <a:cs typeface="Figtree"/>
                <a:sym typeface="Figtree"/>
              </a:endParaRPr>
            </a:p>
          </p:txBody>
        </p:sp>
        <p:sp>
          <p:nvSpPr>
            <p:cNvPr id="1403" name="Google Shape;1403;p53">
              <a:extLst>
                <a:ext uri="{FF2B5EF4-FFF2-40B4-BE49-F238E27FC236}">
                  <a16:creationId xmlns:a16="http://schemas.microsoft.com/office/drawing/2014/main" id="{098A9635-B661-AAD6-10B2-AC31415A8E49}"/>
                </a:ext>
              </a:extLst>
            </p:cNvPr>
            <p:cNvSpPr txBox="1"/>
            <p:nvPr/>
          </p:nvSpPr>
          <p:spPr>
            <a:xfrm>
              <a:off x="2236502" y="4247436"/>
              <a:ext cx="5729524" cy="5724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None/>
              </a:pPr>
              <a:r>
                <a:rPr lang="en" sz="1500">
                  <a:solidFill>
                    <a:srgbClr val="434343"/>
                  </a:solidFill>
                  <a:latin typeface="Figtree SemiBold"/>
                  <a:ea typeface="Figtree SemiBold"/>
                  <a:cs typeface="Figtree SemiBold"/>
                  <a:sym typeface="Figtree SemiBold"/>
                </a:rPr>
                <a:t>Penny Hofstadter</a:t>
              </a:r>
              <a:endParaRPr sz="1500">
                <a:solidFill>
                  <a:srgbClr val="666666"/>
                </a:solidFill>
                <a:latin typeface="Figtree Light"/>
                <a:ea typeface="Figtree Light"/>
                <a:cs typeface="Figtree Light"/>
                <a:sym typeface="Figtree Light"/>
              </a:endParaRPr>
            </a:p>
          </p:txBody>
        </p:sp>
        <p:sp>
          <p:nvSpPr>
            <p:cNvPr id="1407" name="Google Shape;1407;p53">
              <a:extLst>
                <a:ext uri="{FF2B5EF4-FFF2-40B4-BE49-F238E27FC236}">
                  <a16:creationId xmlns:a16="http://schemas.microsoft.com/office/drawing/2014/main" id="{66E23FCE-38C8-B7A3-1F3C-5A1BF31EB068}"/>
                </a:ext>
              </a:extLst>
            </p:cNvPr>
            <p:cNvSpPr/>
            <p:nvPr/>
          </p:nvSpPr>
          <p:spPr>
            <a:xfrm>
              <a:off x="1141985" y="4310732"/>
              <a:ext cx="680708" cy="444682"/>
            </a:xfrm>
            <a:custGeom>
              <a:avLst/>
              <a:gdLst/>
              <a:ahLst/>
              <a:cxnLst/>
              <a:rect l="l" t="t" r="r" b="b"/>
              <a:pathLst>
                <a:path w="85214" h="86852" extrusionOk="0">
                  <a:moveTo>
                    <a:pt x="43426" y="0"/>
                  </a:moveTo>
                  <a:lnTo>
                    <a:pt x="38920" y="205"/>
                  </a:lnTo>
                  <a:lnTo>
                    <a:pt x="34618" y="820"/>
                  </a:lnTo>
                  <a:lnTo>
                    <a:pt x="30521" y="1844"/>
                  </a:lnTo>
                  <a:lnTo>
                    <a:pt x="26425" y="3483"/>
                  </a:lnTo>
                  <a:lnTo>
                    <a:pt x="22737" y="5121"/>
                  </a:lnTo>
                  <a:lnTo>
                    <a:pt x="19050" y="7374"/>
                  </a:lnTo>
                  <a:lnTo>
                    <a:pt x="15773" y="9833"/>
                  </a:lnTo>
                  <a:lnTo>
                    <a:pt x="12700" y="12700"/>
                  </a:lnTo>
                  <a:lnTo>
                    <a:pt x="9833" y="15773"/>
                  </a:lnTo>
                  <a:lnTo>
                    <a:pt x="7375" y="19050"/>
                  </a:lnTo>
                  <a:lnTo>
                    <a:pt x="5121" y="22737"/>
                  </a:lnTo>
                  <a:lnTo>
                    <a:pt x="3278" y="26424"/>
                  </a:lnTo>
                  <a:lnTo>
                    <a:pt x="1844" y="30521"/>
                  </a:lnTo>
                  <a:lnTo>
                    <a:pt x="820" y="34618"/>
                  </a:lnTo>
                  <a:lnTo>
                    <a:pt x="205" y="38920"/>
                  </a:lnTo>
                  <a:lnTo>
                    <a:pt x="0" y="43426"/>
                  </a:lnTo>
                  <a:lnTo>
                    <a:pt x="205" y="47933"/>
                  </a:lnTo>
                  <a:lnTo>
                    <a:pt x="820" y="52234"/>
                  </a:lnTo>
                  <a:lnTo>
                    <a:pt x="1844" y="56331"/>
                  </a:lnTo>
                  <a:lnTo>
                    <a:pt x="3278" y="60223"/>
                  </a:lnTo>
                  <a:lnTo>
                    <a:pt x="5121" y="64115"/>
                  </a:lnTo>
                  <a:lnTo>
                    <a:pt x="7375" y="67597"/>
                  </a:lnTo>
                  <a:lnTo>
                    <a:pt x="9833" y="71079"/>
                  </a:lnTo>
                  <a:lnTo>
                    <a:pt x="12700" y="74152"/>
                  </a:lnTo>
                  <a:lnTo>
                    <a:pt x="15773" y="76815"/>
                  </a:lnTo>
                  <a:lnTo>
                    <a:pt x="19050" y="79478"/>
                  </a:lnTo>
                  <a:lnTo>
                    <a:pt x="22737" y="81526"/>
                  </a:lnTo>
                  <a:lnTo>
                    <a:pt x="26425" y="83370"/>
                  </a:lnTo>
                  <a:lnTo>
                    <a:pt x="30521" y="84803"/>
                  </a:lnTo>
                  <a:lnTo>
                    <a:pt x="34618" y="86033"/>
                  </a:lnTo>
                  <a:lnTo>
                    <a:pt x="38920" y="86647"/>
                  </a:lnTo>
                  <a:lnTo>
                    <a:pt x="43426" y="86852"/>
                  </a:lnTo>
                  <a:lnTo>
                    <a:pt x="43426" y="55307"/>
                  </a:lnTo>
                  <a:lnTo>
                    <a:pt x="44450" y="58584"/>
                  </a:lnTo>
                  <a:lnTo>
                    <a:pt x="45884" y="61862"/>
                  </a:lnTo>
                  <a:lnTo>
                    <a:pt x="47318" y="64934"/>
                  </a:lnTo>
                  <a:lnTo>
                    <a:pt x="49162" y="67802"/>
                  </a:lnTo>
                  <a:lnTo>
                    <a:pt x="51210" y="70670"/>
                  </a:lnTo>
                  <a:lnTo>
                    <a:pt x="53668" y="73128"/>
                  </a:lnTo>
                  <a:lnTo>
                    <a:pt x="56126" y="75586"/>
                  </a:lnTo>
                  <a:lnTo>
                    <a:pt x="58789" y="77839"/>
                  </a:lnTo>
                  <a:lnTo>
                    <a:pt x="61452" y="79887"/>
                  </a:lnTo>
                  <a:lnTo>
                    <a:pt x="64524" y="81731"/>
                  </a:lnTo>
                  <a:lnTo>
                    <a:pt x="67597" y="83165"/>
                  </a:lnTo>
                  <a:lnTo>
                    <a:pt x="70874" y="84394"/>
                  </a:lnTo>
                  <a:lnTo>
                    <a:pt x="74357" y="85418"/>
                  </a:lnTo>
                  <a:lnTo>
                    <a:pt x="77839" y="86237"/>
                  </a:lnTo>
                  <a:lnTo>
                    <a:pt x="81526" y="86647"/>
                  </a:lnTo>
                  <a:lnTo>
                    <a:pt x="85213" y="86852"/>
                  </a:lnTo>
                  <a:lnTo>
                    <a:pt x="85213" y="0"/>
                  </a:lnTo>
                  <a:lnTo>
                    <a:pt x="81526" y="205"/>
                  </a:lnTo>
                  <a:lnTo>
                    <a:pt x="77839" y="615"/>
                  </a:lnTo>
                  <a:lnTo>
                    <a:pt x="74357" y="1229"/>
                  </a:lnTo>
                  <a:lnTo>
                    <a:pt x="70874" y="2253"/>
                  </a:lnTo>
                  <a:lnTo>
                    <a:pt x="67597" y="3687"/>
                  </a:lnTo>
                  <a:lnTo>
                    <a:pt x="64524" y="5121"/>
                  </a:lnTo>
                  <a:lnTo>
                    <a:pt x="61452" y="6965"/>
                  </a:lnTo>
                  <a:lnTo>
                    <a:pt x="58789" y="9013"/>
                  </a:lnTo>
                  <a:lnTo>
                    <a:pt x="56126" y="11062"/>
                  </a:lnTo>
                  <a:lnTo>
                    <a:pt x="53668" y="13520"/>
                  </a:lnTo>
                  <a:lnTo>
                    <a:pt x="51210" y="16183"/>
                  </a:lnTo>
                  <a:lnTo>
                    <a:pt x="49162" y="19050"/>
                  </a:lnTo>
                  <a:lnTo>
                    <a:pt x="47318" y="21918"/>
                  </a:lnTo>
                  <a:lnTo>
                    <a:pt x="45884" y="24991"/>
                  </a:lnTo>
                  <a:lnTo>
                    <a:pt x="44450" y="28268"/>
                  </a:lnTo>
                  <a:lnTo>
                    <a:pt x="43426" y="31545"/>
                  </a:lnTo>
                  <a:lnTo>
                    <a:pt x="43426" y="0"/>
                  </a:lnTo>
                  <a:close/>
                </a:path>
              </a:pathLst>
            </a:custGeom>
            <a:solidFill>
              <a:srgbClr val="FF59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Figtree"/>
                <a:ea typeface="Figtree"/>
                <a:cs typeface="Figtree"/>
                <a:sym typeface="Figtree"/>
              </a:endParaRPr>
            </a:p>
          </p:txBody>
        </p:sp>
        <p:sp>
          <p:nvSpPr>
            <p:cNvPr id="1409" name="Google Shape;1409;p53">
              <a:extLst>
                <a:ext uri="{FF2B5EF4-FFF2-40B4-BE49-F238E27FC236}">
                  <a16:creationId xmlns:a16="http://schemas.microsoft.com/office/drawing/2014/main" id="{E7BF0EF8-5995-4549-7599-A00477CE43F0}"/>
                </a:ext>
              </a:extLst>
            </p:cNvPr>
            <p:cNvSpPr txBox="1"/>
            <p:nvPr/>
          </p:nvSpPr>
          <p:spPr>
            <a:xfrm>
              <a:off x="1030898" y="4425373"/>
              <a:ext cx="902889"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5th June</a:t>
              </a:r>
              <a:endParaRPr>
                <a:solidFill>
                  <a:srgbClr val="FFFFFF"/>
                </a:solidFill>
                <a:latin typeface="Figtree Black"/>
                <a:ea typeface="Figtree Black"/>
                <a:cs typeface="Figtree Black"/>
                <a:sym typeface="Figtree Black"/>
              </a:endParaRPr>
            </a:p>
          </p:txBody>
        </p:sp>
      </p:grpSp>
      <p:sp>
        <p:nvSpPr>
          <p:cNvPr id="1410" name="Google Shape;1410;p53">
            <a:extLst>
              <a:ext uri="{FF2B5EF4-FFF2-40B4-BE49-F238E27FC236}">
                <a16:creationId xmlns:a16="http://schemas.microsoft.com/office/drawing/2014/main" id="{2C3838BD-271F-FE53-56F2-0E5311125A78}"/>
              </a:ext>
            </a:extLst>
          </p:cNvPr>
          <p:cNvSpPr txBox="1"/>
          <p:nvPr/>
        </p:nvSpPr>
        <p:spPr>
          <a:xfrm>
            <a:off x="1030900" y="1514286"/>
            <a:ext cx="902889" cy="21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a:solidFill>
                  <a:srgbClr val="FFFFFF"/>
                </a:solidFill>
                <a:latin typeface="Figtree Black"/>
                <a:ea typeface="Figtree Black"/>
                <a:cs typeface="Figtree Black"/>
                <a:sym typeface="Figtree Black"/>
              </a:rPr>
              <a:t>27th May</a:t>
            </a:r>
            <a:endParaRPr>
              <a:solidFill>
                <a:srgbClr val="FFFFFF"/>
              </a:solidFill>
              <a:latin typeface="Figtree Black"/>
              <a:ea typeface="Figtree Black"/>
              <a:cs typeface="Figtree Black"/>
              <a:sym typeface="Figtree Black"/>
            </a:endParaRPr>
          </a:p>
        </p:txBody>
      </p:sp>
      <p:sp>
        <p:nvSpPr>
          <p:cNvPr id="1411" name="Google Shape;1411;p53">
            <a:extLst>
              <a:ext uri="{FF2B5EF4-FFF2-40B4-BE49-F238E27FC236}">
                <a16:creationId xmlns:a16="http://schemas.microsoft.com/office/drawing/2014/main" id="{593C5030-6D21-9666-DFCC-1CACE07E7741}"/>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Lato"/>
              <a:ea typeface="Lato"/>
              <a:cs typeface="Lato"/>
              <a:sym typeface="Lato"/>
            </a:endParaRPr>
          </a:p>
        </p:txBody>
      </p:sp>
      <p:sp>
        <p:nvSpPr>
          <p:cNvPr id="1412" name="Google Shape;1412;p53">
            <a:extLst>
              <a:ext uri="{FF2B5EF4-FFF2-40B4-BE49-F238E27FC236}">
                <a16:creationId xmlns:a16="http://schemas.microsoft.com/office/drawing/2014/main" id="{9D68A31C-2343-6998-B0C2-5A702A8F3D04}"/>
              </a:ext>
            </a:extLst>
          </p:cNvPr>
          <p:cNvSpPr txBox="1">
            <a:spLocks noGrp="1"/>
          </p:cNvSpPr>
          <p:nvPr>
            <p:ph type="title" idx="4294967295"/>
          </p:nvPr>
        </p:nvSpPr>
        <p:spPr>
          <a:xfrm>
            <a:off x="346424" y="4747100"/>
            <a:ext cx="3497155"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Leaves Screen (Leadership)</a:t>
            </a:r>
            <a:endParaRPr sz="1400" dirty="0">
              <a:solidFill>
                <a:srgbClr val="FFFFFF"/>
              </a:solidFill>
              <a:latin typeface="Work Sans"/>
              <a:ea typeface="Work Sans"/>
              <a:cs typeface="Work Sans"/>
              <a:sym typeface="Work Sans"/>
            </a:endParaRPr>
          </a:p>
        </p:txBody>
      </p:sp>
      <p:sp>
        <p:nvSpPr>
          <p:cNvPr id="1413" name="Google Shape;1413;p53">
            <a:extLst>
              <a:ext uri="{FF2B5EF4-FFF2-40B4-BE49-F238E27FC236}">
                <a16:creationId xmlns:a16="http://schemas.microsoft.com/office/drawing/2014/main" id="{7CCEFE25-4289-B9C3-79D3-8F6F27250E3D}"/>
              </a:ext>
            </a:extLst>
          </p:cNvPr>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414" name="Google Shape;1414;p53">
            <a:extLst>
              <a:ext uri="{FF2B5EF4-FFF2-40B4-BE49-F238E27FC236}">
                <a16:creationId xmlns:a16="http://schemas.microsoft.com/office/drawing/2014/main" id="{092E323E-83D9-9A55-A3E6-660EDB95EED4}"/>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6" name="Google Shape;1416;p53">
            <a:extLst>
              <a:ext uri="{FF2B5EF4-FFF2-40B4-BE49-F238E27FC236}">
                <a16:creationId xmlns:a16="http://schemas.microsoft.com/office/drawing/2014/main" id="{FF6894EE-1C09-583F-EE12-D13D30FAA3CA}"/>
              </a:ext>
            </a:extLst>
          </p:cNvPr>
          <p:cNvSpPr txBox="1"/>
          <p:nvPr/>
        </p:nvSpPr>
        <p:spPr>
          <a:xfrm>
            <a:off x="8113100" y="6058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a:t>
            </a:r>
            <a:endParaRPr sz="1300">
              <a:solidFill>
                <a:srgbClr val="A47FA7"/>
              </a:solidFill>
              <a:latin typeface="Martian Mono"/>
              <a:ea typeface="Martian Mono"/>
              <a:cs typeface="Martian Mono"/>
              <a:sym typeface="Martian Mono"/>
            </a:endParaRPr>
          </a:p>
        </p:txBody>
      </p:sp>
      <p:sp>
        <p:nvSpPr>
          <p:cNvPr id="3" name="Google Shape;1375;p52">
            <a:extLst>
              <a:ext uri="{FF2B5EF4-FFF2-40B4-BE49-F238E27FC236}">
                <a16:creationId xmlns:a16="http://schemas.microsoft.com/office/drawing/2014/main" id="{262928CB-4B55-CFF0-8445-EAC6D7AE5E5A}"/>
              </a:ext>
            </a:extLst>
          </p:cNvPr>
          <p:cNvSpPr/>
          <p:nvPr/>
        </p:nvSpPr>
        <p:spPr>
          <a:xfrm>
            <a:off x="6713665" y="605875"/>
            <a:ext cx="1312211" cy="396318"/>
          </a:xfrm>
          <a:prstGeom prst="roundRect">
            <a:avLst>
              <a:gd name="adj" fmla="val 16667"/>
            </a:avLst>
          </a:prstGeom>
          <a:solidFill>
            <a:srgbClr val="FEC8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Alexandria"/>
                <a:ea typeface="Alexandria"/>
                <a:cs typeface="Alexandria"/>
                <a:sym typeface="Alexandria"/>
              </a:rPr>
              <a:t>Review mode</a:t>
            </a:r>
            <a:endParaRPr sz="1200" dirty="0">
              <a:latin typeface="Alexandria"/>
              <a:ea typeface="Alexandria"/>
              <a:cs typeface="Alexandria"/>
              <a:sym typeface="Alexandria"/>
            </a:endParaRPr>
          </a:p>
        </p:txBody>
      </p:sp>
      <p:sp>
        <p:nvSpPr>
          <p:cNvPr id="2" name="Google Shape;1258;p49">
            <a:extLst>
              <a:ext uri="{FF2B5EF4-FFF2-40B4-BE49-F238E27FC236}">
                <a16:creationId xmlns:a16="http://schemas.microsoft.com/office/drawing/2014/main" id="{94C1E4C8-BE7B-EAC3-7961-3A31D69C7574}"/>
              </a:ext>
            </a:extLst>
          </p:cNvPr>
          <p:cNvSpPr/>
          <p:nvPr/>
        </p:nvSpPr>
        <p:spPr>
          <a:xfrm rot="3599210">
            <a:off x="7664373" y="974894"/>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2421439230"/>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12"/>
                                        </p:tgtEl>
                                      </p:cBhvr>
                                    </p:animEffect>
                                    <p:set>
                                      <p:cBhvr>
                                        <p:cTn id="7" dur="1" fill="hold">
                                          <p:stCondLst>
                                            <p:cond delay="499"/>
                                          </p:stCondLst>
                                        </p:cTn>
                                        <p:tgtEl>
                                          <p:spTgt spid="1412"/>
                                        </p:tgtEl>
                                        <p:attrNameLst>
                                          <p:attrName>style.visibility</p:attrName>
                                        </p:attrNameLst>
                                      </p:cBhvr>
                                      <p:to>
                                        <p:strVal val="hidden"/>
                                      </p:to>
                                    </p:set>
                                  </p:childTnLst>
                                </p:cTn>
                              </p:par>
                              <p:par>
                                <p:cTn id="8" presetID="42" presetClass="exit" presetSubtype="0" fill="hold" grpId="0" nodeType="withEffect">
                                  <p:stCondLst>
                                    <p:cond delay="0"/>
                                  </p:stCondLst>
                                  <p:childTnLst>
                                    <p:animEffect transition="out" filter="fade">
                                      <p:cBhvr>
                                        <p:cTn id="9" dur="1000"/>
                                        <p:tgtEl>
                                          <p:spTgt spid="1411"/>
                                        </p:tgtEl>
                                      </p:cBhvr>
                                    </p:animEffect>
                                    <p:anim calcmode="lin" valueType="num">
                                      <p:cBhvr>
                                        <p:cTn id="10" dur="1000"/>
                                        <p:tgtEl>
                                          <p:spTgt spid="1411"/>
                                        </p:tgtEl>
                                        <p:attrNameLst>
                                          <p:attrName>ppt_x</p:attrName>
                                        </p:attrNameLst>
                                      </p:cBhvr>
                                      <p:tavLst>
                                        <p:tav tm="0">
                                          <p:val>
                                            <p:strVal val="ppt_x"/>
                                          </p:val>
                                        </p:tav>
                                        <p:tav tm="100000">
                                          <p:val>
                                            <p:strVal val="ppt_x"/>
                                          </p:val>
                                        </p:tav>
                                      </p:tavLst>
                                    </p:anim>
                                    <p:anim calcmode="lin" valueType="num">
                                      <p:cBhvr>
                                        <p:cTn id="11" dur="1000"/>
                                        <p:tgtEl>
                                          <p:spTgt spid="1411"/>
                                        </p:tgtEl>
                                        <p:attrNameLst>
                                          <p:attrName>ppt_y</p:attrName>
                                        </p:attrNameLst>
                                      </p:cBhvr>
                                      <p:tavLst>
                                        <p:tav tm="0">
                                          <p:val>
                                            <p:strVal val="ppt_y"/>
                                          </p:val>
                                        </p:tav>
                                        <p:tav tm="100000">
                                          <p:val>
                                            <p:strVal val="ppt_y+.1"/>
                                          </p:val>
                                        </p:tav>
                                      </p:tavLst>
                                    </p:anim>
                                    <p:set>
                                      <p:cBhvr>
                                        <p:cTn id="12" dur="1" fill="hold">
                                          <p:stCondLst>
                                            <p:cond delay="999"/>
                                          </p:stCondLst>
                                        </p:cTn>
                                        <p:tgtEl>
                                          <p:spTgt spid="14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0" nodeType="clickEffect">
                                  <p:stCondLst>
                                    <p:cond delay="0"/>
                                  </p:stCondLst>
                                  <p:childTnLst>
                                    <p:animMotion origin="layout" path="M 2.22222E-6 -1.97531E-6 L -0.76962 -0.03827 " pathEditMode="relative" rAng="0" ptsTypes="AA">
                                      <p:cBhvr>
                                        <p:cTn id="16" dur="2000" fill="hold"/>
                                        <p:tgtEl>
                                          <p:spTgt spid="2"/>
                                        </p:tgtEl>
                                        <p:attrNameLst>
                                          <p:attrName>ppt_x</p:attrName>
                                          <p:attrName>ppt_y</p:attrName>
                                        </p:attrNameLst>
                                      </p:cBhvr>
                                      <p:rCtr x="-38490" y="-191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1" grpId="0" animBg="1"/>
      <p:bldP spid="1412" grpId="0"/>
      <p:bldP spid="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230">
          <a:extLst>
            <a:ext uri="{FF2B5EF4-FFF2-40B4-BE49-F238E27FC236}">
              <a16:creationId xmlns:a16="http://schemas.microsoft.com/office/drawing/2014/main" id="{1A9E52F9-D4BC-5E3E-BA91-68407D61D1CE}"/>
            </a:ext>
          </a:extLst>
        </p:cNvPr>
        <p:cNvGrpSpPr/>
        <p:nvPr/>
      </p:nvGrpSpPr>
      <p:grpSpPr>
        <a:xfrm>
          <a:off x="0" y="0"/>
          <a:ext cx="0" cy="0"/>
          <a:chOff x="0" y="0"/>
          <a:chExt cx="0" cy="0"/>
        </a:xfrm>
      </p:grpSpPr>
      <p:sp>
        <p:nvSpPr>
          <p:cNvPr id="1232" name="Google Shape;1232;p49">
            <a:extLst>
              <a:ext uri="{FF2B5EF4-FFF2-40B4-BE49-F238E27FC236}">
                <a16:creationId xmlns:a16="http://schemas.microsoft.com/office/drawing/2014/main" id="{B5C4362D-FE4C-1F18-AB8D-91EA931B7395}"/>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233" name="Google Shape;1233;p49">
            <a:extLst>
              <a:ext uri="{FF2B5EF4-FFF2-40B4-BE49-F238E27FC236}">
                <a16:creationId xmlns:a16="http://schemas.microsoft.com/office/drawing/2014/main" id="{04B05E6F-BAF1-44D3-7731-2503E9128D03}"/>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Main Menu</a:t>
            </a:r>
            <a:endParaRPr sz="1400">
              <a:solidFill>
                <a:srgbClr val="FFFFFF"/>
              </a:solidFill>
              <a:latin typeface="Work Sans"/>
              <a:ea typeface="Work Sans"/>
              <a:cs typeface="Work Sans"/>
              <a:sym typeface="Work Sans"/>
            </a:endParaRPr>
          </a:p>
        </p:txBody>
      </p:sp>
      <p:sp>
        <p:nvSpPr>
          <p:cNvPr id="1234" name="Google Shape;1234;p49">
            <a:extLst>
              <a:ext uri="{FF2B5EF4-FFF2-40B4-BE49-F238E27FC236}">
                <a16:creationId xmlns:a16="http://schemas.microsoft.com/office/drawing/2014/main" id="{9EBD115D-71A1-22B7-F160-40ED269EADDC}"/>
              </a:ext>
            </a:extLst>
          </p:cNvPr>
          <p:cNvSpPr txBox="1"/>
          <p:nvPr/>
        </p:nvSpPr>
        <p:spPr>
          <a:xfrm>
            <a:off x="2577750" y="388675"/>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Hi, Gurlakshpreet</a:t>
            </a:r>
            <a:endParaRPr sz="2700">
              <a:solidFill>
                <a:srgbClr val="EFBC3F"/>
              </a:solidFill>
              <a:latin typeface="Dela Gothic One"/>
              <a:ea typeface="Dela Gothic One"/>
              <a:cs typeface="Dela Gothic One"/>
              <a:sym typeface="Dela Gothic One"/>
            </a:endParaRPr>
          </a:p>
        </p:txBody>
      </p:sp>
      <p:sp>
        <p:nvSpPr>
          <p:cNvPr id="1235" name="Google Shape;1235;p49">
            <a:extLst>
              <a:ext uri="{FF2B5EF4-FFF2-40B4-BE49-F238E27FC236}">
                <a16:creationId xmlns:a16="http://schemas.microsoft.com/office/drawing/2014/main" id="{0AECD028-A654-FBE8-F8B8-CAD9143D27DC}"/>
              </a:ext>
            </a:extLst>
          </p:cNvPr>
          <p:cNvSpPr/>
          <p:nvPr/>
        </p:nvSpPr>
        <p:spPr>
          <a:xfrm>
            <a:off x="3093900" y="975775"/>
            <a:ext cx="2956200" cy="396300"/>
          </a:xfrm>
          <a:prstGeom prst="roundRect">
            <a:avLst>
              <a:gd name="adj" fmla="val 16667"/>
            </a:avLst>
          </a:prstGeom>
          <a:solidFill>
            <a:srgbClr val="EBE6D6"/>
          </a:solidFill>
          <a:ln w="19050" cap="flat" cmpd="sng">
            <a:solidFill>
              <a:srgbClr val="EBE6D6"/>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Martian Mono"/>
                <a:ea typeface="Martian Mono"/>
                <a:cs typeface="Martian Mono"/>
                <a:sym typeface="Martian Mono"/>
              </a:rPr>
              <a:t>Which screen next?</a:t>
            </a:r>
            <a:endParaRPr>
              <a:latin typeface="Martian Mono"/>
              <a:ea typeface="Martian Mono"/>
              <a:cs typeface="Martian Mono"/>
              <a:sym typeface="Martian Mono"/>
            </a:endParaRPr>
          </a:p>
        </p:txBody>
      </p:sp>
      <p:sp>
        <p:nvSpPr>
          <p:cNvPr id="1236" name="Google Shape;1236;p49">
            <a:extLst>
              <a:ext uri="{FF2B5EF4-FFF2-40B4-BE49-F238E27FC236}">
                <a16:creationId xmlns:a16="http://schemas.microsoft.com/office/drawing/2014/main" id="{1D6B288B-9316-CF16-7DE0-AD961B9FA030}"/>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37" name="Google Shape;1237;p49">
            <a:extLst>
              <a:ext uri="{FF2B5EF4-FFF2-40B4-BE49-F238E27FC236}">
                <a16:creationId xmlns:a16="http://schemas.microsoft.com/office/drawing/2014/main" id="{B692EEA2-045B-B72D-9734-A83DA4985D1C}"/>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238" name="Google Shape;1238;p49">
            <a:extLst>
              <a:ext uri="{FF2B5EF4-FFF2-40B4-BE49-F238E27FC236}">
                <a16:creationId xmlns:a16="http://schemas.microsoft.com/office/drawing/2014/main" id="{B3E1E720-BA36-6741-D5E4-F33B736DABCA}"/>
              </a:ext>
            </a:extLst>
          </p:cNvPr>
          <p:cNvGrpSpPr/>
          <p:nvPr/>
        </p:nvGrpSpPr>
        <p:grpSpPr>
          <a:xfrm>
            <a:off x="1242825" y="1445367"/>
            <a:ext cx="6658350" cy="1385100"/>
            <a:chOff x="1242825" y="1879204"/>
            <a:chExt cx="6658350" cy="1385100"/>
          </a:xfrm>
        </p:grpSpPr>
        <p:sp>
          <p:nvSpPr>
            <p:cNvPr id="1239" name="Google Shape;1239;p49">
              <a:extLst>
                <a:ext uri="{FF2B5EF4-FFF2-40B4-BE49-F238E27FC236}">
                  <a16:creationId xmlns:a16="http://schemas.microsoft.com/office/drawing/2014/main" id="{EFC2D33A-E34A-E8C9-D1C5-4DE894E34D06}"/>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1240" name="Google Shape;1240;p49">
              <a:extLst>
                <a:ext uri="{FF2B5EF4-FFF2-40B4-BE49-F238E27FC236}">
                  <a16:creationId xmlns:a16="http://schemas.microsoft.com/office/drawing/2014/main" id="{877FE19C-046E-3AEF-2A13-FE72F7F6EC49}"/>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1241" name="Google Shape;1241;p49">
              <a:extLst>
                <a:ext uri="{FF2B5EF4-FFF2-40B4-BE49-F238E27FC236}">
                  <a16:creationId xmlns:a16="http://schemas.microsoft.com/office/drawing/2014/main" id="{84034CF3-E9A3-3193-80F9-10D9BB262AC8}"/>
                </a:ext>
              </a:extLst>
            </p:cNvPr>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1242" name="Google Shape;1242;p49">
              <a:extLst>
                <a:ext uri="{FF2B5EF4-FFF2-40B4-BE49-F238E27FC236}">
                  <a16:creationId xmlns:a16="http://schemas.microsoft.com/office/drawing/2014/main" id="{5612A5A9-480B-F302-095B-FEA863E2062D}"/>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1243" name="Google Shape;1243;p49">
              <a:extLst>
                <a:ext uri="{FF2B5EF4-FFF2-40B4-BE49-F238E27FC236}">
                  <a16:creationId xmlns:a16="http://schemas.microsoft.com/office/drawing/2014/main" id="{D3422B65-1E57-5974-50B7-4B708757D385}"/>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1244" name="Google Shape;1244;p49">
              <a:extLst>
                <a:ext uri="{FF2B5EF4-FFF2-40B4-BE49-F238E27FC236}">
                  <a16:creationId xmlns:a16="http://schemas.microsoft.com/office/drawing/2014/main" id="{C1EAEDC8-AFC7-27A4-CBCD-799C683AD833}"/>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1245" name="Google Shape;1245;p49">
              <a:extLst>
                <a:ext uri="{FF2B5EF4-FFF2-40B4-BE49-F238E27FC236}">
                  <a16:creationId xmlns:a16="http://schemas.microsoft.com/office/drawing/2014/main" id="{5E9480E3-3F27-0EB6-0AB5-7901EA6DEE5A}"/>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1246" name="Google Shape;1246;p49">
              <a:extLst>
                <a:ext uri="{FF2B5EF4-FFF2-40B4-BE49-F238E27FC236}">
                  <a16:creationId xmlns:a16="http://schemas.microsoft.com/office/drawing/2014/main" id="{42EFCFB2-0187-751B-E7F7-AEC3F1B122F7}"/>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247" name="Google Shape;1247;p49">
              <a:extLst>
                <a:ext uri="{FF2B5EF4-FFF2-40B4-BE49-F238E27FC236}">
                  <a16:creationId xmlns:a16="http://schemas.microsoft.com/office/drawing/2014/main" id="{AD381103-8BDB-86F0-AC10-B621FFA7DC28}"/>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1248" name="Google Shape;1248;p49">
            <a:extLst>
              <a:ext uri="{FF2B5EF4-FFF2-40B4-BE49-F238E27FC236}">
                <a16:creationId xmlns:a16="http://schemas.microsoft.com/office/drawing/2014/main" id="{DA788E66-F43A-BD22-6EE2-522E8781E89F}"/>
              </a:ext>
            </a:extLst>
          </p:cNvPr>
          <p:cNvGrpSpPr/>
          <p:nvPr/>
        </p:nvGrpSpPr>
        <p:grpSpPr>
          <a:xfrm>
            <a:off x="1242825" y="3096242"/>
            <a:ext cx="4364025" cy="1385100"/>
            <a:chOff x="1242825" y="1879204"/>
            <a:chExt cx="4364025" cy="1385100"/>
          </a:xfrm>
        </p:grpSpPr>
        <p:sp>
          <p:nvSpPr>
            <p:cNvPr id="1249" name="Google Shape;1249;p49">
              <a:extLst>
                <a:ext uri="{FF2B5EF4-FFF2-40B4-BE49-F238E27FC236}">
                  <a16:creationId xmlns:a16="http://schemas.microsoft.com/office/drawing/2014/main" id="{0F702753-1ADE-9EC2-D816-878871178A45}"/>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1250" name="Google Shape;1250;p49">
              <a:extLst>
                <a:ext uri="{FF2B5EF4-FFF2-40B4-BE49-F238E27FC236}">
                  <a16:creationId xmlns:a16="http://schemas.microsoft.com/office/drawing/2014/main" id="{C40A3DDB-CDB8-3547-9C96-77453F180CB2}"/>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1252" name="Google Shape;1252;p49">
              <a:extLst>
                <a:ext uri="{FF2B5EF4-FFF2-40B4-BE49-F238E27FC236}">
                  <a16:creationId xmlns:a16="http://schemas.microsoft.com/office/drawing/2014/main" id="{99F32CC6-7949-6C7A-5BF2-388CE5A27A1E}"/>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Projects</a:t>
              </a:r>
              <a:endParaRPr sz="1800">
                <a:solidFill>
                  <a:srgbClr val="FEFEFE"/>
                </a:solidFill>
                <a:latin typeface="Alegreya"/>
                <a:ea typeface="Alegreya"/>
                <a:cs typeface="Alegreya"/>
                <a:sym typeface="Alegreya"/>
              </a:endParaRPr>
            </a:p>
          </p:txBody>
        </p:sp>
        <p:sp>
          <p:nvSpPr>
            <p:cNvPr id="1253" name="Google Shape;1253;p49">
              <a:extLst>
                <a:ext uri="{FF2B5EF4-FFF2-40B4-BE49-F238E27FC236}">
                  <a16:creationId xmlns:a16="http://schemas.microsoft.com/office/drawing/2014/main" id="{11B9174B-04E3-CB50-721A-5820ABFE1749}"/>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1256" name="Google Shape;1256;p49">
              <a:extLst>
                <a:ext uri="{FF2B5EF4-FFF2-40B4-BE49-F238E27FC236}">
                  <a16:creationId xmlns:a16="http://schemas.microsoft.com/office/drawing/2014/main" id="{BE6F18B4-C481-7869-5D01-2BEAA64F7EC2}"/>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257" name="Google Shape;1257;p49">
              <a:extLst>
                <a:ext uri="{FF2B5EF4-FFF2-40B4-BE49-F238E27FC236}">
                  <a16:creationId xmlns:a16="http://schemas.microsoft.com/office/drawing/2014/main" id="{28AC068F-3008-C1B6-D8E4-E248875550E3}"/>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2" name="Google Shape;1472;p55">
            <a:extLst>
              <a:ext uri="{FF2B5EF4-FFF2-40B4-BE49-F238E27FC236}">
                <a16:creationId xmlns:a16="http://schemas.microsoft.com/office/drawing/2014/main" id="{489B1CB3-9FF7-67B9-460D-F64B9FBB3329}"/>
              </a:ext>
            </a:extLst>
          </p:cNvPr>
          <p:cNvSpPr/>
          <p:nvPr/>
        </p:nvSpPr>
        <p:spPr>
          <a:xfrm rot="3599210">
            <a:off x="658820" y="790115"/>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1223724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230">
          <a:extLst>
            <a:ext uri="{FF2B5EF4-FFF2-40B4-BE49-F238E27FC236}">
              <a16:creationId xmlns:a16="http://schemas.microsoft.com/office/drawing/2014/main" id="{B9056701-D3A9-785A-FE24-E50034B350D6}"/>
            </a:ext>
          </a:extLst>
        </p:cNvPr>
        <p:cNvGrpSpPr/>
        <p:nvPr/>
      </p:nvGrpSpPr>
      <p:grpSpPr>
        <a:xfrm>
          <a:off x="0" y="0"/>
          <a:ext cx="0" cy="0"/>
          <a:chOff x="0" y="0"/>
          <a:chExt cx="0" cy="0"/>
        </a:xfrm>
      </p:grpSpPr>
      <p:sp>
        <p:nvSpPr>
          <p:cNvPr id="1232" name="Google Shape;1232;p49">
            <a:extLst>
              <a:ext uri="{FF2B5EF4-FFF2-40B4-BE49-F238E27FC236}">
                <a16:creationId xmlns:a16="http://schemas.microsoft.com/office/drawing/2014/main" id="{90BFE173-3F3E-937A-C2AD-5D198FAACD4F}"/>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233" name="Google Shape;1233;p49">
            <a:extLst>
              <a:ext uri="{FF2B5EF4-FFF2-40B4-BE49-F238E27FC236}">
                <a16:creationId xmlns:a16="http://schemas.microsoft.com/office/drawing/2014/main" id="{36066C34-9A89-4DBD-1A1F-DCF9B48249C2}"/>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Main Menu</a:t>
            </a:r>
            <a:endParaRPr sz="1400">
              <a:solidFill>
                <a:srgbClr val="FFFFFF"/>
              </a:solidFill>
              <a:latin typeface="Work Sans"/>
              <a:ea typeface="Work Sans"/>
              <a:cs typeface="Work Sans"/>
              <a:sym typeface="Work Sans"/>
            </a:endParaRPr>
          </a:p>
        </p:txBody>
      </p:sp>
      <p:sp>
        <p:nvSpPr>
          <p:cNvPr id="1234" name="Google Shape;1234;p49">
            <a:extLst>
              <a:ext uri="{FF2B5EF4-FFF2-40B4-BE49-F238E27FC236}">
                <a16:creationId xmlns:a16="http://schemas.microsoft.com/office/drawing/2014/main" id="{566D1E29-3DD6-4A01-AEE3-A739B2A16729}"/>
              </a:ext>
            </a:extLst>
          </p:cNvPr>
          <p:cNvSpPr txBox="1"/>
          <p:nvPr/>
        </p:nvSpPr>
        <p:spPr>
          <a:xfrm>
            <a:off x="2577750" y="388675"/>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Hi, Gurlakshpreet</a:t>
            </a:r>
            <a:endParaRPr sz="2700">
              <a:solidFill>
                <a:srgbClr val="EFBC3F"/>
              </a:solidFill>
              <a:latin typeface="Dela Gothic One"/>
              <a:ea typeface="Dela Gothic One"/>
              <a:cs typeface="Dela Gothic One"/>
              <a:sym typeface="Dela Gothic One"/>
            </a:endParaRPr>
          </a:p>
        </p:txBody>
      </p:sp>
      <p:sp>
        <p:nvSpPr>
          <p:cNvPr id="1235" name="Google Shape;1235;p49">
            <a:extLst>
              <a:ext uri="{FF2B5EF4-FFF2-40B4-BE49-F238E27FC236}">
                <a16:creationId xmlns:a16="http://schemas.microsoft.com/office/drawing/2014/main" id="{5A7ACB76-630C-8228-B753-0E6496528ECE}"/>
              </a:ext>
            </a:extLst>
          </p:cNvPr>
          <p:cNvSpPr/>
          <p:nvPr/>
        </p:nvSpPr>
        <p:spPr>
          <a:xfrm>
            <a:off x="3093900" y="975775"/>
            <a:ext cx="2956200" cy="396300"/>
          </a:xfrm>
          <a:prstGeom prst="roundRect">
            <a:avLst>
              <a:gd name="adj" fmla="val 16667"/>
            </a:avLst>
          </a:prstGeom>
          <a:solidFill>
            <a:srgbClr val="EBE6D6"/>
          </a:solidFill>
          <a:ln w="19050" cap="flat" cmpd="sng">
            <a:solidFill>
              <a:srgbClr val="EBE6D6"/>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Martian Mono"/>
                <a:ea typeface="Martian Mono"/>
                <a:cs typeface="Martian Mono"/>
                <a:sym typeface="Martian Mono"/>
              </a:rPr>
              <a:t>Which screen next?</a:t>
            </a:r>
            <a:endParaRPr>
              <a:latin typeface="Martian Mono"/>
              <a:ea typeface="Martian Mono"/>
              <a:cs typeface="Martian Mono"/>
              <a:sym typeface="Martian Mono"/>
            </a:endParaRPr>
          </a:p>
        </p:txBody>
      </p:sp>
      <p:sp>
        <p:nvSpPr>
          <p:cNvPr id="1236" name="Google Shape;1236;p49">
            <a:extLst>
              <a:ext uri="{FF2B5EF4-FFF2-40B4-BE49-F238E27FC236}">
                <a16:creationId xmlns:a16="http://schemas.microsoft.com/office/drawing/2014/main" id="{73AAA956-F939-7EB8-B23A-11C36D998EDA}"/>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37" name="Google Shape;1237;p49">
            <a:extLst>
              <a:ext uri="{FF2B5EF4-FFF2-40B4-BE49-F238E27FC236}">
                <a16:creationId xmlns:a16="http://schemas.microsoft.com/office/drawing/2014/main" id="{5F3B8EB6-A8C8-B6BC-CD00-792ABEF138FD}"/>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238" name="Google Shape;1238;p49">
            <a:extLst>
              <a:ext uri="{FF2B5EF4-FFF2-40B4-BE49-F238E27FC236}">
                <a16:creationId xmlns:a16="http://schemas.microsoft.com/office/drawing/2014/main" id="{522D6A92-1357-4BEB-B601-D30492398D78}"/>
              </a:ext>
            </a:extLst>
          </p:cNvPr>
          <p:cNvGrpSpPr/>
          <p:nvPr/>
        </p:nvGrpSpPr>
        <p:grpSpPr>
          <a:xfrm>
            <a:off x="1242825" y="1445367"/>
            <a:ext cx="6658350" cy="1385100"/>
            <a:chOff x="1242825" y="1879204"/>
            <a:chExt cx="6658350" cy="1385100"/>
          </a:xfrm>
        </p:grpSpPr>
        <p:sp>
          <p:nvSpPr>
            <p:cNvPr id="1239" name="Google Shape;1239;p49">
              <a:extLst>
                <a:ext uri="{FF2B5EF4-FFF2-40B4-BE49-F238E27FC236}">
                  <a16:creationId xmlns:a16="http://schemas.microsoft.com/office/drawing/2014/main" id="{EDDB478D-5982-0367-6E84-1E7D0522423F}"/>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1240" name="Google Shape;1240;p49">
              <a:extLst>
                <a:ext uri="{FF2B5EF4-FFF2-40B4-BE49-F238E27FC236}">
                  <a16:creationId xmlns:a16="http://schemas.microsoft.com/office/drawing/2014/main" id="{33730FE0-7E25-69C3-D0E3-4E2CF14F60D5}"/>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1241" name="Google Shape;1241;p49">
              <a:extLst>
                <a:ext uri="{FF2B5EF4-FFF2-40B4-BE49-F238E27FC236}">
                  <a16:creationId xmlns:a16="http://schemas.microsoft.com/office/drawing/2014/main" id="{0DD0B3E3-89B3-6EF4-E61C-5C1B13A5A179}"/>
                </a:ext>
              </a:extLst>
            </p:cNvPr>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1242" name="Google Shape;1242;p49">
              <a:extLst>
                <a:ext uri="{FF2B5EF4-FFF2-40B4-BE49-F238E27FC236}">
                  <a16:creationId xmlns:a16="http://schemas.microsoft.com/office/drawing/2014/main" id="{C3B4E7C2-C708-1A34-46BF-3CCEF23984D4}"/>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1243" name="Google Shape;1243;p49">
              <a:extLst>
                <a:ext uri="{FF2B5EF4-FFF2-40B4-BE49-F238E27FC236}">
                  <a16:creationId xmlns:a16="http://schemas.microsoft.com/office/drawing/2014/main" id="{798683D1-4850-45B0-9B4C-AEECE64E7154}"/>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1244" name="Google Shape;1244;p49">
              <a:extLst>
                <a:ext uri="{FF2B5EF4-FFF2-40B4-BE49-F238E27FC236}">
                  <a16:creationId xmlns:a16="http://schemas.microsoft.com/office/drawing/2014/main" id="{D4D724B8-896E-FC95-F3E0-5B5686CE6758}"/>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1245" name="Google Shape;1245;p49">
              <a:extLst>
                <a:ext uri="{FF2B5EF4-FFF2-40B4-BE49-F238E27FC236}">
                  <a16:creationId xmlns:a16="http://schemas.microsoft.com/office/drawing/2014/main" id="{647E5A3D-3B2C-4578-F8AE-97D4C8B113E9}"/>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1246" name="Google Shape;1246;p49">
              <a:extLst>
                <a:ext uri="{FF2B5EF4-FFF2-40B4-BE49-F238E27FC236}">
                  <a16:creationId xmlns:a16="http://schemas.microsoft.com/office/drawing/2014/main" id="{1E630FD3-6886-5D12-A1E3-E80FED6A5139}"/>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247" name="Google Shape;1247;p49">
              <a:extLst>
                <a:ext uri="{FF2B5EF4-FFF2-40B4-BE49-F238E27FC236}">
                  <a16:creationId xmlns:a16="http://schemas.microsoft.com/office/drawing/2014/main" id="{B8392533-8962-2783-ABB2-CEC9F1E35FAE}"/>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1248" name="Google Shape;1248;p49">
            <a:extLst>
              <a:ext uri="{FF2B5EF4-FFF2-40B4-BE49-F238E27FC236}">
                <a16:creationId xmlns:a16="http://schemas.microsoft.com/office/drawing/2014/main" id="{7DBCAFC1-38E1-C749-3BDC-6EE031C6CCDA}"/>
              </a:ext>
            </a:extLst>
          </p:cNvPr>
          <p:cNvGrpSpPr/>
          <p:nvPr/>
        </p:nvGrpSpPr>
        <p:grpSpPr>
          <a:xfrm>
            <a:off x="1242825" y="3096242"/>
            <a:ext cx="4364025" cy="1385100"/>
            <a:chOff x="1242825" y="1879204"/>
            <a:chExt cx="4364025" cy="1385100"/>
          </a:xfrm>
        </p:grpSpPr>
        <p:sp>
          <p:nvSpPr>
            <p:cNvPr id="1249" name="Google Shape;1249;p49">
              <a:extLst>
                <a:ext uri="{FF2B5EF4-FFF2-40B4-BE49-F238E27FC236}">
                  <a16:creationId xmlns:a16="http://schemas.microsoft.com/office/drawing/2014/main" id="{9A213876-2299-32F7-6A6D-38F21414DB80}"/>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1250" name="Google Shape;1250;p49">
              <a:extLst>
                <a:ext uri="{FF2B5EF4-FFF2-40B4-BE49-F238E27FC236}">
                  <a16:creationId xmlns:a16="http://schemas.microsoft.com/office/drawing/2014/main" id="{0C081190-B785-E373-14EB-38CE4393AA34}"/>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1252" name="Google Shape;1252;p49">
              <a:extLst>
                <a:ext uri="{FF2B5EF4-FFF2-40B4-BE49-F238E27FC236}">
                  <a16:creationId xmlns:a16="http://schemas.microsoft.com/office/drawing/2014/main" id="{6847FBD4-CF65-7677-0F0F-7C5191D8A23A}"/>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Projects</a:t>
              </a:r>
              <a:endParaRPr sz="1800">
                <a:solidFill>
                  <a:srgbClr val="FEFEFE"/>
                </a:solidFill>
                <a:latin typeface="Alegreya"/>
                <a:ea typeface="Alegreya"/>
                <a:cs typeface="Alegreya"/>
                <a:sym typeface="Alegreya"/>
              </a:endParaRPr>
            </a:p>
          </p:txBody>
        </p:sp>
        <p:sp>
          <p:nvSpPr>
            <p:cNvPr id="1253" name="Google Shape;1253;p49">
              <a:extLst>
                <a:ext uri="{FF2B5EF4-FFF2-40B4-BE49-F238E27FC236}">
                  <a16:creationId xmlns:a16="http://schemas.microsoft.com/office/drawing/2014/main" id="{E4963F28-93F3-9B00-25A0-9954CD02DDB3}"/>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1256" name="Google Shape;1256;p49">
              <a:extLst>
                <a:ext uri="{FF2B5EF4-FFF2-40B4-BE49-F238E27FC236}">
                  <a16:creationId xmlns:a16="http://schemas.microsoft.com/office/drawing/2014/main" id="{19FF39E9-F2B3-EE00-3FB8-E2B5FDCBF3DC}"/>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257" name="Google Shape;1257;p49">
              <a:extLst>
                <a:ext uri="{FF2B5EF4-FFF2-40B4-BE49-F238E27FC236}">
                  <a16:creationId xmlns:a16="http://schemas.microsoft.com/office/drawing/2014/main" id="{C1B504AE-5EBE-279F-DB03-58E35B22D391}"/>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2" name="Google Shape;1472;p55">
            <a:extLst>
              <a:ext uri="{FF2B5EF4-FFF2-40B4-BE49-F238E27FC236}">
                <a16:creationId xmlns:a16="http://schemas.microsoft.com/office/drawing/2014/main" id="{F62ACD20-51AD-A5EC-5FA3-52F76E683955}"/>
              </a:ext>
            </a:extLst>
          </p:cNvPr>
          <p:cNvSpPr/>
          <p:nvPr/>
        </p:nvSpPr>
        <p:spPr>
          <a:xfrm rot="3599210">
            <a:off x="8917426" y="274552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Tree>
    <p:extLst>
      <p:ext uri="{BB962C8B-B14F-4D97-AF65-F5344CB8AC3E}">
        <p14:creationId xmlns:p14="http://schemas.microsoft.com/office/powerpoint/2010/main" val="40396305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639">
          <a:extLst>
            <a:ext uri="{FF2B5EF4-FFF2-40B4-BE49-F238E27FC236}">
              <a16:creationId xmlns:a16="http://schemas.microsoft.com/office/drawing/2014/main" id="{E4701402-D40B-9A15-2DF1-34109277BF1B}"/>
            </a:ext>
          </a:extLst>
        </p:cNvPr>
        <p:cNvGrpSpPr/>
        <p:nvPr/>
      </p:nvGrpSpPr>
      <p:grpSpPr>
        <a:xfrm>
          <a:off x="0" y="0"/>
          <a:ext cx="0" cy="0"/>
          <a:chOff x="0" y="0"/>
          <a:chExt cx="0" cy="0"/>
        </a:xfrm>
      </p:grpSpPr>
      <p:sp>
        <p:nvSpPr>
          <p:cNvPr id="641" name="Google Shape;641;p33">
            <a:extLst>
              <a:ext uri="{FF2B5EF4-FFF2-40B4-BE49-F238E27FC236}">
                <a16:creationId xmlns:a16="http://schemas.microsoft.com/office/drawing/2014/main" id="{9A9AB71A-E3A6-04D7-BD87-F5DAB8C1FDC9}"/>
              </a:ext>
            </a:extLst>
          </p:cNvPr>
          <p:cNvSpPr/>
          <p:nvPr/>
        </p:nvSpPr>
        <p:spPr>
          <a:xfrm>
            <a:off x="79489" y="5242142"/>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642" name="Google Shape;642;p33">
            <a:extLst>
              <a:ext uri="{FF2B5EF4-FFF2-40B4-BE49-F238E27FC236}">
                <a16:creationId xmlns:a16="http://schemas.microsoft.com/office/drawing/2014/main" id="{902F2E6B-2EC1-D0AF-BB67-D12867248DC9}"/>
              </a:ext>
            </a:extLst>
          </p:cNvPr>
          <p:cNvSpPr txBox="1">
            <a:spLocks noGrp="1"/>
          </p:cNvSpPr>
          <p:nvPr>
            <p:ph type="title" idx="4294967295"/>
          </p:nvPr>
        </p:nvSpPr>
        <p:spPr>
          <a:xfrm>
            <a:off x="410360" y="5222362"/>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Main Menu</a:t>
            </a:r>
            <a:endParaRPr sz="1400" dirty="0">
              <a:solidFill>
                <a:srgbClr val="FFFFFF"/>
              </a:solidFill>
              <a:latin typeface="Work Sans"/>
              <a:ea typeface="Work Sans"/>
              <a:cs typeface="Work Sans"/>
              <a:sym typeface="Work Sans"/>
            </a:endParaRPr>
          </a:p>
        </p:txBody>
      </p:sp>
      <p:grpSp>
        <p:nvGrpSpPr>
          <p:cNvPr id="643" name="Google Shape;643;p33">
            <a:extLst>
              <a:ext uri="{FF2B5EF4-FFF2-40B4-BE49-F238E27FC236}">
                <a16:creationId xmlns:a16="http://schemas.microsoft.com/office/drawing/2014/main" id="{CFA0AA56-027B-0CEF-4939-85CB074D999D}"/>
              </a:ext>
            </a:extLst>
          </p:cNvPr>
          <p:cNvGrpSpPr/>
          <p:nvPr/>
        </p:nvGrpSpPr>
        <p:grpSpPr>
          <a:xfrm>
            <a:off x="1242825" y="189704"/>
            <a:ext cx="6658350" cy="1385100"/>
            <a:chOff x="1242825" y="1879204"/>
            <a:chExt cx="6658350" cy="1385100"/>
          </a:xfrm>
        </p:grpSpPr>
        <p:sp>
          <p:nvSpPr>
            <p:cNvPr id="644" name="Google Shape;644;p33">
              <a:extLst>
                <a:ext uri="{FF2B5EF4-FFF2-40B4-BE49-F238E27FC236}">
                  <a16:creationId xmlns:a16="http://schemas.microsoft.com/office/drawing/2014/main" id="{6AE212B3-899F-1358-FC17-4FF1CD37756A}"/>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645" name="Google Shape;645;p33">
              <a:extLst>
                <a:ext uri="{FF2B5EF4-FFF2-40B4-BE49-F238E27FC236}">
                  <a16:creationId xmlns:a16="http://schemas.microsoft.com/office/drawing/2014/main" id="{140F2609-7BF2-78EF-094B-775B592F9EAF}"/>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646" name="Google Shape;646;p33">
              <a:extLst>
                <a:ext uri="{FF2B5EF4-FFF2-40B4-BE49-F238E27FC236}">
                  <a16:creationId xmlns:a16="http://schemas.microsoft.com/office/drawing/2014/main" id="{40A26F05-AA64-C574-E631-4607FEE2C216}"/>
                </a:ext>
              </a:extLst>
            </p:cNvPr>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647" name="Google Shape;647;p33">
              <a:extLst>
                <a:ext uri="{FF2B5EF4-FFF2-40B4-BE49-F238E27FC236}">
                  <a16:creationId xmlns:a16="http://schemas.microsoft.com/office/drawing/2014/main" id="{1E0412C4-76E1-86D8-EA90-C8F6B8C09C81}"/>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648" name="Google Shape;648;p33">
              <a:extLst>
                <a:ext uri="{FF2B5EF4-FFF2-40B4-BE49-F238E27FC236}">
                  <a16:creationId xmlns:a16="http://schemas.microsoft.com/office/drawing/2014/main" id="{23E02275-1220-FB49-755D-AFAE7A83C035}"/>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649" name="Google Shape;649;p33">
              <a:extLst>
                <a:ext uri="{FF2B5EF4-FFF2-40B4-BE49-F238E27FC236}">
                  <a16:creationId xmlns:a16="http://schemas.microsoft.com/office/drawing/2014/main" id="{D36DBC1E-A3BC-A832-F9D6-B23A3EE14810}"/>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650" name="Google Shape;650;p33">
              <a:extLst>
                <a:ext uri="{FF2B5EF4-FFF2-40B4-BE49-F238E27FC236}">
                  <a16:creationId xmlns:a16="http://schemas.microsoft.com/office/drawing/2014/main" id="{2CF71423-2502-C9AB-103F-160F58CAFE29}"/>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651" name="Google Shape;651;p33">
              <a:extLst>
                <a:ext uri="{FF2B5EF4-FFF2-40B4-BE49-F238E27FC236}">
                  <a16:creationId xmlns:a16="http://schemas.microsoft.com/office/drawing/2014/main" id="{FDEF47D1-5791-83B1-5798-98163255A377}"/>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52" name="Google Shape;652;p33">
              <a:extLst>
                <a:ext uri="{FF2B5EF4-FFF2-40B4-BE49-F238E27FC236}">
                  <a16:creationId xmlns:a16="http://schemas.microsoft.com/office/drawing/2014/main" id="{29987F69-A68D-05CB-A9D0-251A4C39F954}"/>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653" name="Google Shape;653;p33">
            <a:extLst>
              <a:ext uri="{FF2B5EF4-FFF2-40B4-BE49-F238E27FC236}">
                <a16:creationId xmlns:a16="http://schemas.microsoft.com/office/drawing/2014/main" id="{55E96456-2DAE-6FA3-8F63-27AF70CF5526}"/>
              </a:ext>
            </a:extLst>
          </p:cNvPr>
          <p:cNvGrpSpPr/>
          <p:nvPr/>
        </p:nvGrpSpPr>
        <p:grpSpPr>
          <a:xfrm>
            <a:off x="1242825" y="3447004"/>
            <a:ext cx="6658350" cy="1385100"/>
            <a:chOff x="1242825" y="1879204"/>
            <a:chExt cx="6658350" cy="1385100"/>
          </a:xfrm>
        </p:grpSpPr>
        <p:sp>
          <p:nvSpPr>
            <p:cNvPr id="654" name="Google Shape;654;p33">
              <a:extLst>
                <a:ext uri="{FF2B5EF4-FFF2-40B4-BE49-F238E27FC236}">
                  <a16:creationId xmlns:a16="http://schemas.microsoft.com/office/drawing/2014/main" id="{B2629D9E-2326-B861-7FA9-B4CB13F62726}"/>
                </a:ext>
              </a:extLst>
            </p:cNvPr>
            <p:cNvSpPr/>
            <p:nvPr/>
          </p:nvSpPr>
          <p:spPr>
            <a:xfrm>
              <a:off x="1242825" y="1879204"/>
              <a:ext cx="2069700" cy="1385100"/>
            </a:xfrm>
            <a:prstGeom prst="roundRect">
              <a:avLst>
                <a:gd name="adj" fmla="val 16667"/>
              </a:avLst>
            </a:prstGeom>
            <a:solidFill>
              <a:srgbClr val="BFD2F1"/>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#07</a:t>
              </a:r>
              <a:endParaRPr b="1">
                <a:solidFill>
                  <a:srgbClr val="FEFEFE"/>
                </a:solidFill>
                <a:latin typeface="Alegreya"/>
                <a:ea typeface="Alegreya"/>
                <a:cs typeface="Alegreya"/>
                <a:sym typeface="Alegreya"/>
              </a:endParaRPr>
            </a:p>
          </p:txBody>
        </p:sp>
        <p:sp>
          <p:nvSpPr>
            <p:cNvPr id="655" name="Google Shape;655;p33">
              <a:extLst>
                <a:ext uri="{FF2B5EF4-FFF2-40B4-BE49-F238E27FC236}">
                  <a16:creationId xmlns:a16="http://schemas.microsoft.com/office/drawing/2014/main" id="{8A6E37F6-214C-E00C-B76B-C0BD70C9C24D}"/>
                </a:ext>
              </a:extLst>
            </p:cNvPr>
            <p:cNvSpPr/>
            <p:nvPr/>
          </p:nvSpPr>
          <p:spPr>
            <a:xfrm>
              <a:off x="3537150" y="1879204"/>
              <a:ext cx="2069700" cy="1385100"/>
            </a:xfrm>
            <a:prstGeom prst="roundRect">
              <a:avLst>
                <a:gd name="adj" fmla="val 16667"/>
              </a:avLst>
            </a:prstGeom>
            <a:solidFill>
              <a:srgbClr val="FF8298"/>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#08</a:t>
              </a:r>
              <a:endParaRPr b="1">
                <a:solidFill>
                  <a:srgbClr val="FEFEFE"/>
                </a:solidFill>
                <a:latin typeface="Alegreya"/>
                <a:ea typeface="Alegreya"/>
                <a:cs typeface="Alegreya"/>
                <a:sym typeface="Alegreya"/>
              </a:endParaRPr>
            </a:p>
          </p:txBody>
        </p:sp>
        <p:sp>
          <p:nvSpPr>
            <p:cNvPr id="656" name="Google Shape;656;p33">
              <a:extLst>
                <a:ext uri="{FF2B5EF4-FFF2-40B4-BE49-F238E27FC236}">
                  <a16:creationId xmlns:a16="http://schemas.microsoft.com/office/drawing/2014/main" id="{C1F4CD88-E7FA-8F39-437C-96C4AF4AA8C5}"/>
                </a:ext>
              </a:extLst>
            </p:cNvPr>
            <p:cNvSpPr/>
            <p:nvPr/>
          </p:nvSpPr>
          <p:spPr>
            <a:xfrm>
              <a:off x="5831475" y="1879204"/>
              <a:ext cx="2069700" cy="1385100"/>
            </a:xfrm>
            <a:prstGeom prst="roundRect">
              <a:avLst>
                <a:gd name="adj" fmla="val 16667"/>
              </a:avLst>
            </a:prstGeom>
            <a:solidFill>
              <a:srgbClr val="DBFEBC"/>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#09</a:t>
              </a:r>
              <a:endParaRPr b="1">
                <a:solidFill>
                  <a:srgbClr val="040404"/>
                </a:solidFill>
                <a:latin typeface="Alegreya"/>
                <a:ea typeface="Alegreya"/>
                <a:cs typeface="Alegreya"/>
                <a:sym typeface="Alegreya"/>
              </a:endParaRPr>
            </a:p>
          </p:txBody>
        </p:sp>
        <p:sp>
          <p:nvSpPr>
            <p:cNvPr id="657" name="Google Shape;657;p33">
              <a:extLst>
                <a:ext uri="{FF2B5EF4-FFF2-40B4-BE49-F238E27FC236}">
                  <a16:creationId xmlns:a16="http://schemas.microsoft.com/office/drawing/2014/main" id="{B5A342C8-841E-BCA0-26A0-BDFB570DC3AD}"/>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Clients </a:t>
              </a:r>
              <a:endParaRPr sz="1800" dirty="0">
                <a:solidFill>
                  <a:srgbClr val="FEFEFE"/>
                </a:solidFill>
                <a:latin typeface="Alegreya"/>
                <a:ea typeface="Alegreya"/>
                <a:cs typeface="Alegreya"/>
                <a:sym typeface="Alegreya"/>
              </a:endParaRPr>
            </a:p>
          </p:txBody>
        </p:sp>
        <p:sp>
          <p:nvSpPr>
            <p:cNvPr id="658" name="Google Shape;658;p33">
              <a:extLst>
                <a:ext uri="{FF2B5EF4-FFF2-40B4-BE49-F238E27FC236}">
                  <a16:creationId xmlns:a16="http://schemas.microsoft.com/office/drawing/2014/main" id="{4217FF0A-7493-C0D0-A73E-EA0E1EB586C6}"/>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Employees</a:t>
              </a:r>
              <a:endParaRPr sz="1800">
                <a:solidFill>
                  <a:srgbClr val="FEFEFE"/>
                </a:solidFill>
                <a:latin typeface="Alegreya"/>
                <a:ea typeface="Alegreya"/>
                <a:cs typeface="Alegreya"/>
                <a:sym typeface="Alegreya"/>
              </a:endParaRPr>
            </a:p>
          </p:txBody>
        </p:sp>
        <p:sp>
          <p:nvSpPr>
            <p:cNvPr id="659" name="Google Shape;659;p33">
              <a:extLst>
                <a:ext uri="{FF2B5EF4-FFF2-40B4-BE49-F238E27FC236}">
                  <a16:creationId xmlns:a16="http://schemas.microsoft.com/office/drawing/2014/main" id="{C075D19B-5D74-663D-A092-739D19D5C4E8}"/>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lvl="0"/>
              <a:r>
                <a:rPr lang="en-US" sz="1800" dirty="0">
                  <a:solidFill>
                    <a:srgbClr val="111111"/>
                  </a:solidFill>
                  <a:latin typeface="Alegreya"/>
                  <a:ea typeface="Alegreya"/>
                  <a:cs typeface="Alegreya"/>
                  <a:sym typeface="Alegreya"/>
                </a:rPr>
                <a:t>All Projects</a:t>
              </a:r>
            </a:p>
          </p:txBody>
        </p:sp>
        <p:sp>
          <p:nvSpPr>
            <p:cNvPr id="660" name="Google Shape;660;p33">
              <a:extLst>
                <a:ext uri="{FF2B5EF4-FFF2-40B4-BE49-F238E27FC236}">
                  <a16:creationId xmlns:a16="http://schemas.microsoft.com/office/drawing/2014/main" id="{E7538674-62C5-59DF-4F53-5A13D29DC0E8}"/>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661" name="Google Shape;661;p33">
              <a:extLst>
                <a:ext uri="{FF2B5EF4-FFF2-40B4-BE49-F238E27FC236}">
                  <a16:creationId xmlns:a16="http://schemas.microsoft.com/office/drawing/2014/main" id="{E61ABFC0-E08B-0F15-CC7E-E9AF6C81F744}"/>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62" name="Google Shape;662;p33">
              <a:extLst>
                <a:ext uri="{FF2B5EF4-FFF2-40B4-BE49-F238E27FC236}">
                  <a16:creationId xmlns:a16="http://schemas.microsoft.com/office/drawing/2014/main" id="{BD036801-7008-8123-B805-0F6C4B0A50C5}"/>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663" name="Google Shape;663;p33">
            <a:extLst>
              <a:ext uri="{FF2B5EF4-FFF2-40B4-BE49-F238E27FC236}">
                <a16:creationId xmlns:a16="http://schemas.microsoft.com/office/drawing/2014/main" id="{BFCC1FD6-22F5-88DA-E156-BCB949A81883}"/>
              </a:ext>
            </a:extLst>
          </p:cNvPr>
          <p:cNvGrpSpPr/>
          <p:nvPr/>
        </p:nvGrpSpPr>
        <p:grpSpPr>
          <a:xfrm>
            <a:off x="1242825" y="1818354"/>
            <a:ext cx="4364025" cy="1385100"/>
            <a:chOff x="1242825" y="1879204"/>
            <a:chExt cx="4364025" cy="1385100"/>
          </a:xfrm>
        </p:grpSpPr>
        <p:sp>
          <p:nvSpPr>
            <p:cNvPr id="664" name="Google Shape;664;p33">
              <a:extLst>
                <a:ext uri="{FF2B5EF4-FFF2-40B4-BE49-F238E27FC236}">
                  <a16:creationId xmlns:a16="http://schemas.microsoft.com/office/drawing/2014/main" id="{AA06255F-7835-A7AB-3448-AF12B0CA69BD}"/>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665" name="Google Shape;665;p33">
              <a:extLst>
                <a:ext uri="{FF2B5EF4-FFF2-40B4-BE49-F238E27FC236}">
                  <a16:creationId xmlns:a16="http://schemas.microsoft.com/office/drawing/2014/main" id="{8385AC7F-2385-069A-3E08-20804DAD4E4A}"/>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667" name="Google Shape;667;p33">
              <a:extLst>
                <a:ext uri="{FF2B5EF4-FFF2-40B4-BE49-F238E27FC236}">
                  <a16:creationId xmlns:a16="http://schemas.microsoft.com/office/drawing/2014/main" id="{760C3F0A-20B1-4CC0-3532-0A86442420AE}"/>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Projects</a:t>
              </a:r>
              <a:endParaRPr sz="1800">
                <a:solidFill>
                  <a:srgbClr val="FEFEFE"/>
                </a:solidFill>
                <a:latin typeface="Alegreya"/>
                <a:ea typeface="Alegreya"/>
                <a:cs typeface="Alegreya"/>
                <a:sym typeface="Alegreya"/>
              </a:endParaRPr>
            </a:p>
          </p:txBody>
        </p:sp>
        <p:sp>
          <p:nvSpPr>
            <p:cNvPr id="668" name="Google Shape;668;p33">
              <a:extLst>
                <a:ext uri="{FF2B5EF4-FFF2-40B4-BE49-F238E27FC236}">
                  <a16:creationId xmlns:a16="http://schemas.microsoft.com/office/drawing/2014/main" id="{EE95218A-5B78-2A71-4220-546E5D54CB2C}"/>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671" name="Google Shape;671;p33">
              <a:extLst>
                <a:ext uri="{FF2B5EF4-FFF2-40B4-BE49-F238E27FC236}">
                  <a16:creationId xmlns:a16="http://schemas.microsoft.com/office/drawing/2014/main" id="{616C3C31-B0A3-AAB7-A66D-50AFDBD65C37}"/>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72" name="Google Shape;672;p33">
              <a:extLst>
                <a:ext uri="{FF2B5EF4-FFF2-40B4-BE49-F238E27FC236}">
                  <a16:creationId xmlns:a16="http://schemas.microsoft.com/office/drawing/2014/main" id="{D5C7A7F3-CB21-A645-982E-68D6D1FDF644}"/>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676" name="Google Shape;676;p33">
            <a:extLst>
              <a:ext uri="{FF2B5EF4-FFF2-40B4-BE49-F238E27FC236}">
                <a16:creationId xmlns:a16="http://schemas.microsoft.com/office/drawing/2014/main" id="{E1F4D23E-0D0F-10BC-EF03-D1FA71E5B3E0}"/>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 name="Google Shape;615;p32">
            <a:extLst>
              <a:ext uri="{FF2B5EF4-FFF2-40B4-BE49-F238E27FC236}">
                <a16:creationId xmlns:a16="http://schemas.microsoft.com/office/drawing/2014/main" id="{1B66C225-2D5B-38A0-B378-6F3AB5180A5A}"/>
              </a:ext>
            </a:extLst>
          </p:cNvPr>
          <p:cNvSpPr/>
          <p:nvPr/>
        </p:nvSpPr>
        <p:spPr>
          <a:xfrm>
            <a:off x="8926800" y="2434988"/>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 name="Google Shape;612;p32">
            <a:extLst>
              <a:ext uri="{FF2B5EF4-FFF2-40B4-BE49-F238E27FC236}">
                <a16:creationId xmlns:a16="http://schemas.microsoft.com/office/drawing/2014/main" id="{F57E7924-3A72-3F81-5014-E192756E0FF5}"/>
              </a:ext>
            </a:extLst>
          </p:cNvPr>
          <p:cNvSpPr txBox="1"/>
          <p:nvPr/>
        </p:nvSpPr>
        <p:spPr>
          <a:xfrm>
            <a:off x="2577750" y="-978289"/>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dirty="0">
                <a:solidFill>
                  <a:srgbClr val="EFBC3F"/>
                </a:solidFill>
                <a:latin typeface="Dela Gothic One"/>
                <a:ea typeface="Dela Gothic One"/>
                <a:cs typeface="Dela Gothic One"/>
                <a:sym typeface="Dela Gothic One"/>
              </a:rPr>
              <a:t>Hi, Gurlakshpreet</a:t>
            </a:r>
            <a:endParaRPr sz="2700" dirty="0">
              <a:solidFill>
                <a:srgbClr val="EFBC3F"/>
              </a:solidFill>
              <a:latin typeface="Dela Gothic One"/>
              <a:ea typeface="Dela Gothic One"/>
              <a:cs typeface="Dela Gothic One"/>
              <a:sym typeface="Dela Gothic One"/>
            </a:endParaRPr>
          </a:p>
        </p:txBody>
      </p:sp>
      <p:sp>
        <p:nvSpPr>
          <p:cNvPr id="5" name="Google Shape;244;p20">
            <a:extLst>
              <a:ext uri="{FF2B5EF4-FFF2-40B4-BE49-F238E27FC236}">
                <a16:creationId xmlns:a16="http://schemas.microsoft.com/office/drawing/2014/main" id="{98D228D6-7C46-964B-CB5A-94BF22DC93F3}"/>
              </a:ext>
            </a:extLst>
          </p:cNvPr>
          <p:cNvSpPr/>
          <p:nvPr/>
        </p:nvSpPr>
        <p:spPr>
          <a:xfrm rot="3599267">
            <a:off x="8894308" y="4973059"/>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Tree>
    <p:extLst>
      <p:ext uri="{BB962C8B-B14F-4D97-AF65-F5344CB8AC3E}">
        <p14:creationId xmlns:p14="http://schemas.microsoft.com/office/powerpoint/2010/main" val="2904991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639">
          <a:extLst>
            <a:ext uri="{FF2B5EF4-FFF2-40B4-BE49-F238E27FC236}">
              <a16:creationId xmlns:a16="http://schemas.microsoft.com/office/drawing/2014/main" id="{C5AFD48C-9E56-C629-A03B-FBC52CEDAB01}"/>
            </a:ext>
          </a:extLst>
        </p:cNvPr>
        <p:cNvGrpSpPr/>
        <p:nvPr/>
      </p:nvGrpSpPr>
      <p:grpSpPr>
        <a:xfrm>
          <a:off x="0" y="0"/>
          <a:ext cx="0" cy="0"/>
          <a:chOff x="0" y="0"/>
          <a:chExt cx="0" cy="0"/>
        </a:xfrm>
      </p:grpSpPr>
      <p:sp>
        <p:nvSpPr>
          <p:cNvPr id="641" name="Google Shape;641;p33">
            <a:extLst>
              <a:ext uri="{FF2B5EF4-FFF2-40B4-BE49-F238E27FC236}">
                <a16:creationId xmlns:a16="http://schemas.microsoft.com/office/drawing/2014/main" id="{48146FD7-8C16-08EE-81A5-2476D85EABC3}"/>
              </a:ext>
            </a:extLst>
          </p:cNvPr>
          <p:cNvSpPr/>
          <p:nvPr/>
        </p:nvSpPr>
        <p:spPr>
          <a:xfrm>
            <a:off x="79489" y="5242142"/>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642" name="Google Shape;642;p33">
            <a:extLst>
              <a:ext uri="{FF2B5EF4-FFF2-40B4-BE49-F238E27FC236}">
                <a16:creationId xmlns:a16="http://schemas.microsoft.com/office/drawing/2014/main" id="{B34F7518-4DEE-79FC-E5B6-71C749F76AC3}"/>
              </a:ext>
            </a:extLst>
          </p:cNvPr>
          <p:cNvSpPr txBox="1">
            <a:spLocks noGrp="1"/>
          </p:cNvSpPr>
          <p:nvPr>
            <p:ph type="title" idx="4294967295"/>
          </p:nvPr>
        </p:nvSpPr>
        <p:spPr>
          <a:xfrm>
            <a:off x="410360" y="5222362"/>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Main Menu</a:t>
            </a:r>
            <a:endParaRPr sz="1400" dirty="0">
              <a:solidFill>
                <a:srgbClr val="FFFFFF"/>
              </a:solidFill>
              <a:latin typeface="Work Sans"/>
              <a:ea typeface="Work Sans"/>
              <a:cs typeface="Work Sans"/>
              <a:sym typeface="Work Sans"/>
            </a:endParaRPr>
          </a:p>
        </p:txBody>
      </p:sp>
      <p:grpSp>
        <p:nvGrpSpPr>
          <p:cNvPr id="643" name="Google Shape;643;p33">
            <a:extLst>
              <a:ext uri="{FF2B5EF4-FFF2-40B4-BE49-F238E27FC236}">
                <a16:creationId xmlns:a16="http://schemas.microsoft.com/office/drawing/2014/main" id="{5B2875EC-6F8F-E547-ADCA-2676EF63560A}"/>
              </a:ext>
            </a:extLst>
          </p:cNvPr>
          <p:cNvGrpSpPr/>
          <p:nvPr/>
        </p:nvGrpSpPr>
        <p:grpSpPr>
          <a:xfrm>
            <a:off x="1242825" y="189704"/>
            <a:ext cx="6658350" cy="1385100"/>
            <a:chOff x="1242825" y="1879204"/>
            <a:chExt cx="6658350" cy="1385100"/>
          </a:xfrm>
        </p:grpSpPr>
        <p:sp>
          <p:nvSpPr>
            <p:cNvPr id="644" name="Google Shape;644;p33">
              <a:extLst>
                <a:ext uri="{FF2B5EF4-FFF2-40B4-BE49-F238E27FC236}">
                  <a16:creationId xmlns:a16="http://schemas.microsoft.com/office/drawing/2014/main" id="{DECBF8DA-2842-9DD2-8BE0-82DBD35B9832}"/>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645" name="Google Shape;645;p33">
              <a:extLst>
                <a:ext uri="{FF2B5EF4-FFF2-40B4-BE49-F238E27FC236}">
                  <a16:creationId xmlns:a16="http://schemas.microsoft.com/office/drawing/2014/main" id="{290A6604-AF3B-B9EA-6CD7-EA80FAFFE29F}"/>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646" name="Google Shape;646;p33">
              <a:extLst>
                <a:ext uri="{FF2B5EF4-FFF2-40B4-BE49-F238E27FC236}">
                  <a16:creationId xmlns:a16="http://schemas.microsoft.com/office/drawing/2014/main" id="{E6999213-BAB0-5B74-67E5-0EE154B5F486}"/>
                </a:ext>
              </a:extLst>
            </p:cNvPr>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647" name="Google Shape;647;p33">
              <a:extLst>
                <a:ext uri="{FF2B5EF4-FFF2-40B4-BE49-F238E27FC236}">
                  <a16:creationId xmlns:a16="http://schemas.microsoft.com/office/drawing/2014/main" id="{5CF3A0A9-3F8E-C0A2-89DF-EDFC2D73E840}"/>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648" name="Google Shape;648;p33">
              <a:extLst>
                <a:ext uri="{FF2B5EF4-FFF2-40B4-BE49-F238E27FC236}">
                  <a16:creationId xmlns:a16="http://schemas.microsoft.com/office/drawing/2014/main" id="{019CCD2D-0F6D-1406-6E5E-C09077CD40BB}"/>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649" name="Google Shape;649;p33">
              <a:extLst>
                <a:ext uri="{FF2B5EF4-FFF2-40B4-BE49-F238E27FC236}">
                  <a16:creationId xmlns:a16="http://schemas.microsoft.com/office/drawing/2014/main" id="{80152BBB-2790-AA5F-750F-A6CAEA102103}"/>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650" name="Google Shape;650;p33">
              <a:extLst>
                <a:ext uri="{FF2B5EF4-FFF2-40B4-BE49-F238E27FC236}">
                  <a16:creationId xmlns:a16="http://schemas.microsoft.com/office/drawing/2014/main" id="{A276D634-5F2F-8CD3-9C6E-DA8E6E29056E}"/>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651" name="Google Shape;651;p33">
              <a:extLst>
                <a:ext uri="{FF2B5EF4-FFF2-40B4-BE49-F238E27FC236}">
                  <a16:creationId xmlns:a16="http://schemas.microsoft.com/office/drawing/2014/main" id="{84332D8C-C668-E94C-6057-434AF23AFB80}"/>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52" name="Google Shape;652;p33">
              <a:extLst>
                <a:ext uri="{FF2B5EF4-FFF2-40B4-BE49-F238E27FC236}">
                  <a16:creationId xmlns:a16="http://schemas.microsoft.com/office/drawing/2014/main" id="{3119D97C-33E0-C1EE-467E-83367E0D0CC5}"/>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653" name="Google Shape;653;p33">
            <a:extLst>
              <a:ext uri="{FF2B5EF4-FFF2-40B4-BE49-F238E27FC236}">
                <a16:creationId xmlns:a16="http://schemas.microsoft.com/office/drawing/2014/main" id="{B65CBBF8-4015-C209-6946-C87A87A9AB8B}"/>
              </a:ext>
            </a:extLst>
          </p:cNvPr>
          <p:cNvGrpSpPr/>
          <p:nvPr/>
        </p:nvGrpSpPr>
        <p:grpSpPr>
          <a:xfrm>
            <a:off x="1242825" y="3447004"/>
            <a:ext cx="6658350" cy="1385100"/>
            <a:chOff x="1242825" y="1879204"/>
            <a:chExt cx="6658350" cy="1385100"/>
          </a:xfrm>
        </p:grpSpPr>
        <p:sp>
          <p:nvSpPr>
            <p:cNvPr id="654" name="Google Shape;654;p33">
              <a:extLst>
                <a:ext uri="{FF2B5EF4-FFF2-40B4-BE49-F238E27FC236}">
                  <a16:creationId xmlns:a16="http://schemas.microsoft.com/office/drawing/2014/main" id="{62B4C0F9-FA84-5C25-0463-DA89CECF28EC}"/>
                </a:ext>
              </a:extLst>
            </p:cNvPr>
            <p:cNvSpPr/>
            <p:nvPr/>
          </p:nvSpPr>
          <p:spPr>
            <a:xfrm>
              <a:off x="1242825" y="1879204"/>
              <a:ext cx="2069700" cy="1385100"/>
            </a:xfrm>
            <a:prstGeom prst="roundRect">
              <a:avLst>
                <a:gd name="adj" fmla="val 16667"/>
              </a:avLst>
            </a:prstGeom>
            <a:solidFill>
              <a:srgbClr val="BFD2F1"/>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#07</a:t>
              </a:r>
              <a:endParaRPr b="1">
                <a:solidFill>
                  <a:srgbClr val="FEFEFE"/>
                </a:solidFill>
                <a:latin typeface="Alegreya"/>
                <a:ea typeface="Alegreya"/>
                <a:cs typeface="Alegreya"/>
                <a:sym typeface="Alegreya"/>
              </a:endParaRPr>
            </a:p>
          </p:txBody>
        </p:sp>
        <p:sp>
          <p:nvSpPr>
            <p:cNvPr id="655" name="Google Shape;655;p33">
              <a:extLst>
                <a:ext uri="{FF2B5EF4-FFF2-40B4-BE49-F238E27FC236}">
                  <a16:creationId xmlns:a16="http://schemas.microsoft.com/office/drawing/2014/main" id="{5949C0B5-12ED-1763-F54D-D9BE27E1B8CF}"/>
                </a:ext>
              </a:extLst>
            </p:cNvPr>
            <p:cNvSpPr/>
            <p:nvPr/>
          </p:nvSpPr>
          <p:spPr>
            <a:xfrm>
              <a:off x="3537150" y="1879204"/>
              <a:ext cx="2069700" cy="1385100"/>
            </a:xfrm>
            <a:prstGeom prst="roundRect">
              <a:avLst>
                <a:gd name="adj" fmla="val 16667"/>
              </a:avLst>
            </a:prstGeom>
            <a:solidFill>
              <a:srgbClr val="FF8298"/>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#08</a:t>
              </a:r>
              <a:endParaRPr b="1">
                <a:solidFill>
                  <a:srgbClr val="FEFEFE"/>
                </a:solidFill>
                <a:latin typeface="Alegreya"/>
                <a:ea typeface="Alegreya"/>
                <a:cs typeface="Alegreya"/>
                <a:sym typeface="Alegreya"/>
              </a:endParaRPr>
            </a:p>
          </p:txBody>
        </p:sp>
        <p:sp>
          <p:nvSpPr>
            <p:cNvPr id="656" name="Google Shape;656;p33">
              <a:extLst>
                <a:ext uri="{FF2B5EF4-FFF2-40B4-BE49-F238E27FC236}">
                  <a16:creationId xmlns:a16="http://schemas.microsoft.com/office/drawing/2014/main" id="{F4F5F02E-A947-4E9A-0FDB-940BC5362098}"/>
                </a:ext>
              </a:extLst>
            </p:cNvPr>
            <p:cNvSpPr/>
            <p:nvPr/>
          </p:nvSpPr>
          <p:spPr>
            <a:xfrm>
              <a:off x="5831475" y="1879204"/>
              <a:ext cx="2069700" cy="1385100"/>
            </a:xfrm>
            <a:prstGeom prst="roundRect">
              <a:avLst>
                <a:gd name="adj" fmla="val 16667"/>
              </a:avLst>
            </a:prstGeom>
            <a:solidFill>
              <a:srgbClr val="DBFEBC"/>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#09</a:t>
              </a:r>
              <a:endParaRPr b="1">
                <a:solidFill>
                  <a:srgbClr val="040404"/>
                </a:solidFill>
                <a:latin typeface="Alegreya"/>
                <a:ea typeface="Alegreya"/>
                <a:cs typeface="Alegreya"/>
                <a:sym typeface="Alegreya"/>
              </a:endParaRPr>
            </a:p>
          </p:txBody>
        </p:sp>
        <p:sp>
          <p:nvSpPr>
            <p:cNvPr id="657" name="Google Shape;657;p33">
              <a:extLst>
                <a:ext uri="{FF2B5EF4-FFF2-40B4-BE49-F238E27FC236}">
                  <a16:creationId xmlns:a16="http://schemas.microsoft.com/office/drawing/2014/main" id="{33A45216-AA78-C1D8-32E1-FBCADA9C09F7}"/>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Clients </a:t>
              </a:r>
              <a:endParaRPr sz="1800" dirty="0">
                <a:solidFill>
                  <a:srgbClr val="FEFEFE"/>
                </a:solidFill>
                <a:latin typeface="Alegreya"/>
                <a:ea typeface="Alegreya"/>
                <a:cs typeface="Alegreya"/>
                <a:sym typeface="Alegreya"/>
              </a:endParaRPr>
            </a:p>
          </p:txBody>
        </p:sp>
        <p:sp>
          <p:nvSpPr>
            <p:cNvPr id="658" name="Google Shape;658;p33">
              <a:extLst>
                <a:ext uri="{FF2B5EF4-FFF2-40B4-BE49-F238E27FC236}">
                  <a16:creationId xmlns:a16="http://schemas.microsoft.com/office/drawing/2014/main" id="{831DF7EF-ED68-4D96-4274-FD438D654B31}"/>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Employees</a:t>
              </a:r>
              <a:endParaRPr sz="1800">
                <a:solidFill>
                  <a:srgbClr val="FEFEFE"/>
                </a:solidFill>
                <a:latin typeface="Alegreya"/>
                <a:ea typeface="Alegreya"/>
                <a:cs typeface="Alegreya"/>
                <a:sym typeface="Alegreya"/>
              </a:endParaRPr>
            </a:p>
          </p:txBody>
        </p:sp>
        <p:sp>
          <p:nvSpPr>
            <p:cNvPr id="659" name="Google Shape;659;p33">
              <a:extLst>
                <a:ext uri="{FF2B5EF4-FFF2-40B4-BE49-F238E27FC236}">
                  <a16:creationId xmlns:a16="http://schemas.microsoft.com/office/drawing/2014/main" id="{1C84250A-6861-EB4D-82FA-46CD409EAA3B}"/>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lvl="0"/>
              <a:r>
                <a:rPr lang="en-US" sz="1800" dirty="0">
                  <a:solidFill>
                    <a:srgbClr val="111111"/>
                  </a:solidFill>
                  <a:latin typeface="Alegreya"/>
                  <a:ea typeface="Alegreya"/>
                  <a:cs typeface="Alegreya"/>
                  <a:sym typeface="Alegreya"/>
                </a:rPr>
                <a:t>All Projects</a:t>
              </a:r>
            </a:p>
          </p:txBody>
        </p:sp>
        <p:sp>
          <p:nvSpPr>
            <p:cNvPr id="660" name="Google Shape;660;p33">
              <a:extLst>
                <a:ext uri="{FF2B5EF4-FFF2-40B4-BE49-F238E27FC236}">
                  <a16:creationId xmlns:a16="http://schemas.microsoft.com/office/drawing/2014/main" id="{43581CD3-3C85-E538-AD5C-76B754F14463}"/>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661" name="Google Shape;661;p33">
              <a:extLst>
                <a:ext uri="{FF2B5EF4-FFF2-40B4-BE49-F238E27FC236}">
                  <a16:creationId xmlns:a16="http://schemas.microsoft.com/office/drawing/2014/main" id="{7B22823D-2356-3D63-4B4A-A79F17150E74}"/>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62" name="Google Shape;662;p33">
              <a:extLst>
                <a:ext uri="{FF2B5EF4-FFF2-40B4-BE49-F238E27FC236}">
                  <a16:creationId xmlns:a16="http://schemas.microsoft.com/office/drawing/2014/main" id="{5E488C78-F420-6194-067A-C5E07C57404C}"/>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663" name="Google Shape;663;p33">
            <a:extLst>
              <a:ext uri="{FF2B5EF4-FFF2-40B4-BE49-F238E27FC236}">
                <a16:creationId xmlns:a16="http://schemas.microsoft.com/office/drawing/2014/main" id="{8267486D-514F-F8C0-9AF6-55C06B87CDDF}"/>
              </a:ext>
            </a:extLst>
          </p:cNvPr>
          <p:cNvGrpSpPr/>
          <p:nvPr/>
        </p:nvGrpSpPr>
        <p:grpSpPr>
          <a:xfrm>
            <a:off x="1242825" y="1818354"/>
            <a:ext cx="4364025" cy="1385100"/>
            <a:chOff x="1242825" y="1879204"/>
            <a:chExt cx="4364025" cy="1385100"/>
          </a:xfrm>
        </p:grpSpPr>
        <p:sp>
          <p:nvSpPr>
            <p:cNvPr id="664" name="Google Shape;664;p33">
              <a:extLst>
                <a:ext uri="{FF2B5EF4-FFF2-40B4-BE49-F238E27FC236}">
                  <a16:creationId xmlns:a16="http://schemas.microsoft.com/office/drawing/2014/main" id="{73387DE2-4333-DE63-7627-98AEF8A52929}"/>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665" name="Google Shape;665;p33">
              <a:extLst>
                <a:ext uri="{FF2B5EF4-FFF2-40B4-BE49-F238E27FC236}">
                  <a16:creationId xmlns:a16="http://schemas.microsoft.com/office/drawing/2014/main" id="{F1EB73E7-32E2-F7D2-930A-F33C17E426F2}"/>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667" name="Google Shape;667;p33">
              <a:extLst>
                <a:ext uri="{FF2B5EF4-FFF2-40B4-BE49-F238E27FC236}">
                  <a16:creationId xmlns:a16="http://schemas.microsoft.com/office/drawing/2014/main" id="{AB6F2C2D-CE14-E8E5-9F15-83F3902AC4EC}"/>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Projects</a:t>
              </a:r>
              <a:endParaRPr sz="1800">
                <a:solidFill>
                  <a:srgbClr val="FEFEFE"/>
                </a:solidFill>
                <a:latin typeface="Alegreya"/>
                <a:ea typeface="Alegreya"/>
                <a:cs typeface="Alegreya"/>
                <a:sym typeface="Alegreya"/>
              </a:endParaRPr>
            </a:p>
          </p:txBody>
        </p:sp>
        <p:sp>
          <p:nvSpPr>
            <p:cNvPr id="668" name="Google Shape;668;p33">
              <a:extLst>
                <a:ext uri="{FF2B5EF4-FFF2-40B4-BE49-F238E27FC236}">
                  <a16:creationId xmlns:a16="http://schemas.microsoft.com/office/drawing/2014/main" id="{6CE36AC9-18AF-D065-6443-981245067694}"/>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671" name="Google Shape;671;p33">
              <a:extLst>
                <a:ext uri="{FF2B5EF4-FFF2-40B4-BE49-F238E27FC236}">
                  <a16:creationId xmlns:a16="http://schemas.microsoft.com/office/drawing/2014/main" id="{F4A50143-1ED4-3320-C372-C551834F27FD}"/>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72" name="Google Shape;672;p33">
              <a:extLst>
                <a:ext uri="{FF2B5EF4-FFF2-40B4-BE49-F238E27FC236}">
                  <a16:creationId xmlns:a16="http://schemas.microsoft.com/office/drawing/2014/main" id="{E5AC6A0A-CFD4-E406-F080-81C5EB1F4D2A}"/>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676" name="Google Shape;676;p33">
            <a:extLst>
              <a:ext uri="{FF2B5EF4-FFF2-40B4-BE49-F238E27FC236}">
                <a16:creationId xmlns:a16="http://schemas.microsoft.com/office/drawing/2014/main" id="{0C9A4941-A66C-9EB2-281E-CAA92B04E0F0}"/>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 name="Google Shape;615;p32">
            <a:extLst>
              <a:ext uri="{FF2B5EF4-FFF2-40B4-BE49-F238E27FC236}">
                <a16:creationId xmlns:a16="http://schemas.microsoft.com/office/drawing/2014/main" id="{1DFA3062-13AB-AA3E-A7AC-967B21367507}"/>
              </a:ext>
            </a:extLst>
          </p:cNvPr>
          <p:cNvSpPr/>
          <p:nvPr/>
        </p:nvSpPr>
        <p:spPr>
          <a:xfrm>
            <a:off x="8926800" y="2434988"/>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 name="Google Shape;612;p32">
            <a:extLst>
              <a:ext uri="{FF2B5EF4-FFF2-40B4-BE49-F238E27FC236}">
                <a16:creationId xmlns:a16="http://schemas.microsoft.com/office/drawing/2014/main" id="{588A0C6F-00E1-8E30-8665-FF717A7CF0F4}"/>
              </a:ext>
            </a:extLst>
          </p:cNvPr>
          <p:cNvSpPr txBox="1"/>
          <p:nvPr/>
        </p:nvSpPr>
        <p:spPr>
          <a:xfrm>
            <a:off x="2577750" y="-978289"/>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dirty="0">
                <a:solidFill>
                  <a:srgbClr val="EFBC3F"/>
                </a:solidFill>
                <a:latin typeface="Dela Gothic One"/>
                <a:ea typeface="Dela Gothic One"/>
                <a:cs typeface="Dela Gothic One"/>
                <a:sym typeface="Dela Gothic One"/>
              </a:rPr>
              <a:t>Hi, Gurlakshpreet</a:t>
            </a:r>
            <a:endParaRPr sz="2700" dirty="0">
              <a:solidFill>
                <a:srgbClr val="EFBC3F"/>
              </a:solidFill>
              <a:latin typeface="Dela Gothic One"/>
              <a:ea typeface="Dela Gothic One"/>
              <a:cs typeface="Dela Gothic One"/>
              <a:sym typeface="Dela Gothic One"/>
            </a:endParaRPr>
          </a:p>
        </p:txBody>
      </p:sp>
      <p:sp>
        <p:nvSpPr>
          <p:cNvPr id="5" name="Google Shape;244;p20">
            <a:extLst>
              <a:ext uri="{FF2B5EF4-FFF2-40B4-BE49-F238E27FC236}">
                <a16:creationId xmlns:a16="http://schemas.microsoft.com/office/drawing/2014/main" id="{A4F91650-3A7A-81C8-6A6D-1F399F287F82}"/>
              </a:ext>
            </a:extLst>
          </p:cNvPr>
          <p:cNvSpPr/>
          <p:nvPr/>
        </p:nvSpPr>
        <p:spPr>
          <a:xfrm rot="3599267">
            <a:off x="2894145" y="4652868"/>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Tree>
    <p:extLst>
      <p:ext uri="{BB962C8B-B14F-4D97-AF65-F5344CB8AC3E}">
        <p14:creationId xmlns:p14="http://schemas.microsoft.com/office/powerpoint/2010/main" val="4161599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492"/>
        <p:cNvGrpSpPr/>
        <p:nvPr/>
      </p:nvGrpSpPr>
      <p:grpSpPr>
        <a:xfrm>
          <a:off x="0" y="0"/>
          <a:ext cx="0" cy="0"/>
          <a:chOff x="0" y="0"/>
          <a:chExt cx="0" cy="0"/>
        </a:xfrm>
      </p:grpSpPr>
      <p:sp>
        <p:nvSpPr>
          <p:cNvPr id="1493" name="Google Shape;1493;p57"/>
          <p:cNvSpPr/>
          <p:nvPr/>
        </p:nvSpPr>
        <p:spPr>
          <a:xfrm>
            <a:off x="0" y="0"/>
            <a:ext cx="9144000" cy="5143500"/>
          </a:xfrm>
          <a:prstGeom prst="rect">
            <a:avLst/>
          </a:prstGeom>
          <a:solidFill>
            <a:srgbClr val="EBE6D6"/>
          </a:solidFill>
          <a:ln w="19050" cap="flat" cmpd="sng">
            <a:solidFill>
              <a:srgbClr val="EFBC3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94" name="Google Shape;1494;p57"/>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Clients</a:t>
            </a:r>
            <a:endParaRPr sz="2700">
              <a:solidFill>
                <a:srgbClr val="EFBC3F"/>
              </a:solidFill>
              <a:latin typeface="Dela Gothic One"/>
              <a:ea typeface="Dela Gothic One"/>
              <a:cs typeface="Dela Gothic One"/>
              <a:sym typeface="Dela Gothic One"/>
            </a:endParaRPr>
          </a:p>
        </p:txBody>
      </p:sp>
      <p:sp>
        <p:nvSpPr>
          <p:cNvPr id="1495" name="Google Shape;1495;p57"/>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96" name="Google Shape;1496;p57"/>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497" name="Google Shape;1497;p57"/>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Clients Screen</a:t>
            </a:r>
            <a:endParaRPr sz="1400" dirty="0">
              <a:solidFill>
                <a:srgbClr val="FFFFFF"/>
              </a:solidFill>
              <a:latin typeface="Work Sans"/>
              <a:ea typeface="Work Sans"/>
              <a:cs typeface="Work Sans"/>
              <a:sym typeface="Work Sans"/>
            </a:endParaRPr>
          </a:p>
        </p:txBody>
      </p:sp>
      <p:sp>
        <p:nvSpPr>
          <p:cNvPr id="1498" name="Google Shape;1498;p57"/>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499" name="Google Shape;1499;p57"/>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00" name="Google Shape;1500;p57"/>
          <p:cNvSpPr/>
          <p:nvPr/>
        </p:nvSpPr>
        <p:spPr>
          <a:xfrm rot="3599210">
            <a:off x="5247393" y="26872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1501" name="Google Shape;1501;p57"/>
          <p:cNvSpPr txBox="1"/>
          <p:nvPr/>
        </p:nvSpPr>
        <p:spPr>
          <a:xfrm>
            <a:off x="8113100" y="6058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a:t>
            </a:r>
            <a:endParaRPr sz="1300">
              <a:solidFill>
                <a:srgbClr val="A47FA7"/>
              </a:solidFill>
              <a:latin typeface="Martian Mono"/>
              <a:ea typeface="Martian Mono"/>
              <a:cs typeface="Martian Mono"/>
              <a:sym typeface="Martian Mono"/>
            </a:endParaRPr>
          </a:p>
        </p:txBody>
      </p:sp>
      <p:graphicFrame>
        <p:nvGraphicFramePr>
          <p:cNvPr id="1502" name="Google Shape;1502;p57"/>
          <p:cNvGraphicFramePr/>
          <p:nvPr>
            <p:extLst>
              <p:ext uri="{D42A27DB-BD31-4B8C-83A1-F6EECF244321}">
                <p14:modId xmlns:p14="http://schemas.microsoft.com/office/powerpoint/2010/main" val="4022766768"/>
              </p:ext>
            </p:extLst>
          </p:nvPr>
        </p:nvGraphicFramePr>
        <p:xfrm>
          <a:off x="1001662" y="1233038"/>
          <a:ext cx="6999337" cy="2505100"/>
        </p:xfrm>
        <a:graphic>
          <a:graphicData uri="http://schemas.openxmlformats.org/drawingml/2006/table">
            <a:tbl>
              <a:tblPr>
                <a:noFill/>
              </a:tblPr>
              <a:tblGrid>
                <a:gridCol w="1097019">
                  <a:extLst>
                    <a:ext uri="{9D8B030D-6E8A-4147-A177-3AD203B41FA5}">
                      <a16:colId xmlns:a16="http://schemas.microsoft.com/office/drawing/2014/main" val="20000"/>
                    </a:ext>
                  </a:extLst>
                </a:gridCol>
                <a:gridCol w="777468">
                  <a:extLst>
                    <a:ext uri="{9D8B030D-6E8A-4147-A177-3AD203B41FA5}">
                      <a16:colId xmlns:a16="http://schemas.microsoft.com/office/drawing/2014/main" val="20001"/>
                    </a:ext>
                  </a:extLst>
                </a:gridCol>
                <a:gridCol w="894105">
                  <a:extLst>
                    <a:ext uri="{9D8B030D-6E8A-4147-A177-3AD203B41FA5}">
                      <a16:colId xmlns:a16="http://schemas.microsoft.com/office/drawing/2014/main" val="20002"/>
                    </a:ext>
                  </a:extLst>
                </a:gridCol>
                <a:gridCol w="913517">
                  <a:extLst>
                    <a:ext uri="{9D8B030D-6E8A-4147-A177-3AD203B41FA5}">
                      <a16:colId xmlns:a16="http://schemas.microsoft.com/office/drawing/2014/main" val="20003"/>
                    </a:ext>
                  </a:extLst>
                </a:gridCol>
                <a:gridCol w="2053884">
                  <a:extLst>
                    <a:ext uri="{9D8B030D-6E8A-4147-A177-3AD203B41FA5}">
                      <a16:colId xmlns:a16="http://schemas.microsoft.com/office/drawing/2014/main" val="20005"/>
                    </a:ext>
                  </a:extLst>
                </a:gridCol>
                <a:gridCol w="1263344">
                  <a:extLst>
                    <a:ext uri="{9D8B030D-6E8A-4147-A177-3AD203B41FA5}">
                      <a16:colId xmlns:a16="http://schemas.microsoft.com/office/drawing/2014/main" val="20006"/>
                    </a:ext>
                  </a:extLst>
                </a:gridCol>
              </a:tblGrid>
              <a:tr h="611000">
                <a:tc>
                  <a:txBody>
                    <a:bodyPr/>
                    <a:lstStyle/>
                    <a:p>
                      <a:pPr marL="0" lvl="0" indent="0" algn="ctr" rtl="0">
                        <a:lnSpc>
                          <a:spcPct val="115000"/>
                        </a:lnSpc>
                        <a:spcBef>
                          <a:spcPts val="0"/>
                        </a:spcBef>
                        <a:spcAft>
                          <a:spcPts val="0"/>
                        </a:spcAft>
                        <a:buNone/>
                      </a:pPr>
                      <a:r>
                        <a:rPr lang="en" sz="1000" b="1" dirty="0">
                          <a:solidFill>
                            <a:schemeClr val="lt2"/>
                          </a:solidFill>
                          <a:latin typeface="Martian Mono"/>
                          <a:ea typeface="Martian Mono"/>
                          <a:cs typeface="Martian Mono"/>
                          <a:sym typeface="Martian Mono"/>
                        </a:rPr>
                        <a:t>Name</a:t>
                      </a:r>
                      <a:endParaRPr sz="1000" b="1" dirty="0">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Client ID</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Total Projects</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Active Projects</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dirty="0">
                          <a:solidFill>
                            <a:schemeClr val="lt2"/>
                          </a:solidFill>
                          <a:latin typeface="Martian Mono"/>
                          <a:ea typeface="Martian Mono"/>
                          <a:cs typeface="Martian Mono"/>
                          <a:sym typeface="Martian Mono"/>
                        </a:rPr>
                        <a:t>Email</a:t>
                      </a:r>
                      <a:endParaRPr sz="1000" b="1" dirty="0">
                        <a:solidFill>
                          <a:schemeClr val="lt2"/>
                        </a:solidFill>
                        <a:latin typeface="Martian Mono"/>
                        <a:ea typeface="Martian Mono"/>
                        <a:cs typeface="Martian Mono"/>
                        <a:sym typeface="Martian Mono"/>
                      </a:endParaRPr>
                    </a:p>
                  </a:txBody>
                  <a:tcPr marL="28575" marR="28575" marT="19050" marB="19050" anchor="ctr">
                    <a:lnL w="6350" cap="flat" cmpd="sng" algn="ctr">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lgn="ctr">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Phone Number</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extLst>
                  <a:ext uri="{0D108BD9-81ED-4DB2-BD59-A6C34878D82A}">
                    <a16:rowId xmlns:a16="http://schemas.microsoft.com/office/drawing/2014/main" val="10000"/>
                  </a:ext>
                </a:extLst>
              </a:tr>
              <a:tr h="611000">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Rohan Kapoor</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C101</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8</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2</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rohan.kapoor@gmail.com</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lgn="ctr">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lgn="ctr">
                      <a:solidFill>
                        <a:srgbClr val="CCCCCC"/>
                      </a:solidFill>
                      <a:prstDash val="solid"/>
                      <a:round/>
                      <a:headEnd type="none" w="sm" len="sm"/>
                      <a:tailEnd type="none" w="sm" len="sm"/>
                    </a:lnT>
                    <a:lnB w="6350" cap="flat" cmpd="sng" algn="ctr">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9876501234</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extLst>
                  <a:ext uri="{0D108BD9-81ED-4DB2-BD59-A6C34878D82A}">
                    <a16:rowId xmlns:a16="http://schemas.microsoft.com/office/drawing/2014/main" val="10001"/>
                  </a:ext>
                </a:extLst>
              </a:tr>
              <a:tr h="336050">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Meera Iyer</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C102</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12</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4</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meera.iyer@gmail.com</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lgn="ctr">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lgn="ctr">
                      <a:solidFill>
                        <a:srgbClr val="CCCCCC"/>
                      </a:solidFill>
                      <a:prstDash val="solid"/>
                      <a:round/>
                      <a:headEnd type="none" w="sm" len="sm"/>
                      <a:tailEnd type="none" w="sm" len="sm"/>
                    </a:lnT>
                    <a:lnB w="6350" cap="flat" cmpd="sng" algn="ctr">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9123456789</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extLst>
                  <a:ext uri="{0D108BD9-81ED-4DB2-BD59-A6C34878D82A}">
                    <a16:rowId xmlns:a16="http://schemas.microsoft.com/office/drawing/2014/main" val="10002"/>
                  </a:ext>
                </a:extLst>
              </a:tr>
              <a:tr h="611000">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Arnav Bansal</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C103</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5</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1</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arnav.bansal@gmail.com</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lgn="ctr">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lgn="ctr">
                      <a:solidFill>
                        <a:srgbClr val="CCCCCC"/>
                      </a:solidFill>
                      <a:prstDash val="solid"/>
                      <a:round/>
                      <a:headEnd type="none" w="sm" len="sm"/>
                      <a:tailEnd type="none" w="sm" len="sm"/>
                    </a:lnT>
                    <a:lnB w="6350" cap="flat" cmpd="sng" algn="ctr">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9988776655</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extLst>
                  <a:ext uri="{0D108BD9-81ED-4DB2-BD59-A6C34878D82A}">
                    <a16:rowId xmlns:a16="http://schemas.microsoft.com/office/drawing/2014/main" val="10003"/>
                  </a:ext>
                </a:extLst>
              </a:tr>
              <a:tr h="336050">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Kavya Nair</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FFFBF3"/>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C104</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FFFBF3"/>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10</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FFFBF3"/>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3</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FFFBF3"/>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kavya.nair@gmail.com</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lgn="ctr">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lgn="ctr">
                      <a:solidFill>
                        <a:srgbClr val="CCCCCC"/>
                      </a:solidFill>
                      <a:prstDash val="solid"/>
                      <a:round/>
                      <a:headEnd type="none" w="sm" len="sm"/>
                      <a:tailEnd type="none" w="sm" len="sm"/>
                    </a:lnT>
                    <a:lnB w="6350" cap="flat" cmpd="sng">
                      <a:solidFill>
                        <a:srgbClr val="FFFBF3"/>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9765432108</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FFFBF3"/>
                      </a:solidFill>
                      <a:prstDash val="solid"/>
                      <a:round/>
                      <a:headEnd type="none" w="sm" len="sm"/>
                      <a:tailEnd type="none" w="sm" len="sm"/>
                    </a:lnB>
                    <a:solidFill>
                      <a:srgbClr val="DDC0AD"/>
                    </a:solidFill>
                  </a:tcPr>
                </a:tc>
                <a:extLst>
                  <a:ext uri="{0D108BD9-81ED-4DB2-BD59-A6C34878D82A}">
                    <a16:rowId xmlns:a16="http://schemas.microsoft.com/office/drawing/2014/main" val="10004"/>
                  </a:ext>
                </a:extLst>
              </a:tr>
            </a:tbl>
          </a:graphicData>
        </a:graphic>
      </p:graphicFrame>
      <p:sp>
        <p:nvSpPr>
          <p:cNvPr id="2" name="Google Shape;244;p20">
            <a:extLst>
              <a:ext uri="{FF2B5EF4-FFF2-40B4-BE49-F238E27FC236}">
                <a16:creationId xmlns:a16="http://schemas.microsoft.com/office/drawing/2014/main" id="{B85E5F38-1E2E-FEDE-6EAE-27195AE80DFD}"/>
              </a:ext>
            </a:extLst>
          </p:cNvPr>
          <p:cNvSpPr/>
          <p:nvPr/>
        </p:nvSpPr>
        <p:spPr>
          <a:xfrm rot="3599267">
            <a:off x="2894145" y="4652868"/>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Tree>
    <p:extLst>
      <p:ext uri="{BB962C8B-B14F-4D97-AF65-F5344CB8AC3E}">
        <p14:creationId xmlns:p14="http://schemas.microsoft.com/office/powerpoint/2010/main" val="2013187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492">
          <a:extLst>
            <a:ext uri="{FF2B5EF4-FFF2-40B4-BE49-F238E27FC236}">
              <a16:creationId xmlns:a16="http://schemas.microsoft.com/office/drawing/2014/main" id="{3FC1DA77-4022-9C81-846C-74841361707F}"/>
            </a:ext>
          </a:extLst>
        </p:cNvPr>
        <p:cNvGrpSpPr/>
        <p:nvPr/>
      </p:nvGrpSpPr>
      <p:grpSpPr>
        <a:xfrm>
          <a:off x="0" y="0"/>
          <a:ext cx="0" cy="0"/>
          <a:chOff x="0" y="0"/>
          <a:chExt cx="0" cy="0"/>
        </a:xfrm>
      </p:grpSpPr>
      <p:sp>
        <p:nvSpPr>
          <p:cNvPr id="1493" name="Google Shape;1493;p57">
            <a:extLst>
              <a:ext uri="{FF2B5EF4-FFF2-40B4-BE49-F238E27FC236}">
                <a16:creationId xmlns:a16="http://schemas.microsoft.com/office/drawing/2014/main" id="{8A6499B3-A2CA-42D4-DF59-D852E62ED34A}"/>
              </a:ext>
            </a:extLst>
          </p:cNvPr>
          <p:cNvSpPr/>
          <p:nvPr/>
        </p:nvSpPr>
        <p:spPr>
          <a:xfrm>
            <a:off x="0" y="0"/>
            <a:ext cx="9144000" cy="5143500"/>
          </a:xfrm>
          <a:prstGeom prst="rect">
            <a:avLst/>
          </a:prstGeom>
          <a:solidFill>
            <a:srgbClr val="EBE6D6"/>
          </a:solidFill>
          <a:ln w="19050" cap="flat" cmpd="sng">
            <a:solidFill>
              <a:srgbClr val="EFBC3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94" name="Google Shape;1494;p57">
            <a:extLst>
              <a:ext uri="{FF2B5EF4-FFF2-40B4-BE49-F238E27FC236}">
                <a16:creationId xmlns:a16="http://schemas.microsoft.com/office/drawing/2014/main" id="{1DE1E846-B1AF-9CCD-C29C-609D5A1373A3}"/>
              </a:ext>
            </a:extLst>
          </p:cNvPr>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Clients</a:t>
            </a:r>
            <a:endParaRPr sz="2700">
              <a:solidFill>
                <a:srgbClr val="EFBC3F"/>
              </a:solidFill>
              <a:latin typeface="Dela Gothic One"/>
              <a:ea typeface="Dela Gothic One"/>
              <a:cs typeface="Dela Gothic One"/>
              <a:sym typeface="Dela Gothic One"/>
            </a:endParaRPr>
          </a:p>
        </p:txBody>
      </p:sp>
      <p:sp>
        <p:nvSpPr>
          <p:cNvPr id="1495" name="Google Shape;1495;p57">
            <a:extLst>
              <a:ext uri="{FF2B5EF4-FFF2-40B4-BE49-F238E27FC236}">
                <a16:creationId xmlns:a16="http://schemas.microsoft.com/office/drawing/2014/main" id="{61585CE4-79C4-E3CD-EC12-CD60AD9B31ED}"/>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96" name="Google Shape;1496;p57">
            <a:extLst>
              <a:ext uri="{FF2B5EF4-FFF2-40B4-BE49-F238E27FC236}">
                <a16:creationId xmlns:a16="http://schemas.microsoft.com/office/drawing/2014/main" id="{012FD6C6-1A1F-CC4C-FEDC-5750F7BE081F}"/>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497" name="Google Shape;1497;p57">
            <a:extLst>
              <a:ext uri="{FF2B5EF4-FFF2-40B4-BE49-F238E27FC236}">
                <a16:creationId xmlns:a16="http://schemas.microsoft.com/office/drawing/2014/main" id="{3C5AE2BA-BBB6-BDBF-22F8-24E5CA673324}"/>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Clients Screen</a:t>
            </a:r>
            <a:endParaRPr sz="1400" dirty="0">
              <a:solidFill>
                <a:srgbClr val="FFFFFF"/>
              </a:solidFill>
              <a:latin typeface="Work Sans"/>
              <a:ea typeface="Work Sans"/>
              <a:cs typeface="Work Sans"/>
              <a:sym typeface="Work Sans"/>
            </a:endParaRPr>
          </a:p>
        </p:txBody>
      </p:sp>
      <p:sp>
        <p:nvSpPr>
          <p:cNvPr id="1498" name="Google Shape;1498;p57">
            <a:extLst>
              <a:ext uri="{FF2B5EF4-FFF2-40B4-BE49-F238E27FC236}">
                <a16:creationId xmlns:a16="http://schemas.microsoft.com/office/drawing/2014/main" id="{722E7B8D-243D-4AE1-B3A8-074D1DD4A4FC}"/>
              </a:ext>
            </a:extLst>
          </p:cNvPr>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499" name="Google Shape;1499;p57">
            <a:extLst>
              <a:ext uri="{FF2B5EF4-FFF2-40B4-BE49-F238E27FC236}">
                <a16:creationId xmlns:a16="http://schemas.microsoft.com/office/drawing/2014/main" id="{24D74CEA-FF59-F40D-9C8D-51003D3AAB57}"/>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00" name="Google Shape;1500;p57">
            <a:extLst>
              <a:ext uri="{FF2B5EF4-FFF2-40B4-BE49-F238E27FC236}">
                <a16:creationId xmlns:a16="http://schemas.microsoft.com/office/drawing/2014/main" id="{9921B0AD-0290-38A8-787B-4954A6F52A61}"/>
              </a:ext>
            </a:extLst>
          </p:cNvPr>
          <p:cNvSpPr/>
          <p:nvPr/>
        </p:nvSpPr>
        <p:spPr>
          <a:xfrm rot="3599210">
            <a:off x="5247393" y="26872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1501" name="Google Shape;1501;p57">
            <a:extLst>
              <a:ext uri="{FF2B5EF4-FFF2-40B4-BE49-F238E27FC236}">
                <a16:creationId xmlns:a16="http://schemas.microsoft.com/office/drawing/2014/main" id="{9238970B-AAE2-03A3-9809-DA743E91A459}"/>
              </a:ext>
            </a:extLst>
          </p:cNvPr>
          <p:cNvSpPr txBox="1"/>
          <p:nvPr/>
        </p:nvSpPr>
        <p:spPr>
          <a:xfrm>
            <a:off x="8113100" y="6058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a:t>
            </a:r>
            <a:endParaRPr sz="1300">
              <a:solidFill>
                <a:srgbClr val="A47FA7"/>
              </a:solidFill>
              <a:latin typeface="Martian Mono"/>
              <a:ea typeface="Martian Mono"/>
              <a:cs typeface="Martian Mono"/>
              <a:sym typeface="Martian Mono"/>
            </a:endParaRPr>
          </a:p>
        </p:txBody>
      </p:sp>
      <p:sp>
        <p:nvSpPr>
          <p:cNvPr id="2" name="Google Shape;244;p20">
            <a:extLst>
              <a:ext uri="{FF2B5EF4-FFF2-40B4-BE49-F238E27FC236}">
                <a16:creationId xmlns:a16="http://schemas.microsoft.com/office/drawing/2014/main" id="{348CBC07-4537-CA79-15B8-FD0B0C84A78F}"/>
              </a:ext>
            </a:extLst>
          </p:cNvPr>
          <p:cNvSpPr/>
          <p:nvPr/>
        </p:nvSpPr>
        <p:spPr>
          <a:xfrm rot="3599267">
            <a:off x="643244" y="768373"/>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graphicFrame>
        <p:nvGraphicFramePr>
          <p:cNvPr id="3" name="Google Shape;1502;p57">
            <a:extLst>
              <a:ext uri="{FF2B5EF4-FFF2-40B4-BE49-F238E27FC236}">
                <a16:creationId xmlns:a16="http://schemas.microsoft.com/office/drawing/2014/main" id="{341D260E-2435-B5D0-EA50-D01DE5E6F16B}"/>
              </a:ext>
            </a:extLst>
          </p:cNvPr>
          <p:cNvGraphicFramePr/>
          <p:nvPr>
            <p:extLst>
              <p:ext uri="{D42A27DB-BD31-4B8C-83A1-F6EECF244321}">
                <p14:modId xmlns:p14="http://schemas.microsoft.com/office/powerpoint/2010/main" val="1368860930"/>
              </p:ext>
            </p:extLst>
          </p:nvPr>
        </p:nvGraphicFramePr>
        <p:xfrm>
          <a:off x="1001662" y="1233038"/>
          <a:ext cx="6999337" cy="2505100"/>
        </p:xfrm>
        <a:graphic>
          <a:graphicData uri="http://schemas.openxmlformats.org/drawingml/2006/table">
            <a:tbl>
              <a:tblPr>
                <a:noFill/>
              </a:tblPr>
              <a:tblGrid>
                <a:gridCol w="1097019">
                  <a:extLst>
                    <a:ext uri="{9D8B030D-6E8A-4147-A177-3AD203B41FA5}">
                      <a16:colId xmlns:a16="http://schemas.microsoft.com/office/drawing/2014/main" val="20000"/>
                    </a:ext>
                  </a:extLst>
                </a:gridCol>
                <a:gridCol w="777468">
                  <a:extLst>
                    <a:ext uri="{9D8B030D-6E8A-4147-A177-3AD203B41FA5}">
                      <a16:colId xmlns:a16="http://schemas.microsoft.com/office/drawing/2014/main" val="20001"/>
                    </a:ext>
                  </a:extLst>
                </a:gridCol>
                <a:gridCol w="894105">
                  <a:extLst>
                    <a:ext uri="{9D8B030D-6E8A-4147-A177-3AD203B41FA5}">
                      <a16:colId xmlns:a16="http://schemas.microsoft.com/office/drawing/2014/main" val="20002"/>
                    </a:ext>
                  </a:extLst>
                </a:gridCol>
                <a:gridCol w="913517">
                  <a:extLst>
                    <a:ext uri="{9D8B030D-6E8A-4147-A177-3AD203B41FA5}">
                      <a16:colId xmlns:a16="http://schemas.microsoft.com/office/drawing/2014/main" val="20003"/>
                    </a:ext>
                  </a:extLst>
                </a:gridCol>
                <a:gridCol w="2053884">
                  <a:extLst>
                    <a:ext uri="{9D8B030D-6E8A-4147-A177-3AD203B41FA5}">
                      <a16:colId xmlns:a16="http://schemas.microsoft.com/office/drawing/2014/main" val="20005"/>
                    </a:ext>
                  </a:extLst>
                </a:gridCol>
                <a:gridCol w="1263344">
                  <a:extLst>
                    <a:ext uri="{9D8B030D-6E8A-4147-A177-3AD203B41FA5}">
                      <a16:colId xmlns:a16="http://schemas.microsoft.com/office/drawing/2014/main" val="20006"/>
                    </a:ext>
                  </a:extLst>
                </a:gridCol>
              </a:tblGrid>
              <a:tr h="611000">
                <a:tc>
                  <a:txBody>
                    <a:bodyPr/>
                    <a:lstStyle/>
                    <a:p>
                      <a:pPr marL="0" lvl="0" indent="0" algn="ctr" rtl="0">
                        <a:lnSpc>
                          <a:spcPct val="115000"/>
                        </a:lnSpc>
                        <a:spcBef>
                          <a:spcPts val="0"/>
                        </a:spcBef>
                        <a:spcAft>
                          <a:spcPts val="0"/>
                        </a:spcAft>
                        <a:buNone/>
                      </a:pPr>
                      <a:r>
                        <a:rPr lang="en" sz="1000" b="1" dirty="0">
                          <a:solidFill>
                            <a:schemeClr val="lt2"/>
                          </a:solidFill>
                          <a:latin typeface="Martian Mono"/>
                          <a:ea typeface="Martian Mono"/>
                          <a:cs typeface="Martian Mono"/>
                          <a:sym typeface="Martian Mono"/>
                        </a:rPr>
                        <a:t>Name</a:t>
                      </a:r>
                      <a:endParaRPr sz="1000" b="1" dirty="0">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Client ID</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Total Projects</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Active Projects</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dirty="0">
                          <a:solidFill>
                            <a:schemeClr val="lt2"/>
                          </a:solidFill>
                          <a:latin typeface="Martian Mono"/>
                          <a:ea typeface="Martian Mono"/>
                          <a:cs typeface="Martian Mono"/>
                          <a:sym typeface="Martian Mono"/>
                        </a:rPr>
                        <a:t>Email</a:t>
                      </a:r>
                      <a:endParaRPr sz="1000" b="1" dirty="0">
                        <a:solidFill>
                          <a:schemeClr val="lt2"/>
                        </a:solidFill>
                        <a:latin typeface="Martian Mono"/>
                        <a:ea typeface="Martian Mono"/>
                        <a:cs typeface="Martian Mono"/>
                        <a:sym typeface="Martian Mono"/>
                      </a:endParaRPr>
                    </a:p>
                  </a:txBody>
                  <a:tcPr marL="28575" marR="28575" marT="19050" marB="19050" anchor="ctr">
                    <a:lnL w="6350" cap="flat" cmpd="sng" algn="ctr">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lgn="ctr">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Phone Number</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extLst>
                  <a:ext uri="{0D108BD9-81ED-4DB2-BD59-A6C34878D82A}">
                    <a16:rowId xmlns:a16="http://schemas.microsoft.com/office/drawing/2014/main" val="10000"/>
                  </a:ext>
                </a:extLst>
              </a:tr>
              <a:tr h="611000">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Rohan Kapoor</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C101</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8</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2</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rohan.kapoor@gmail.com</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lgn="ctr">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lgn="ctr">
                      <a:solidFill>
                        <a:srgbClr val="CCCCCC"/>
                      </a:solidFill>
                      <a:prstDash val="solid"/>
                      <a:round/>
                      <a:headEnd type="none" w="sm" len="sm"/>
                      <a:tailEnd type="none" w="sm" len="sm"/>
                    </a:lnT>
                    <a:lnB w="6350" cap="flat" cmpd="sng" algn="ctr">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9876501234</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extLst>
                  <a:ext uri="{0D108BD9-81ED-4DB2-BD59-A6C34878D82A}">
                    <a16:rowId xmlns:a16="http://schemas.microsoft.com/office/drawing/2014/main" val="10001"/>
                  </a:ext>
                </a:extLst>
              </a:tr>
              <a:tr h="336050">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Meera Iyer</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C102</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12</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4</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meera.iyer@gmail.com</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lgn="ctr">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lgn="ctr">
                      <a:solidFill>
                        <a:srgbClr val="CCCCCC"/>
                      </a:solidFill>
                      <a:prstDash val="solid"/>
                      <a:round/>
                      <a:headEnd type="none" w="sm" len="sm"/>
                      <a:tailEnd type="none" w="sm" len="sm"/>
                    </a:lnT>
                    <a:lnB w="6350" cap="flat" cmpd="sng" algn="ctr">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9123456789</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extLst>
                  <a:ext uri="{0D108BD9-81ED-4DB2-BD59-A6C34878D82A}">
                    <a16:rowId xmlns:a16="http://schemas.microsoft.com/office/drawing/2014/main" val="10002"/>
                  </a:ext>
                </a:extLst>
              </a:tr>
              <a:tr h="611000">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Arnav Bansal</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C103</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5</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1</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arnav.bansal@gmail.com</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lgn="ctr">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lgn="ctr">
                      <a:solidFill>
                        <a:srgbClr val="CCCCCC"/>
                      </a:solidFill>
                      <a:prstDash val="solid"/>
                      <a:round/>
                      <a:headEnd type="none" w="sm" len="sm"/>
                      <a:tailEnd type="none" w="sm" len="sm"/>
                    </a:lnT>
                    <a:lnB w="6350" cap="flat" cmpd="sng" algn="ctr">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9988776655</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extLst>
                  <a:ext uri="{0D108BD9-81ED-4DB2-BD59-A6C34878D82A}">
                    <a16:rowId xmlns:a16="http://schemas.microsoft.com/office/drawing/2014/main" val="10003"/>
                  </a:ext>
                </a:extLst>
              </a:tr>
              <a:tr h="336050">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Kavya Nair</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FFFBF3"/>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C104</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FFFBF3"/>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10</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FFFBF3"/>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3</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FFFBF3"/>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kavya.nair@gmail.com</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lgn="ctr">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lgn="ctr">
                      <a:solidFill>
                        <a:srgbClr val="CCCCCC"/>
                      </a:solidFill>
                      <a:prstDash val="solid"/>
                      <a:round/>
                      <a:headEnd type="none" w="sm" len="sm"/>
                      <a:tailEnd type="none" w="sm" len="sm"/>
                    </a:lnT>
                    <a:lnB w="6350" cap="flat" cmpd="sng">
                      <a:solidFill>
                        <a:srgbClr val="FFFBF3"/>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9765432108</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FFFBF3"/>
                      </a:solidFill>
                      <a:prstDash val="solid"/>
                      <a:round/>
                      <a:headEnd type="none" w="sm" len="sm"/>
                      <a:tailEnd type="none" w="sm" len="sm"/>
                    </a:lnB>
                    <a:solidFill>
                      <a:srgbClr val="DDC0AD"/>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90361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639">
          <a:extLst>
            <a:ext uri="{FF2B5EF4-FFF2-40B4-BE49-F238E27FC236}">
              <a16:creationId xmlns:a16="http://schemas.microsoft.com/office/drawing/2014/main" id="{6CEB0B34-118B-6E1B-405E-CB8E46E9FBC1}"/>
            </a:ext>
          </a:extLst>
        </p:cNvPr>
        <p:cNvGrpSpPr/>
        <p:nvPr/>
      </p:nvGrpSpPr>
      <p:grpSpPr>
        <a:xfrm>
          <a:off x="0" y="0"/>
          <a:ext cx="0" cy="0"/>
          <a:chOff x="0" y="0"/>
          <a:chExt cx="0" cy="0"/>
        </a:xfrm>
      </p:grpSpPr>
      <p:sp>
        <p:nvSpPr>
          <p:cNvPr id="641" name="Google Shape;641;p33">
            <a:extLst>
              <a:ext uri="{FF2B5EF4-FFF2-40B4-BE49-F238E27FC236}">
                <a16:creationId xmlns:a16="http://schemas.microsoft.com/office/drawing/2014/main" id="{09EB18B5-B573-12F1-CAAF-C0A7F42DD220}"/>
              </a:ext>
            </a:extLst>
          </p:cNvPr>
          <p:cNvSpPr/>
          <p:nvPr/>
        </p:nvSpPr>
        <p:spPr>
          <a:xfrm>
            <a:off x="79489" y="5242142"/>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642" name="Google Shape;642;p33">
            <a:extLst>
              <a:ext uri="{FF2B5EF4-FFF2-40B4-BE49-F238E27FC236}">
                <a16:creationId xmlns:a16="http://schemas.microsoft.com/office/drawing/2014/main" id="{71DD823C-672E-0424-D6B4-C68C950FE96B}"/>
              </a:ext>
            </a:extLst>
          </p:cNvPr>
          <p:cNvSpPr txBox="1">
            <a:spLocks noGrp="1"/>
          </p:cNvSpPr>
          <p:nvPr>
            <p:ph type="title" idx="4294967295"/>
          </p:nvPr>
        </p:nvSpPr>
        <p:spPr>
          <a:xfrm>
            <a:off x="410360" y="5222362"/>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Main Menu</a:t>
            </a:r>
            <a:endParaRPr sz="1400" dirty="0">
              <a:solidFill>
                <a:srgbClr val="FFFFFF"/>
              </a:solidFill>
              <a:latin typeface="Work Sans"/>
              <a:ea typeface="Work Sans"/>
              <a:cs typeface="Work Sans"/>
              <a:sym typeface="Work Sans"/>
            </a:endParaRPr>
          </a:p>
        </p:txBody>
      </p:sp>
      <p:grpSp>
        <p:nvGrpSpPr>
          <p:cNvPr id="643" name="Google Shape;643;p33">
            <a:extLst>
              <a:ext uri="{FF2B5EF4-FFF2-40B4-BE49-F238E27FC236}">
                <a16:creationId xmlns:a16="http://schemas.microsoft.com/office/drawing/2014/main" id="{335BD4AB-6E50-F03E-A5B4-4E2519B691C0}"/>
              </a:ext>
            </a:extLst>
          </p:cNvPr>
          <p:cNvGrpSpPr/>
          <p:nvPr/>
        </p:nvGrpSpPr>
        <p:grpSpPr>
          <a:xfrm>
            <a:off x="1242825" y="189704"/>
            <a:ext cx="6658350" cy="1385100"/>
            <a:chOff x="1242825" y="1879204"/>
            <a:chExt cx="6658350" cy="1385100"/>
          </a:xfrm>
        </p:grpSpPr>
        <p:sp>
          <p:nvSpPr>
            <p:cNvPr id="644" name="Google Shape;644;p33">
              <a:extLst>
                <a:ext uri="{FF2B5EF4-FFF2-40B4-BE49-F238E27FC236}">
                  <a16:creationId xmlns:a16="http://schemas.microsoft.com/office/drawing/2014/main" id="{258F01C8-8C11-CE18-D8F9-2CAAAC4EAD89}"/>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645" name="Google Shape;645;p33">
              <a:extLst>
                <a:ext uri="{FF2B5EF4-FFF2-40B4-BE49-F238E27FC236}">
                  <a16:creationId xmlns:a16="http://schemas.microsoft.com/office/drawing/2014/main" id="{F35AB98A-8502-7B96-1213-100C2F0BD479}"/>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646" name="Google Shape;646;p33">
              <a:extLst>
                <a:ext uri="{FF2B5EF4-FFF2-40B4-BE49-F238E27FC236}">
                  <a16:creationId xmlns:a16="http://schemas.microsoft.com/office/drawing/2014/main" id="{C324F9C3-E639-9D46-4571-7D890EDA88D2}"/>
                </a:ext>
              </a:extLst>
            </p:cNvPr>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647" name="Google Shape;647;p33">
              <a:extLst>
                <a:ext uri="{FF2B5EF4-FFF2-40B4-BE49-F238E27FC236}">
                  <a16:creationId xmlns:a16="http://schemas.microsoft.com/office/drawing/2014/main" id="{5FAF1A97-B089-C035-1322-3858E866D52A}"/>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648" name="Google Shape;648;p33">
              <a:extLst>
                <a:ext uri="{FF2B5EF4-FFF2-40B4-BE49-F238E27FC236}">
                  <a16:creationId xmlns:a16="http://schemas.microsoft.com/office/drawing/2014/main" id="{07AAFFB1-7468-0208-F0F3-0EC883F162D5}"/>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649" name="Google Shape;649;p33">
              <a:extLst>
                <a:ext uri="{FF2B5EF4-FFF2-40B4-BE49-F238E27FC236}">
                  <a16:creationId xmlns:a16="http://schemas.microsoft.com/office/drawing/2014/main" id="{FDC7C0D4-5254-1098-B608-9BC43379BCA3}"/>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650" name="Google Shape;650;p33">
              <a:extLst>
                <a:ext uri="{FF2B5EF4-FFF2-40B4-BE49-F238E27FC236}">
                  <a16:creationId xmlns:a16="http://schemas.microsoft.com/office/drawing/2014/main" id="{A794510C-1854-0C08-2927-CCA494EACCB5}"/>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651" name="Google Shape;651;p33">
              <a:extLst>
                <a:ext uri="{FF2B5EF4-FFF2-40B4-BE49-F238E27FC236}">
                  <a16:creationId xmlns:a16="http://schemas.microsoft.com/office/drawing/2014/main" id="{F96FFA3D-7CB0-2AEA-D8BB-5E54772879C4}"/>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52" name="Google Shape;652;p33">
              <a:extLst>
                <a:ext uri="{FF2B5EF4-FFF2-40B4-BE49-F238E27FC236}">
                  <a16:creationId xmlns:a16="http://schemas.microsoft.com/office/drawing/2014/main" id="{79A5AC94-3E26-65AA-3FE7-C367ECD7A96F}"/>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653" name="Google Shape;653;p33">
            <a:extLst>
              <a:ext uri="{FF2B5EF4-FFF2-40B4-BE49-F238E27FC236}">
                <a16:creationId xmlns:a16="http://schemas.microsoft.com/office/drawing/2014/main" id="{BC84ACF2-1BB5-0607-980E-FCF31BD90849}"/>
              </a:ext>
            </a:extLst>
          </p:cNvPr>
          <p:cNvGrpSpPr/>
          <p:nvPr/>
        </p:nvGrpSpPr>
        <p:grpSpPr>
          <a:xfrm>
            <a:off x="1242825" y="3447004"/>
            <a:ext cx="6658350" cy="1385100"/>
            <a:chOff x="1242825" y="1879204"/>
            <a:chExt cx="6658350" cy="1385100"/>
          </a:xfrm>
        </p:grpSpPr>
        <p:sp>
          <p:nvSpPr>
            <p:cNvPr id="654" name="Google Shape;654;p33">
              <a:extLst>
                <a:ext uri="{FF2B5EF4-FFF2-40B4-BE49-F238E27FC236}">
                  <a16:creationId xmlns:a16="http://schemas.microsoft.com/office/drawing/2014/main" id="{738C53E0-D434-9FFD-128B-F2BBC21F1359}"/>
                </a:ext>
              </a:extLst>
            </p:cNvPr>
            <p:cNvSpPr/>
            <p:nvPr/>
          </p:nvSpPr>
          <p:spPr>
            <a:xfrm>
              <a:off x="1242825" y="1879204"/>
              <a:ext cx="2069700" cy="1385100"/>
            </a:xfrm>
            <a:prstGeom prst="roundRect">
              <a:avLst>
                <a:gd name="adj" fmla="val 16667"/>
              </a:avLst>
            </a:prstGeom>
            <a:solidFill>
              <a:srgbClr val="BFD2F1"/>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#07</a:t>
              </a:r>
              <a:endParaRPr b="1">
                <a:solidFill>
                  <a:srgbClr val="FEFEFE"/>
                </a:solidFill>
                <a:latin typeface="Alegreya"/>
                <a:ea typeface="Alegreya"/>
                <a:cs typeface="Alegreya"/>
                <a:sym typeface="Alegreya"/>
              </a:endParaRPr>
            </a:p>
          </p:txBody>
        </p:sp>
        <p:sp>
          <p:nvSpPr>
            <p:cNvPr id="655" name="Google Shape;655;p33">
              <a:extLst>
                <a:ext uri="{FF2B5EF4-FFF2-40B4-BE49-F238E27FC236}">
                  <a16:creationId xmlns:a16="http://schemas.microsoft.com/office/drawing/2014/main" id="{C09279E4-72F2-07A7-6746-805968AA381D}"/>
                </a:ext>
              </a:extLst>
            </p:cNvPr>
            <p:cNvSpPr/>
            <p:nvPr/>
          </p:nvSpPr>
          <p:spPr>
            <a:xfrm>
              <a:off x="3537150" y="1879204"/>
              <a:ext cx="2069700" cy="1385100"/>
            </a:xfrm>
            <a:prstGeom prst="roundRect">
              <a:avLst>
                <a:gd name="adj" fmla="val 16667"/>
              </a:avLst>
            </a:prstGeom>
            <a:solidFill>
              <a:srgbClr val="FF8298"/>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#08</a:t>
              </a:r>
              <a:endParaRPr b="1">
                <a:solidFill>
                  <a:srgbClr val="FEFEFE"/>
                </a:solidFill>
                <a:latin typeface="Alegreya"/>
                <a:ea typeface="Alegreya"/>
                <a:cs typeface="Alegreya"/>
                <a:sym typeface="Alegreya"/>
              </a:endParaRPr>
            </a:p>
          </p:txBody>
        </p:sp>
        <p:sp>
          <p:nvSpPr>
            <p:cNvPr id="656" name="Google Shape;656;p33">
              <a:extLst>
                <a:ext uri="{FF2B5EF4-FFF2-40B4-BE49-F238E27FC236}">
                  <a16:creationId xmlns:a16="http://schemas.microsoft.com/office/drawing/2014/main" id="{4F9EA09F-9F2F-3E68-7250-F3A04F615945}"/>
                </a:ext>
              </a:extLst>
            </p:cNvPr>
            <p:cNvSpPr/>
            <p:nvPr/>
          </p:nvSpPr>
          <p:spPr>
            <a:xfrm>
              <a:off x="5831475" y="1879204"/>
              <a:ext cx="2069700" cy="1385100"/>
            </a:xfrm>
            <a:prstGeom prst="roundRect">
              <a:avLst>
                <a:gd name="adj" fmla="val 16667"/>
              </a:avLst>
            </a:prstGeom>
            <a:solidFill>
              <a:srgbClr val="DBFEBC"/>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#09</a:t>
              </a:r>
              <a:endParaRPr b="1">
                <a:solidFill>
                  <a:srgbClr val="040404"/>
                </a:solidFill>
                <a:latin typeface="Alegreya"/>
                <a:ea typeface="Alegreya"/>
                <a:cs typeface="Alegreya"/>
                <a:sym typeface="Alegreya"/>
              </a:endParaRPr>
            </a:p>
          </p:txBody>
        </p:sp>
        <p:sp>
          <p:nvSpPr>
            <p:cNvPr id="657" name="Google Shape;657;p33">
              <a:extLst>
                <a:ext uri="{FF2B5EF4-FFF2-40B4-BE49-F238E27FC236}">
                  <a16:creationId xmlns:a16="http://schemas.microsoft.com/office/drawing/2014/main" id="{6C6F91DD-2C20-FE47-6F22-864CB049BCCA}"/>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Clients </a:t>
              </a:r>
              <a:endParaRPr sz="1800" dirty="0">
                <a:solidFill>
                  <a:srgbClr val="FEFEFE"/>
                </a:solidFill>
                <a:latin typeface="Alegreya"/>
                <a:ea typeface="Alegreya"/>
                <a:cs typeface="Alegreya"/>
                <a:sym typeface="Alegreya"/>
              </a:endParaRPr>
            </a:p>
          </p:txBody>
        </p:sp>
        <p:sp>
          <p:nvSpPr>
            <p:cNvPr id="658" name="Google Shape;658;p33">
              <a:extLst>
                <a:ext uri="{FF2B5EF4-FFF2-40B4-BE49-F238E27FC236}">
                  <a16:creationId xmlns:a16="http://schemas.microsoft.com/office/drawing/2014/main" id="{5A8EE81B-FFEE-B353-C494-3CC839BDA543}"/>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Employees</a:t>
              </a:r>
              <a:endParaRPr sz="1800">
                <a:solidFill>
                  <a:srgbClr val="FEFEFE"/>
                </a:solidFill>
                <a:latin typeface="Alegreya"/>
                <a:ea typeface="Alegreya"/>
                <a:cs typeface="Alegreya"/>
                <a:sym typeface="Alegreya"/>
              </a:endParaRPr>
            </a:p>
          </p:txBody>
        </p:sp>
        <p:sp>
          <p:nvSpPr>
            <p:cNvPr id="659" name="Google Shape;659;p33">
              <a:extLst>
                <a:ext uri="{FF2B5EF4-FFF2-40B4-BE49-F238E27FC236}">
                  <a16:creationId xmlns:a16="http://schemas.microsoft.com/office/drawing/2014/main" id="{AD81095A-DE4E-5BE8-17CA-59A154B3E24D}"/>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lvl="0"/>
              <a:r>
                <a:rPr lang="en-US" sz="1800" dirty="0">
                  <a:solidFill>
                    <a:srgbClr val="111111"/>
                  </a:solidFill>
                  <a:latin typeface="Alegreya"/>
                  <a:ea typeface="Alegreya"/>
                  <a:cs typeface="Alegreya"/>
                  <a:sym typeface="Alegreya"/>
                </a:rPr>
                <a:t>All Projects</a:t>
              </a:r>
            </a:p>
          </p:txBody>
        </p:sp>
        <p:sp>
          <p:nvSpPr>
            <p:cNvPr id="660" name="Google Shape;660;p33">
              <a:extLst>
                <a:ext uri="{FF2B5EF4-FFF2-40B4-BE49-F238E27FC236}">
                  <a16:creationId xmlns:a16="http://schemas.microsoft.com/office/drawing/2014/main" id="{18F5F01A-DD6B-03E4-2889-60D4418FA1EA}"/>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661" name="Google Shape;661;p33">
              <a:extLst>
                <a:ext uri="{FF2B5EF4-FFF2-40B4-BE49-F238E27FC236}">
                  <a16:creationId xmlns:a16="http://schemas.microsoft.com/office/drawing/2014/main" id="{10C86483-69C0-0A8C-623E-90151A31D38C}"/>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62" name="Google Shape;662;p33">
              <a:extLst>
                <a:ext uri="{FF2B5EF4-FFF2-40B4-BE49-F238E27FC236}">
                  <a16:creationId xmlns:a16="http://schemas.microsoft.com/office/drawing/2014/main" id="{8C7EEC63-EE0D-F50B-D48C-196A49C7ED03}"/>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663" name="Google Shape;663;p33">
            <a:extLst>
              <a:ext uri="{FF2B5EF4-FFF2-40B4-BE49-F238E27FC236}">
                <a16:creationId xmlns:a16="http://schemas.microsoft.com/office/drawing/2014/main" id="{AD60C2F7-A0D2-78FA-F465-B64E3B350FDB}"/>
              </a:ext>
            </a:extLst>
          </p:cNvPr>
          <p:cNvGrpSpPr/>
          <p:nvPr/>
        </p:nvGrpSpPr>
        <p:grpSpPr>
          <a:xfrm>
            <a:off x="1242825" y="1818354"/>
            <a:ext cx="4364025" cy="1385100"/>
            <a:chOff x="1242825" y="1879204"/>
            <a:chExt cx="4364025" cy="1385100"/>
          </a:xfrm>
        </p:grpSpPr>
        <p:sp>
          <p:nvSpPr>
            <p:cNvPr id="664" name="Google Shape;664;p33">
              <a:extLst>
                <a:ext uri="{FF2B5EF4-FFF2-40B4-BE49-F238E27FC236}">
                  <a16:creationId xmlns:a16="http://schemas.microsoft.com/office/drawing/2014/main" id="{240D99CE-CB95-9930-1693-7507A725038C}"/>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665" name="Google Shape;665;p33">
              <a:extLst>
                <a:ext uri="{FF2B5EF4-FFF2-40B4-BE49-F238E27FC236}">
                  <a16:creationId xmlns:a16="http://schemas.microsoft.com/office/drawing/2014/main" id="{DD6467DE-344F-93A2-CD4D-D79C9F3C2825}"/>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667" name="Google Shape;667;p33">
              <a:extLst>
                <a:ext uri="{FF2B5EF4-FFF2-40B4-BE49-F238E27FC236}">
                  <a16:creationId xmlns:a16="http://schemas.microsoft.com/office/drawing/2014/main" id="{9D498E1F-800A-C39C-5EB4-336F4EB4540A}"/>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My Projects</a:t>
              </a:r>
              <a:endParaRPr sz="1800" dirty="0">
                <a:solidFill>
                  <a:srgbClr val="FEFEFE"/>
                </a:solidFill>
                <a:latin typeface="Alegreya"/>
                <a:ea typeface="Alegreya"/>
                <a:cs typeface="Alegreya"/>
                <a:sym typeface="Alegreya"/>
              </a:endParaRPr>
            </a:p>
          </p:txBody>
        </p:sp>
        <p:sp>
          <p:nvSpPr>
            <p:cNvPr id="668" name="Google Shape;668;p33">
              <a:extLst>
                <a:ext uri="{FF2B5EF4-FFF2-40B4-BE49-F238E27FC236}">
                  <a16:creationId xmlns:a16="http://schemas.microsoft.com/office/drawing/2014/main" id="{B1F82598-28B8-8BA5-E213-835DEB734A2F}"/>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671" name="Google Shape;671;p33">
              <a:extLst>
                <a:ext uri="{FF2B5EF4-FFF2-40B4-BE49-F238E27FC236}">
                  <a16:creationId xmlns:a16="http://schemas.microsoft.com/office/drawing/2014/main" id="{82FA05D0-C18C-F8E6-AC3F-B357C8C3ADC0}"/>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72" name="Google Shape;672;p33">
              <a:extLst>
                <a:ext uri="{FF2B5EF4-FFF2-40B4-BE49-F238E27FC236}">
                  <a16:creationId xmlns:a16="http://schemas.microsoft.com/office/drawing/2014/main" id="{2D1203E6-3518-9378-D519-DC33DE59F2A4}"/>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676" name="Google Shape;676;p33">
            <a:extLst>
              <a:ext uri="{FF2B5EF4-FFF2-40B4-BE49-F238E27FC236}">
                <a16:creationId xmlns:a16="http://schemas.microsoft.com/office/drawing/2014/main" id="{E2F5B8B0-F63B-436A-178A-17C6A51E44E4}"/>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 name="Google Shape;615;p32">
            <a:extLst>
              <a:ext uri="{FF2B5EF4-FFF2-40B4-BE49-F238E27FC236}">
                <a16:creationId xmlns:a16="http://schemas.microsoft.com/office/drawing/2014/main" id="{1414222E-1EEF-B063-1E46-BBBFEDDEFFEF}"/>
              </a:ext>
            </a:extLst>
          </p:cNvPr>
          <p:cNvSpPr/>
          <p:nvPr/>
        </p:nvSpPr>
        <p:spPr>
          <a:xfrm>
            <a:off x="8926800" y="2434988"/>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 name="Google Shape;612;p32">
            <a:extLst>
              <a:ext uri="{FF2B5EF4-FFF2-40B4-BE49-F238E27FC236}">
                <a16:creationId xmlns:a16="http://schemas.microsoft.com/office/drawing/2014/main" id="{2D82FA6A-DC6D-A250-C667-EBA13BAE2BC0}"/>
              </a:ext>
            </a:extLst>
          </p:cNvPr>
          <p:cNvSpPr txBox="1"/>
          <p:nvPr/>
        </p:nvSpPr>
        <p:spPr>
          <a:xfrm>
            <a:off x="2577750" y="-978289"/>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dirty="0">
                <a:solidFill>
                  <a:srgbClr val="EFBC3F"/>
                </a:solidFill>
                <a:latin typeface="Dela Gothic One"/>
                <a:ea typeface="Dela Gothic One"/>
                <a:cs typeface="Dela Gothic One"/>
                <a:sym typeface="Dela Gothic One"/>
              </a:rPr>
              <a:t>Hi, Gurlakshpreet</a:t>
            </a:r>
            <a:endParaRPr sz="2700" dirty="0">
              <a:solidFill>
                <a:srgbClr val="EFBC3F"/>
              </a:solidFill>
              <a:latin typeface="Dela Gothic One"/>
              <a:ea typeface="Dela Gothic One"/>
              <a:cs typeface="Dela Gothic One"/>
              <a:sym typeface="Dela Gothic One"/>
            </a:endParaRPr>
          </a:p>
        </p:txBody>
      </p:sp>
      <p:sp>
        <p:nvSpPr>
          <p:cNvPr id="2" name="Google Shape;244;p20">
            <a:extLst>
              <a:ext uri="{FF2B5EF4-FFF2-40B4-BE49-F238E27FC236}">
                <a16:creationId xmlns:a16="http://schemas.microsoft.com/office/drawing/2014/main" id="{F9E28278-6D4A-06D9-5FDB-759BAAE482F7}"/>
              </a:ext>
            </a:extLst>
          </p:cNvPr>
          <p:cNvSpPr/>
          <p:nvPr/>
        </p:nvSpPr>
        <p:spPr>
          <a:xfrm rot="3599267">
            <a:off x="643244" y="768373"/>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Tree>
    <p:extLst>
      <p:ext uri="{BB962C8B-B14F-4D97-AF65-F5344CB8AC3E}">
        <p14:creationId xmlns:p14="http://schemas.microsoft.com/office/powerpoint/2010/main" val="29728914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72222E-6 1.97531E-6 L 0.43611 0.77315 " pathEditMode="relative" rAng="0" ptsTypes="AA">
                                      <p:cBhvr>
                                        <p:cTn id="6" dur="2000" fill="hold"/>
                                        <p:tgtEl>
                                          <p:spTgt spid="2"/>
                                        </p:tgtEl>
                                        <p:attrNameLst>
                                          <p:attrName>ppt_x</p:attrName>
                                          <p:attrName>ppt_y</p:attrName>
                                        </p:attrNameLst>
                                      </p:cBhvr>
                                      <p:rCtr x="21806" y="3864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478"/>
        <p:cNvGrpSpPr/>
        <p:nvPr/>
      </p:nvGrpSpPr>
      <p:grpSpPr>
        <a:xfrm>
          <a:off x="0" y="0"/>
          <a:ext cx="0" cy="0"/>
          <a:chOff x="0" y="0"/>
          <a:chExt cx="0" cy="0"/>
        </a:xfrm>
      </p:grpSpPr>
      <p:sp>
        <p:nvSpPr>
          <p:cNvPr id="1479" name="Google Shape;1479;p56"/>
          <p:cNvSpPr/>
          <p:nvPr/>
        </p:nvSpPr>
        <p:spPr>
          <a:xfrm>
            <a:off x="0" y="0"/>
            <a:ext cx="9144000" cy="5143500"/>
          </a:xfrm>
          <a:prstGeom prst="rect">
            <a:avLst/>
          </a:prstGeom>
          <a:solidFill>
            <a:srgbClr val="EBE6D6"/>
          </a:solidFill>
          <a:ln w="19050" cap="flat" cmpd="sng">
            <a:solidFill>
              <a:srgbClr val="EFBC3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80" name="Google Shape;1480;p56"/>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Employees</a:t>
            </a:r>
            <a:endParaRPr sz="2700">
              <a:solidFill>
                <a:srgbClr val="EFBC3F"/>
              </a:solidFill>
              <a:latin typeface="Dela Gothic One"/>
              <a:ea typeface="Dela Gothic One"/>
              <a:cs typeface="Dela Gothic One"/>
              <a:sym typeface="Dela Gothic One"/>
            </a:endParaRPr>
          </a:p>
        </p:txBody>
      </p:sp>
      <p:sp>
        <p:nvSpPr>
          <p:cNvPr id="1481" name="Google Shape;1481;p56"/>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82" name="Google Shape;1482;p56"/>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483" name="Google Shape;1483;p56"/>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Employees Screen</a:t>
            </a:r>
            <a:endParaRPr sz="1400" dirty="0">
              <a:solidFill>
                <a:srgbClr val="FFFFFF"/>
              </a:solidFill>
              <a:latin typeface="Work Sans"/>
              <a:ea typeface="Work Sans"/>
              <a:cs typeface="Work Sans"/>
              <a:sym typeface="Work Sans"/>
            </a:endParaRPr>
          </a:p>
        </p:txBody>
      </p:sp>
      <p:sp>
        <p:nvSpPr>
          <p:cNvPr id="1484" name="Google Shape;1484;p56"/>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485" name="Google Shape;1485;p56"/>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86" name="Google Shape;1486;p56"/>
          <p:cNvSpPr/>
          <p:nvPr/>
        </p:nvSpPr>
        <p:spPr>
          <a:xfrm rot="3599210">
            <a:off x="5247393" y="26872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1487" name="Google Shape;1487;p56"/>
          <p:cNvSpPr txBox="1"/>
          <p:nvPr/>
        </p:nvSpPr>
        <p:spPr>
          <a:xfrm>
            <a:off x="8113100" y="6058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a:t>
            </a:r>
            <a:endParaRPr sz="1300">
              <a:solidFill>
                <a:srgbClr val="A47FA7"/>
              </a:solidFill>
              <a:latin typeface="Martian Mono"/>
              <a:ea typeface="Martian Mono"/>
              <a:cs typeface="Martian Mono"/>
              <a:sym typeface="Martian Mono"/>
            </a:endParaRPr>
          </a:p>
        </p:txBody>
      </p:sp>
      <p:graphicFrame>
        <p:nvGraphicFramePr>
          <p:cNvPr id="1488" name="Google Shape;1488;p56"/>
          <p:cNvGraphicFramePr/>
          <p:nvPr>
            <p:extLst>
              <p:ext uri="{D42A27DB-BD31-4B8C-83A1-F6EECF244321}">
                <p14:modId xmlns:p14="http://schemas.microsoft.com/office/powerpoint/2010/main" val="3463422307"/>
              </p:ext>
            </p:extLst>
          </p:nvPr>
        </p:nvGraphicFramePr>
        <p:xfrm>
          <a:off x="1001650" y="1348013"/>
          <a:ext cx="7140675" cy="2256672"/>
        </p:xfrm>
        <a:graphic>
          <a:graphicData uri="http://schemas.openxmlformats.org/drawingml/2006/table">
            <a:tbl>
              <a:tblPr>
                <a:noFill/>
              </a:tblPr>
              <a:tblGrid>
                <a:gridCol w="981925">
                  <a:extLst>
                    <a:ext uri="{9D8B030D-6E8A-4147-A177-3AD203B41FA5}">
                      <a16:colId xmlns:a16="http://schemas.microsoft.com/office/drawing/2014/main" val="20000"/>
                    </a:ext>
                  </a:extLst>
                </a:gridCol>
                <a:gridCol w="1024350">
                  <a:extLst>
                    <a:ext uri="{9D8B030D-6E8A-4147-A177-3AD203B41FA5}">
                      <a16:colId xmlns:a16="http://schemas.microsoft.com/office/drawing/2014/main" val="20001"/>
                    </a:ext>
                  </a:extLst>
                </a:gridCol>
                <a:gridCol w="1161600">
                  <a:extLst>
                    <a:ext uri="{9D8B030D-6E8A-4147-A177-3AD203B41FA5}">
                      <a16:colId xmlns:a16="http://schemas.microsoft.com/office/drawing/2014/main" val="20002"/>
                    </a:ext>
                  </a:extLst>
                </a:gridCol>
                <a:gridCol w="747325">
                  <a:extLst>
                    <a:ext uri="{9D8B030D-6E8A-4147-A177-3AD203B41FA5}">
                      <a16:colId xmlns:a16="http://schemas.microsoft.com/office/drawing/2014/main" val="20003"/>
                    </a:ext>
                  </a:extLst>
                </a:gridCol>
                <a:gridCol w="702600">
                  <a:extLst>
                    <a:ext uri="{9D8B030D-6E8A-4147-A177-3AD203B41FA5}">
                      <a16:colId xmlns:a16="http://schemas.microsoft.com/office/drawing/2014/main" val="20004"/>
                    </a:ext>
                  </a:extLst>
                </a:gridCol>
                <a:gridCol w="1572725">
                  <a:extLst>
                    <a:ext uri="{9D8B030D-6E8A-4147-A177-3AD203B41FA5}">
                      <a16:colId xmlns:a16="http://schemas.microsoft.com/office/drawing/2014/main" val="20005"/>
                    </a:ext>
                  </a:extLst>
                </a:gridCol>
                <a:gridCol w="950150">
                  <a:extLst>
                    <a:ext uri="{9D8B030D-6E8A-4147-A177-3AD203B41FA5}">
                      <a16:colId xmlns:a16="http://schemas.microsoft.com/office/drawing/2014/main" val="20006"/>
                    </a:ext>
                  </a:extLst>
                </a:gridCol>
              </a:tblGrid>
              <a:tr h="611000">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Name</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Department</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Designation</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l"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Years at company</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ID</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Email ID</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Phone no.</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extLst>
                  <a:ext uri="{0D108BD9-81ED-4DB2-BD59-A6C34878D82A}">
                    <a16:rowId xmlns:a16="http://schemas.microsoft.com/office/drawing/2014/main" val="10000"/>
                  </a:ext>
                </a:extLst>
              </a:tr>
              <a:tr h="611000">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Varun Dubey</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Web dev</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Dept. Head</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2</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webdev_varu910</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varun@xyz.com</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1234567890</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extLst>
                  <a:ext uri="{0D108BD9-81ED-4DB2-BD59-A6C34878D82A}">
                    <a16:rowId xmlns:a16="http://schemas.microsoft.com/office/drawing/2014/main" val="10001"/>
                  </a:ext>
                </a:extLst>
              </a:tr>
              <a:tr h="336050">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Alankriti Patel</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Web dev</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Senior Front-end Dev</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4</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webdev_alan091</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alankriti@xyz.com</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2345678901</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extLst>
                  <a:ext uri="{0D108BD9-81ED-4DB2-BD59-A6C34878D82A}">
                    <a16:rowId xmlns:a16="http://schemas.microsoft.com/office/drawing/2014/main" val="10002"/>
                  </a:ext>
                </a:extLst>
              </a:tr>
              <a:tr h="611000">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Mary Cooper</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HR</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Dept. Head</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1</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HR_mary312</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mary@xyz.com</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0000000001</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extLst>
                  <a:ext uri="{0D108BD9-81ED-4DB2-BD59-A6C34878D82A}">
                    <a16:rowId xmlns:a16="http://schemas.microsoft.com/office/drawing/2014/main" val="10003"/>
                  </a:ext>
                </a:extLst>
              </a:tr>
            </a:tbl>
          </a:graphicData>
        </a:graphic>
      </p:graphicFrame>
      <p:sp>
        <p:nvSpPr>
          <p:cNvPr id="6" name="Google Shape;244;p20">
            <a:extLst>
              <a:ext uri="{FF2B5EF4-FFF2-40B4-BE49-F238E27FC236}">
                <a16:creationId xmlns:a16="http://schemas.microsoft.com/office/drawing/2014/main" id="{389DC201-7131-F3EF-DC4D-65C6C0A28B94}"/>
              </a:ext>
            </a:extLst>
          </p:cNvPr>
          <p:cNvSpPr/>
          <p:nvPr/>
        </p:nvSpPr>
        <p:spPr>
          <a:xfrm rot="3599267">
            <a:off x="4785864" y="4797774"/>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Tree>
    <p:extLst>
      <p:ext uri="{BB962C8B-B14F-4D97-AF65-F5344CB8AC3E}">
        <p14:creationId xmlns:p14="http://schemas.microsoft.com/office/powerpoint/2010/main" val="152342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478">
          <a:extLst>
            <a:ext uri="{FF2B5EF4-FFF2-40B4-BE49-F238E27FC236}">
              <a16:creationId xmlns:a16="http://schemas.microsoft.com/office/drawing/2014/main" id="{8943B8A4-8F3B-AB45-88D4-139CACACF69B}"/>
            </a:ext>
          </a:extLst>
        </p:cNvPr>
        <p:cNvGrpSpPr/>
        <p:nvPr/>
      </p:nvGrpSpPr>
      <p:grpSpPr>
        <a:xfrm>
          <a:off x="0" y="0"/>
          <a:ext cx="0" cy="0"/>
          <a:chOff x="0" y="0"/>
          <a:chExt cx="0" cy="0"/>
        </a:xfrm>
      </p:grpSpPr>
      <p:sp>
        <p:nvSpPr>
          <p:cNvPr id="1479" name="Google Shape;1479;p56">
            <a:extLst>
              <a:ext uri="{FF2B5EF4-FFF2-40B4-BE49-F238E27FC236}">
                <a16:creationId xmlns:a16="http://schemas.microsoft.com/office/drawing/2014/main" id="{F6936480-40F0-BB35-2228-C0DBCF5D0BBB}"/>
              </a:ext>
            </a:extLst>
          </p:cNvPr>
          <p:cNvSpPr/>
          <p:nvPr/>
        </p:nvSpPr>
        <p:spPr>
          <a:xfrm>
            <a:off x="0" y="0"/>
            <a:ext cx="9144000" cy="5143500"/>
          </a:xfrm>
          <a:prstGeom prst="rect">
            <a:avLst/>
          </a:prstGeom>
          <a:solidFill>
            <a:srgbClr val="EBE6D6"/>
          </a:solidFill>
          <a:ln w="19050" cap="flat" cmpd="sng">
            <a:solidFill>
              <a:srgbClr val="EFBC3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80" name="Google Shape;1480;p56">
            <a:extLst>
              <a:ext uri="{FF2B5EF4-FFF2-40B4-BE49-F238E27FC236}">
                <a16:creationId xmlns:a16="http://schemas.microsoft.com/office/drawing/2014/main" id="{A205B8B3-01FC-68EC-0230-96C8F42DFD8B}"/>
              </a:ext>
            </a:extLst>
          </p:cNvPr>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Employees</a:t>
            </a:r>
            <a:endParaRPr sz="2700">
              <a:solidFill>
                <a:srgbClr val="EFBC3F"/>
              </a:solidFill>
              <a:latin typeface="Dela Gothic One"/>
              <a:ea typeface="Dela Gothic One"/>
              <a:cs typeface="Dela Gothic One"/>
              <a:sym typeface="Dela Gothic One"/>
            </a:endParaRPr>
          </a:p>
        </p:txBody>
      </p:sp>
      <p:sp>
        <p:nvSpPr>
          <p:cNvPr id="1481" name="Google Shape;1481;p56">
            <a:extLst>
              <a:ext uri="{FF2B5EF4-FFF2-40B4-BE49-F238E27FC236}">
                <a16:creationId xmlns:a16="http://schemas.microsoft.com/office/drawing/2014/main" id="{B2DFBB02-3668-B620-B578-69B420DB593C}"/>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82" name="Google Shape;1482;p56">
            <a:extLst>
              <a:ext uri="{FF2B5EF4-FFF2-40B4-BE49-F238E27FC236}">
                <a16:creationId xmlns:a16="http://schemas.microsoft.com/office/drawing/2014/main" id="{6EAE2E31-BAC9-083D-2363-4A927ACB9A4C}"/>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483" name="Google Shape;1483;p56">
            <a:extLst>
              <a:ext uri="{FF2B5EF4-FFF2-40B4-BE49-F238E27FC236}">
                <a16:creationId xmlns:a16="http://schemas.microsoft.com/office/drawing/2014/main" id="{030A3DBD-4D2B-CD28-B249-3C056E99E809}"/>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Employees Screen</a:t>
            </a:r>
            <a:endParaRPr sz="1400" dirty="0">
              <a:solidFill>
                <a:srgbClr val="FFFFFF"/>
              </a:solidFill>
              <a:latin typeface="Work Sans"/>
              <a:ea typeface="Work Sans"/>
              <a:cs typeface="Work Sans"/>
              <a:sym typeface="Work Sans"/>
            </a:endParaRPr>
          </a:p>
        </p:txBody>
      </p:sp>
      <p:sp>
        <p:nvSpPr>
          <p:cNvPr id="1484" name="Google Shape;1484;p56">
            <a:extLst>
              <a:ext uri="{FF2B5EF4-FFF2-40B4-BE49-F238E27FC236}">
                <a16:creationId xmlns:a16="http://schemas.microsoft.com/office/drawing/2014/main" id="{223BC2CD-C134-F015-0206-DDADA8C7ADC7}"/>
              </a:ext>
            </a:extLst>
          </p:cNvPr>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485" name="Google Shape;1485;p56">
            <a:extLst>
              <a:ext uri="{FF2B5EF4-FFF2-40B4-BE49-F238E27FC236}">
                <a16:creationId xmlns:a16="http://schemas.microsoft.com/office/drawing/2014/main" id="{1F186F35-379A-EB0A-AFF2-2689718DE6A8}"/>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86" name="Google Shape;1486;p56">
            <a:extLst>
              <a:ext uri="{FF2B5EF4-FFF2-40B4-BE49-F238E27FC236}">
                <a16:creationId xmlns:a16="http://schemas.microsoft.com/office/drawing/2014/main" id="{1D0D7729-D45F-6413-C5E3-3957FD857BB2}"/>
              </a:ext>
            </a:extLst>
          </p:cNvPr>
          <p:cNvSpPr/>
          <p:nvPr/>
        </p:nvSpPr>
        <p:spPr>
          <a:xfrm rot="3599210">
            <a:off x="5247393" y="2687287"/>
            <a:ext cx="381448" cy="198520"/>
          </a:xfrm>
          <a:prstGeom prst="leftArrow">
            <a:avLst>
              <a:gd name="adj1" fmla="val 28308"/>
              <a:gd name="adj2" fmla="val 127803"/>
            </a:avLst>
          </a:prstGeom>
          <a:solidFill>
            <a:srgbClr val="FFFFFF"/>
          </a:solidFill>
          <a:ln w="16875" cap="flat" cmpd="sng">
            <a:solidFill>
              <a:srgbClr val="242424"/>
            </a:solidFill>
            <a:prstDash val="solid"/>
            <a:round/>
            <a:headEnd type="none" w="sm" len="sm"/>
            <a:tailEnd type="none" w="sm" len="sm"/>
          </a:ln>
          <a:effectLst>
            <a:outerShdw dist="84333" dir="7200000" algn="bl" rotWithShape="0">
              <a:srgbClr val="242424"/>
            </a:outerShdw>
          </a:effectLst>
        </p:spPr>
        <p:txBody>
          <a:bodyPr spcFirstLastPara="1" wrap="square" lIns="80950" tIns="80950" rIns="80950" bIns="80950" anchor="ctr" anchorCtr="0">
            <a:noAutofit/>
          </a:bodyPr>
          <a:lstStyle/>
          <a:p>
            <a:pPr marL="0" lvl="0" indent="0" algn="ctr" rtl="0">
              <a:spcBef>
                <a:spcPts val="0"/>
              </a:spcBef>
              <a:spcAft>
                <a:spcPts val="0"/>
              </a:spcAft>
              <a:buNone/>
            </a:pPr>
            <a:endParaRPr sz="1240">
              <a:latin typeface="Albert Sans"/>
              <a:ea typeface="Albert Sans"/>
              <a:cs typeface="Albert Sans"/>
              <a:sym typeface="Albert Sans"/>
            </a:endParaRPr>
          </a:p>
        </p:txBody>
      </p:sp>
      <p:sp>
        <p:nvSpPr>
          <p:cNvPr id="1487" name="Google Shape;1487;p56">
            <a:extLst>
              <a:ext uri="{FF2B5EF4-FFF2-40B4-BE49-F238E27FC236}">
                <a16:creationId xmlns:a16="http://schemas.microsoft.com/office/drawing/2014/main" id="{C6FCE440-9239-0FA6-24A1-E21BC21CF186}"/>
              </a:ext>
            </a:extLst>
          </p:cNvPr>
          <p:cNvSpPr txBox="1"/>
          <p:nvPr/>
        </p:nvSpPr>
        <p:spPr>
          <a:xfrm>
            <a:off x="8113100" y="6058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a:t>
            </a:r>
            <a:endParaRPr sz="1300">
              <a:solidFill>
                <a:srgbClr val="A47FA7"/>
              </a:solidFill>
              <a:latin typeface="Martian Mono"/>
              <a:ea typeface="Martian Mono"/>
              <a:cs typeface="Martian Mono"/>
              <a:sym typeface="Martian Mono"/>
            </a:endParaRPr>
          </a:p>
        </p:txBody>
      </p:sp>
      <p:graphicFrame>
        <p:nvGraphicFramePr>
          <p:cNvPr id="1488" name="Google Shape;1488;p56">
            <a:extLst>
              <a:ext uri="{FF2B5EF4-FFF2-40B4-BE49-F238E27FC236}">
                <a16:creationId xmlns:a16="http://schemas.microsoft.com/office/drawing/2014/main" id="{B57E9889-DEC0-DEF8-CB58-D9CBC6F03653}"/>
              </a:ext>
            </a:extLst>
          </p:cNvPr>
          <p:cNvGraphicFramePr/>
          <p:nvPr/>
        </p:nvGraphicFramePr>
        <p:xfrm>
          <a:off x="1001650" y="1348013"/>
          <a:ext cx="7140675" cy="2256672"/>
        </p:xfrm>
        <a:graphic>
          <a:graphicData uri="http://schemas.openxmlformats.org/drawingml/2006/table">
            <a:tbl>
              <a:tblPr>
                <a:noFill/>
              </a:tblPr>
              <a:tblGrid>
                <a:gridCol w="981925">
                  <a:extLst>
                    <a:ext uri="{9D8B030D-6E8A-4147-A177-3AD203B41FA5}">
                      <a16:colId xmlns:a16="http://schemas.microsoft.com/office/drawing/2014/main" val="20000"/>
                    </a:ext>
                  </a:extLst>
                </a:gridCol>
                <a:gridCol w="1024350">
                  <a:extLst>
                    <a:ext uri="{9D8B030D-6E8A-4147-A177-3AD203B41FA5}">
                      <a16:colId xmlns:a16="http://schemas.microsoft.com/office/drawing/2014/main" val="20001"/>
                    </a:ext>
                  </a:extLst>
                </a:gridCol>
                <a:gridCol w="1161600">
                  <a:extLst>
                    <a:ext uri="{9D8B030D-6E8A-4147-A177-3AD203B41FA5}">
                      <a16:colId xmlns:a16="http://schemas.microsoft.com/office/drawing/2014/main" val="20002"/>
                    </a:ext>
                  </a:extLst>
                </a:gridCol>
                <a:gridCol w="747325">
                  <a:extLst>
                    <a:ext uri="{9D8B030D-6E8A-4147-A177-3AD203B41FA5}">
                      <a16:colId xmlns:a16="http://schemas.microsoft.com/office/drawing/2014/main" val="20003"/>
                    </a:ext>
                  </a:extLst>
                </a:gridCol>
                <a:gridCol w="702600">
                  <a:extLst>
                    <a:ext uri="{9D8B030D-6E8A-4147-A177-3AD203B41FA5}">
                      <a16:colId xmlns:a16="http://schemas.microsoft.com/office/drawing/2014/main" val="20004"/>
                    </a:ext>
                  </a:extLst>
                </a:gridCol>
                <a:gridCol w="1572725">
                  <a:extLst>
                    <a:ext uri="{9D8B030D-6E8A-4147-A177-3AD203B41FA5}">
                      <a16:colId xmlns:a16="http://schemas.microsoft.com/office/drawing/2014/main" val="20005"/>
                    </a:ext>
                  </a:extLst>
                </a:gridCol>
                <a:gridCol w="950150">
                  <a:extLst>
                    <a:ext uri="{9D8B030D-6E8A-4147-A177-3AD203B41FA5}">
                      <a16:colId xmlns:a16="http://schemas.microsoft.com/office/drawing/2014/main" val="20006"/>
                    </a:ext>
                  </a:extLst>
                </a:gridCol>
              </a:tblGrid>
              <a:tr h="611000">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Name</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Department</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Designation</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l"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Years at company</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ID</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Email ID</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tc>
                  <a:txBody>
                    <a:bodyPr/>
                    <a:lstStyle/>
                    <a:p>
                      <a:pPr marL="0" lvl="0" indent="0" algn="ctr" rtl="0">
                        <a:lnSpc>
                          <a:spcPct val="115000"/>
                        </a:lnSpc>
                        <a:spcBef>
                          <a:spcPts val="0"/>
                        </a:spcBef>
                        <a:spcAft>
                          <a:spcPts val="0"/>
                        </a:spcAft>
                        <a:buNone/>
                      </a:pPr>
                      <a:r>
                        <a:rPr lang="en" sz="1000" b="1">
                          <a:solidFill>
                            <a:schemeClr val="lt2"/>
                          </a:solidFill>
                          <a:latin typeface="Martian Mono"/>
                          <a:ea typeface="Martian Mono"/>
                          <a:cs typeface="Martian Mono"/>
                          <a:sym typeface="Martian Mono"/>
                        </a:rPr>
                        <a:t>Phone no.</a:t>
                      </a:r>
                      <a:endParaRPr sz="1000" b="1">
                        <a:solidFill>
                          <a:schemeClr val="lt2"/>
                        </a:solidFill>
                        <a:latin typeface="Martian Mono"/>
                        <a:ea typeface="Martian Mono"/>
                        <a:cs typeface="Martian Mono"/>
                        <a:sym typeface="Martian Mono"/>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7B8898"/>
                    </a:solidFill>
                  </a:tcPr>
                </a:tc>
                <a:extLst>
                  <a:ext uri="{0D108BD9-81ED-4DB2-BD59-A6C34878D82A}">
                    <a16:rowId xmlns:a16="http://schemas.microsoft.com/office/drawing/2014/main" val="10000"/>
                  </a:ext>
                </a:extLst>
              </a:tr>
              <a:tr h="611000">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Varun Dubey</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Web dev</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Dept. Head</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2</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webdev_varu910</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varun@xyz.com</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1234567890</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extLst>
                  <a:ext uri="{0D108BD9-81ED-4DB2-BD59-A6C34878D82A}">
                    <a16:rowId xmlns:a16="http://schemas.microsoft.com/office/drawing/2014/main" val="10001"/>
                  </a:ext>
                </a:extLst>
              </a:tr>
              <a:tr h="336050">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Alankriti Patel</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Web dev</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Senior Front-end Dev</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4</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webdev_alan091</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alankriti@xyz.com</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2345678901</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DC0AD"/>
                    </a:solidFill>
                  </a:tcPr>
                </a:tc>
                <a:extLst>
                  <a:ext uri="{0D108BD9-81ED-4DB2-BD59-A6C34878D82A}">
                    <a16:rowId xmlns:a16="http://schemas.microsoft.com/office/drawing/2014/main" val="10002"/>
                  </a:ext>
                </a:extLst>
              </a:tr>
              <a:tr h="611000">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Mary Cooper</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HR</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Dept. Head</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a:solidFill>
                            <a:schemeClr val="bg2"/>
                          </a:solidFill>
                          <a:latin typeface="Noto Serif Gujarati"/>
                          <a:ea typeface="Noto Serif Gujarati"/>
                          <a:cs typeface="Noto Serif Gujarati"/>
                          <a:sym typeface="Noto Serif Gujarati"/>
                        </a:rPr>
                        <a:t>1</a:t>
                      </a:r>
                      <a:endParaRPr sz="110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HR_mary312</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mary@xyz.com</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tc>
                  <a:txBody>
                    <a:bodyPr/>
                    <a:lstStyle/>
                    <a:p>
                      <a:pPr marL="0" lvl="0" indent="0" algn="ctr" rtl="0">
                        <a:lnSpc>
                          <a:spcPct val="115000"/>
                        </a:lnSpc>
                        <a:spcBef>
                          <a:spcPts val="0"/>
                        </a:spcBef>
                        <a:spcAft>
                          <a:spcPts val="0"/>
                        </a:spcAft>
                        <a:buNone/>
                      </a:pPr>
                      <a:r>
                        <a:rPr lang="en" sz="1100" dirty="0">
                          <a:solidFill>
                            <a:schemeClr val="bg2"/>
                          </a:solidFill>
                          <a:latin typeface="Noto Serif Gujarati"/>
                          <a:ea typeface="Noto Serif Gujarati"/>
                          <a:cs typeface="Noto Serif Gujarati"/>
                          <a:sym typeface="Noto Serif Gujarati"/>
                        </a:rPr>
                        <a:t>0000000001</a:t>
                      </a:r>
                      <a:endParaRPr sz="1100" dirty="0">
                        <a:solidFill>
                          <a:schemeClr val="bg2"/>
                        </a:solidFill>
                        <a:latin typeface="Noto Serif Gujarati"/>
                        <a:ea typeface="Noto Serif Gujarati"/>
                        <a:cs typeface="Noto Serif Gujarati"/>
                        <a:sym typeface="Noto Serif Gujarati"/>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BF3"/>
                    </a:solidFill>
                  </a:tcPr>
                </a:tc>
                <a:extLst>
                  <a:ext uri="{0D108BD9-81ED-4DB2-BD59-A6C34878D82A}">
                    <a16:rowId xmlns:a16="http://schemas.microsoft.com/office/drawing/2014/main" val="10003"/>
                  </a:ext>
                </a:extLst>
              </a:tr>
            </a:tbl>
          </a:graphicData>
        </a:graphic>
      </p:graphicFrame>
      <p:sp>
        <p:nvSpPr>
          <p:cNvPr id="6" name="Google Shape;244;p20">
            <a:extLst>
              <a:ext uri="{FF2B5EF4-FFF2-40B4-BE49-F238E27FC236}">
                <a16:creationId xmlns:a16="http://schemas.microsoft.com/office/drawing/2014/main" id="{8113D309-AC0B-126C-04B1-E3FE5B52F899}"/>
              </a:ext>
            </a:extLst>
          </p:cNvPr>
          <p:cNvSpPr/>
          <p:nvPr/>
        </p:nvSpPr>
        <p:spPr>
          <a:xfrm rot="3599267">
            <a:off x="672471" y="768373"/>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Tree>
    <p:extLst>
      <p:ext uri="{BB962C8B-B14F-4D97-AF65-F5344CB8AC3E}">
        <p14:creationId xmlns:p14="http://schemas.microsoft.com/office/powerpoint/2010/main" val="3295211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639">
          <a:extLst>
            <a:ext uri="{FF2B5EF4-FFF2-40B4-BE49-F238E27FC236}">
              <a16:creationId xmlns:a16="http://schemas.microsoft.com/office/drawing/2014/main" id="{152416F7-D28E-CF4A-1052-4399B62D788B}"/>
            </a:ext>
          </a:extLst>
        </p:cNvPr>
        <p:cNvGrpSpPr/>
        <p:nvPr/>
      </p:nvGrpSpPr>
      <p:grpSpPr>
        <a:xfrm>
          <a:off x="0" y="0"/>
          <a:ext cx="0" cy="0"/>
          <a:chOff x="0" y="0"/>
          <a:chExt cx="0" cy="0"/>
        </a:xfrm>
      </p:grpSpPr>
      <p:sp>
        <p:nvSpPr>
          <p:cNvPr id="641" name="Google Shape;641;p33">
            <a:extLst>
              <a:ext uri="{FF2B5EF4-FFF2-40B4-BE49-F238E27FC236}">
                <a16:creationId xmlns:a16="http://schemas.microsoft.com/office/drawing/2014/main" id="{CC5EF869-1B20-5CD4-0E3E-48AE068CA5CB}"/>
              </a:ext>
            </a:extLst>
          </p:cNvPr>
          <p:cNvSpPr/>
          <p:nvPr/>
        </p:nvSpPr>
        <p:spPr>
          <a:xfrm>
            <a:off x="79489" y="5242142"/>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642" name="Google Shape;642;p33">
            <a:extLst>
              <a:ext uri="{FF2B5EF4-FFF2-40B4-BE49-F238E27FC236}">
                <a16:creationId xmlns:a16="http://schemas.microsoft.com/office/drawing/2014/main" id="{72B6A9D3-5E02-6A86-50FF-07627EA26839}"/>
              </a:ext>
            </a:extLst>
          </p:cNvPr>
          <p:cNvSpPr txBox="1">
            <a:spLocks noGrp="1"/>
          </p:cNvSpPr>
          <p:nvPr>
            <p:ph type="title" idx="4294967295"/>
          </p:nvPr>
        </p:nvSpPr>
        <p:spPr>
          <a:xfrm>
            <a:off x="410360" y="5222362"/>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dirty="0">
                <a:solidFill>
                  <a:srgbClr val="FFFFFF"/>
                </a:solidFill>
                <a:latin typeface="Work Sans"/>
                <a:ea typeface="Work Sans"/>
                <a:cs typeface="Work Sans"/>
                <a:sym typeface="Work Sans"/>
              </a:rPr>
              <a:t>Main Menu</a:t>
            </a:r>
            <a:endParaRPr sz="1400" dirty="0">
              <a:solidFill>
                <a:srgbClr val="FFFFFF"/>
              </a:solidFill>
              <a:latin typeface="Work Sans"/>
              <a:ea typeface="Work Sans"/>
              <a:cs typeface="Work Sans"/>
              <a:sym typeface="Work Sans"/>
            </a:endParaRPr>
          </a:p>
        </p:txBody>
      </p:sp>
      <p:grpSp>
        <p:nvGrpSpPr>
          <p:cNvPr id="643" name="Google Shape;643;p33">
            <a:extLst>
              <a:ext uri="{FF2B5EF4-FFF2-40B4-BE49-F238E27FC236}">
                <a16:creationId xmlns:a16="http://schemas.microsoft.com/office/drawing/2014/main" id="{D537A6C9-E402-B604-EFD5-1F52B7F946CF}"/>
              </a:ext>
            </a:extLst>
          </p:cNvPr>
          <p:cNvGrpSpPr/>
          <p:nvPr/>
        </p:nvGrpSpPr>
        <p:grpSpPr>
          <a:xfrm>
            <a:off x="1242825" y="189704"/>
            <a:ext cx="6658350" cy="1385100"/>
            <a:chOff x="1242825" y="1879204"/>
            <a:chExt cx="6658350" cy="1385100"/>
          </a:xfrm>
        </p:grpSpPr>
        <p:sp>
          <p:nvSpPr>
            <p:cNvPr id="644" name="Google Shape;644;p33">
              <a:extLst>
                <a:ext uri="{FF2B5EF4-FFF2-40B4-BE49-F238E27FC236}">
                  <a16:creationId xmlns:a16="http://schemas.microsoft.com/office/drawing/2014/main" id="{C395389A-7519-1EFE-D275-68525A222EAC}"/>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645" name="Google Shape;645;p33">
              <a:extLst>
                <a:ext uri="{FF2B5EF4-FFF2-40B4-BE49-F238E27FC236}">
                  <a16:creationId xmlns:a16="http://schemas.microsoft.com/office/drawing/2014/main" id="{BADF12E0-9EAA-B803-A7B3-21E0A7DC08AC}"/>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646" name="Google Shape;646;p33">
              <a:extLst>
                <a:ext uri="{FF2B5EF4-FFF2-40B4-BE49-F238E27FC236}">
                  <a16:creationId xmlns:a16="http://schemas.microsoft.com/office/drawing/2014/main" id="{753AD04E-DD90-2049-EC8E-D1AE1AED390E}"/>
                </a:ext>
              </a:extLst>
            </p:cNvPr>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647" name="Google Shape;647;p33">
              <a:extLst>
                <a:ext uri="{FF2B5EF4-FFF2-40B4-BE49-F238E27FC236}">
                  <a16:creationId xmlns:a16="http://schemas.microsoft.com/office/drawing/2014/main" id="{86BFD01C-DADE-5D5E-28D8-4588A22E8DFC}"/>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648" name="Google Shape;648;p33">
              <a:extLst>
                <a:ext uri="{FF2B5EF4-FFF2-40B4-BE49-F238E27FC236}">
                  <a16:creationId xmlns:a16="http://schemas.microsoft.com/office/drawing/2014/main" id="{7B9AB657-4ED9-2856-50E1-E6E001DCED11}"/>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649" name="Google Shape;649;p33">
              <a:extLst>
                <a:ext uri="{FF2B5EF4-FFF2-40B4-BE49-F238E27FC236}">
                  <a16:creationId xmlns:a16="http://schemas.microsoft.com/office/drawing/2014/main" id="{3F556CA5-E006-774D-AF7E-F577A904D163}"/>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650" name="Google Shape;650;p33">
              <a:extLst>
                <a:ext uri="{FF2B5EF4-FFF2-40B4-BE49-F238E27FC236}">
                  <a16:creationId xmlns:a16="http://schemas.microsoft.com/office/drawing/2014/main" id="{AA93665B-53FE-FF8D-A4C7-356EE3A256BF}"/>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651" name="Google Shape;651;p33">
              <a:extLst>
                <a:ext uri="{FF2B5EF4-FFF2-40B4-BE49-F238E27FC236}">
                  <a16:creationId xmlns:a16="http://schemas.microsoft.com/office/drawing/2014/main" id="{5657371A-9A9F-3463-70E1-06E77B130AA2}"/>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52" name="Google Shape;652;p33">
              <a:extLst>
                <a:ext uri="{FF2B5EF4-FFF2-40B4-BE49-F238E27FC236}">
                  <a16:creationId xmlns:a16="http://schemas.microsoft.com/office/drawing/2014/main" id="{6DFCC3F6-4F48-EEB6-F158-78D9FD3D0817}"/>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653" name="Google Shape;653;p33">
            <a:extLst>
              <a:ext uri="{FF2B5EF4-FFF2-40B4-BE49-F238E27FC236}">
                <a16:creationId xmlns:a16="http://schemas.microsoft.com/office/drawing/2014/main" id="{C5D8DBC5-9120-26BE-7E7D-818F58512400}"/>
              </a:ext>
            </a:extLst>
          </p:cNvPr>
          <p:cNvGrpSpPr/>
          <p:nvPr/>
        </p:nvGrpSpPr>
        <p:grpSpPr>
          <a:xfrm>
            <a:off x="1242825" y="3447004"/>
            <a:ext cx="6658350" cy="1385100"/>
            <a:chOff x="1242825" y="1879204"/>
            <a:chExt cx="6658350" cy="1385100"/>
          </a:xfrm>
        </p:grpSpPr>
        <p:sp>
          <p:nvSpPr>
            <p:cNvPr id="654" name="Google Shape;654;p33">
              <a:extLst>
                <a:ext uri="{FF2B5EF4-FFF2-40B4-BE49-F238E27FC236}">
                  <a16:creationId xmlns:a16="http://schemas.microsoft.com/office/drawing/2014/main" id="{49DCD4C5-D2F7-C8AF-4A3E-A6C683BF0EF9}"/>
                </a:ext>
              </a:extLst>
            </p:cNvPr>
            <p:cNvSpPr/>
            <p:nvPr/>
          </p:nvSpPr>
          <p:spPr>
            <a:xfrm>
              <a:off x="1242825" y="1879204"/>
              <a:ext cx="2069700" cy="1385100"/>
            </a:xfrm>
            <a:prstGeom prst="roundRect">
              <a:avLst>
                <a:gd name="adj" fmla="val 16667"/>
              </a:avLst>
            </a:prstGeom>
            <a:solidFill>
              <a:srgbClr val="BFD2F1"/>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#07</a:t>
              </a:r>
              <a:endParaRPr b="1">
                <a:solidFill>
                  <a:srgbClr val="FEFEFE"/>
                </a:solidFill>
                <a:latin typeface="Alegreya"/>
                <a:ea typeface="Alegreya"/>
                <a:cs typeface="Alegreya"/>
                <a:sym typeface="Alegreya"/>
              </a:endParaRPr>
            </a:p>
          </p:txBody>
        </p:sp>
        <p:sp>
          <p:nvSpPr>
            <p:cNvPr id="655" name="Google Shape;655;p33">
              <a:extLst>
                <a:ext uri="{FF2B5EF4-FFF2-40B4-BE49-F238E27FC236}">
                  <a16:creationId xmlns:a16="http://schemas.microsoft.com/office/drawing/2014/main" id="{744FE6FC-2DD8-2369-C9DF-71CF54BD8FA3}"/>
                </a:ext>
              </a:extLst>
            </p:cNvPr>
            <p:cNvSpPr/>
            <p:nvPr/>
          </p:nvSpPr>
          <p:spPr>
            <a:xfrm>
              <a:off x="3537150" y="1879204"/>
              <a:ext cx="2069700" cy="1385100"/>
            </a:xfrm>
            <a:prstGeom prst="roundRect">
              <a:avLst>
                <a:gd name="adj" fmla="val 16667"/>
              </a:avLst>
            </a:prstGeom>
            <a:solidFill>
              <a:srgbClr val="FF8298"/>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#08</a:t>
              </a:r>
              <a:endParaRPr b="1">
                <a:solidFill>
                  <a:srgbClr val="FEFEFE"/>
                </a:solidFill>
                <a:latin typeface="Alegreya"/>
                <a:ea typeface="Alegreya"/>
                <a:cs typeface="Alegreya"/>
                <a:sym typeface="Alegreya"/>
              </a:endParaRPr>
            </a:p>
          </p:txBody>
        </p:sp>
        <p:sp>
          <p:nvSpPr>
            <p:cNvPr id="656" name="Google Shape;656;p33">
              <a:extLst>
                <a:ext uri="{FF2B5EF4-FFF2-40B4-BE49-F238E27FC236}">
                  <a16:creationId xmlns:a16="http://schemas.microsoft.com/office/drawing/2014/main" id="{60DF63DF-9DA4-9194-E70F-867D838D7D5A}"/>
                </a:ext>
              </a:extLst>
            </p:cNvPr>
            <p:cNvSpPr/>
            <p:nvPr/>
          </p:nvSpPr>
          <p:spPr>
            <a:xfrm>
              <a:off x="5831475" y="1879204"/>
              <a:ext cx="2069700" cy="1385100"/>
            </a:xfrm>
            <a:prstGeom prst="roundRect">
              <a:avLst>
                <a:gd name="adj" fmla="val 16667"/>
              </a:avLst>
            </a:prstGeom>
            <a:solidFill>
              <a:srgbClr val="DBFEBC"/>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#09</a:t>
              </a:r>
              <a:endParaRPr b="1">
                <a:solidFill>
                  <a:srgbClr val="040404"/>
                </a:solidFill>
                <a:latin typeface="Alegreya"/>
                <a:ea typeface="Alegreya"/>
                <a:cs typeface="Alegreya"/>
                <a:sym typeface="Alegreya"/>
              </a:endParaRPr>
            </a:p>
          </p:txBody>
        </p:sp>
        <p:sp>
          <p:nvSpPr>
            <p:cNvPr id="657" name="Google Shape;657;p33">
              <a:extLst>
                <a:ext uri="{FF2B5EF4-FFF2-40B4-BE49-F238E27FC236}">
                  <a16:creationId xmlns:a16="http://schemas.microsoft.com/office/drawing/2014/main" id="{DE387473-11CC-421E-3406-FD621D4AF8C3}"/>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Clients </a:t>
              </a:r>
              <a:endParaRPr sz="1800" dirty="0">
                <a:solidFill>
                  <a:srgbClr val="FEFEFE"/>
                </a:solidFill>
                <a:latin typeface="Alegreya"/>
                <a:ea typeface="Alegreya"/>
                <a:cs typeface="Alegreya"/>
                <a:sym typeface="Alegreya"/>
              </a:endParaRPr>
            </a:p>
          </p:txBody>
        </p:sp>
        <p:sp>
          <p:nvSpPr>
            <p:cNvPr id="658" name="Google Shape;658;p33">
              <a:extLst>
                <a:ext uri="{FF2B5EF4-FFF2-40B4-BE49-F238E27FC236}">
                  <a16:creationId xmlns:a16="http://schemas.microsoft.com/office/drawing/2014/main" id="{3C221779-4B33-1382-DA8B-A5BCFC9C8A57}"/>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Employees</a:t>
              </a:r>
              <a:endParaRPr sz="1800">
                <a:solidFill>
                  <a:srgbClr val="FEFEFE"/>
                </a:solidFill>
                <a:latin typeface="Alegreya"/>
                <a:ea typeface="Alegreya"/>
                <a:cs typeface="Alegreya"/>
                <a:sym typeface="Alegreya"/>
              </a:endParaRPr>
            </a:p>
          </p:txBody>
        </p:sp>
        <p:sp>
          <p:nvSpPr>
            <p:cNvPr id="659" name="Google Shape;659;p33">
              <a:extLst>
                <a:ext uri="{FF2B5EF4-FFF2-40B4-BE49-F238E27FC236}">
                  <a16:creationId xmlns:a16="http://schemas.microsoft.com/office/drawing/2014/main" id="{12BA4236-73A6-5E38-B5F0-CF36EE393764}"/>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800" dirty="0">
                  <a:solidFill>
                    <a:srgbClr val="111111"/>
                  </a:solidFill>
                  <a:latin typeface="Alegreya"/>
                  <a:ea typeface="Alegreya"/>
                  <a:cs typeface="Alegreya"/>
                  <a:sym typeface="Alegreya"/>
                </a:rPr>
                <a:t>All Projects</a:t>
              </a:r>
              <a:endParaRPr sz="1800" dirty="0">
                <a:solidFill>
                  <a:srgbClr val="111111"/>
                </a:solidFill>
                <a:latin typeface="Alegreya"/>
                <a:ea typeface="Alegreya"/>
                <a:cs typeface="Alegreya"/>
                <a:sym typeface="Alegreya"/>
              </a:endParaRPr>
            </a:p>
          </p:txBody>
        </p:sp>
        <p:sp>
          <p:nvSpPr>
            <p:cNvPr id="660" name="Google Shape;660;p33">
              <a:extLst>
                <a:ext uri="{FF2B5EF4-FFF2-40B4-BE49-F238E27FC236}">
                  <a16:creationId xmlns:a16="http://schemas.microsoft.com/office/drawing/2014/main" id="{2001D415-5D84-4664-9BD1-72FEB485D09C}"/>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661" name="Google Shape;661;p33">
              <a:extLst>
                <a:ext uri="{FF2B5EF4-FFF2-40B4-BE49-F238E27FC236}">
                  <a16:creationId xmlns:a16="http://schemas.microsoft.com/office/drawing/2014/main" id="{BAE85671-120A-969D-BA41-0B928747D046}"/>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62" name="Google Shape;662;p33">
              <a:extLst>
                <a:ext uri="{FF2B5EF4-FFF2-40B4-BE49-F238E27FC236}">
                  <a16:creationId xmlns:a16="http://schemas.microsoft.com/office/drawing/2014/main" id="{ECC9001A-6446-8736-D368-AAA497CCDE21}"/>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663" name="Google Shape;663;p33">
            <a:extLst>
              <a:ext uri="{FF2B5EF4-FFF2-40B4-BE49-F238E27FC236}">
                <a16:creationId xmlns:a16="http://schemas.microsoft.com/office/drawing/2014/main" id="{3E709090-88BF-3E89-186C-8B9C9FBA5083}"/>
              </a:ext>
            </a:extLst>
          </p:cNvPr>
          <p:cNvGrpSpPr/>
          <p:nvPr/>
        </p:nvGrpSpPr>
        <p:grpSpPr>
          <a:xfrm>
            <a:off x="1242825" y="1818354"/>
            <a:ext cx="4364025" cy="1385100"/>
            <a:chOff x="1242825" y="1879204"/>
            <a:chExt cx="4364025" cy="1385100"/>
          </a:xfrm>
        </p:grpSpPr>
        <p:sp>
          <p:nvSpPr>
            <p:cNvPr id="664" name="Google Shape;664;p33">
              <a:extLst>
                <a:ext uri="{FF2B5EF4-FFF2-40B4-BE49-F238E27FC236}">
                  <a16:creationId xmlns:a16="http://schemas.microsoft.com/office/drawing/2014/main" id="{817053C9-703B-6343-103D-4E9640AFFC7F}"/>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665" name="Google Shape;665;p33">
              <a:extLst>
                <a:ext uri="{FF2B5EF4-FFF2-40B4-BE49-F238E27FC236}">
                  <a16:creationId xmlns:a16="http://schemas.microsoft.com/office/drawing/2014/main" id="{3FFE5728-0A0E-0B6B-DA06-A154B967237F}"/>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667" name="Google Shape;667;p33">
              <a:extLst>
                <a:ext uri="{FF2B5EF4-FFF2-40B4-BE49-F238E27FC236}">
                  <a16:creationId xmlns:a16="http://schemas.microsoft.com/office/drawing/2014/main" id="{E9E422DE-3B79-75EA-71BA-07F6770AAB5E}"/>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rgbClr val="FEFEFE"/>
                  </a:solidFill>
                  <a:latin typeface="Alegreya"/>
                  <a:ea typeface="Alegreya"/>
                  <a:cs typeface="Alegreya"/>
                  <a:sym typeface="Alegreya"/>
                </a:rPr>
                <a:t>My Projects</a:t>
              </a:r>
              <a:endParaRPr sz="1800" dirty="0">
                <a:solidFill>
                  <a:srgbClr val="FEFEFE"/>
                </a:solidFill>
                <a:latin typeface="Alegreya"/>
                <a:ea typeface="Alegreya"/>
                <a:cs typeface="Alegreya"/>
                <a:sym typeface="Alegreya"/>
              </a:endParaRPr>
            </a:p>
          </p:txBody>
        </p:sp>
        <p:sp>
          <p:nvSpPr>
            <p:cNvPr id="668" name="Google Shape;668;p33">
              <a:extLst>
                <a:ext uri="{FF2B5EF4-FFF2-40B4-BE49-F238E27FC236}">
                  <a16:creationId xmlns:a16="http://schemas.microsoft.com/office/drawing/2014/main" id="{4068C148-F8E6-7B86-89A9-6EA9751F964C}"/>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671" name="Google Shape;671;p33">
              <a:extLst>
                <a:ext uri="{FF2B5EF4-FFF2-40B4-BE49-F238E27FC236}">
                  <a16:creationId xmlns:a16="http://schemas.microsoft.com/office/drawing/2014/main" id="{9755B8AA-CB35-1072-392A-FEE592414F2C}"/>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672" name="Google Shape;672;p33">
              <a:extLst>
                <a:ext uri="{FF2B5EF4-FFF2-40B4-BE49-F238E27FC236}">
                  <a16:creationId xmlns:a16="http://schemas.microsoft.com/office/drawing/2014/main" id="{D81EB1AD-AE87-2C14-73B1-42D5CCE9FADA}"/>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676" name="Google Shape;676;p33">
            <a:extLst>
              <a:ext uri="{FF2B5EF4-FFF2-40B4-BE49-F238E27FC236}">
                <a16:creationId xmlns:a16="http://schemas.microsoft.com/office/drawing/2014/main" id="{E428E742-F459-AC98-0DB7-8B2AAF4E5081}"/>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 name="Google Shape;615;p32">
            <a:extLst>
              <a:ext uri="{FF2B5EF4-FFF2-40B4-BE49-F238E27FC236}">
                <a16:creationId xmlns:a16="http://schemas.microsoft.com/office/drawing/2014/main" id="{53D3E05D-4A0A-2087-0D6A-0B2B618084D0}"/>
              </a:ext>
            </a:extLst>
          </p:cNvPr>
          <p:cNvSpPr/>
          <p:nvPr/>
        </p:nvSpPr>
        <p:spPr>
          <a:xfrm>
            <a:off x="8926800" y="2434988"/>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 name="Google Shape;612;p32">
            <a:extLst>
              <a:ext uri="{FF2B5EF4-FFF2-40B4-BE49-F238E27FC236}">
                <a16:creationId xmlns:a16="http://schemas.microsoft.com/office/drawing/2014/main" id="{86959F1A-DDC7-4C8A-F187-610DCC6119B7}"/>
              </a:ext>
            </a:extLst>
          </p:cNvPr>
          <p:cNvSpPr txBox="1"/>
          <p:nvPr/>
        </p:nvSpPr>
        <p:spPr>
          <a:xfrm>
            <a:off x="2577750" y="-978289"/>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dirty="0">
                <a:solidFill>
                  <a:srgbClr val="EFBC3F"/>
                </a:solidFill>
                <a:latin typeface="Dela Gothic One"/>
                <a:ea typeface="Dela Gothic One"/>
                <a:cs typeface="Dela Gothic One"/>
                <a:sym typeface="Dela Gothic One"/>
              </a:rPr>
              <a:t>Hi, Gurlakshpreet</a:t>
            </a:r>
            <a:endParaRPr sz="2700" dirty="0">
              <a:solidFill>
                <a:srgbClr val="EFBC3F"/>
              </a:solidFill>
              <a:latin typeface="Dela Gothic One"/>
              <a:ea typeface="Dela Gothic One"/>
              <a:cs typeface="Dela Gothic One"/>
              <a:sym typeface="Dela Gothic One"/>
            </a:endParaRPr>
          </a:p>
        </p:txBody>
      </p:sp>
      <p:sp>
        <p:nvSpPr>
          <p:cNvPr id="2" name="Google Shape;244;p20">
            <a:extLst>
              <a:ext uri="{FF2B5EF4-FFF2-40B4-BE49-F238E27FC236}">
                <a16:creationId xmlns:a16="http://schemas.microsoft.com/office/drawing/2014/main" id="{12ED97B5-04E9-0140-C25B-47AEC72FBD12}"/>
              </a:ext>
            </a:extLst>
          </p:cNvPr>
          <p:cNvSpPr/>
          <p:nvPr/>
        </p:nvSpPr>
        <p:spPr>
          <a:xfrm rot="3599267">
            <a:off x="643244" y="768373"/>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Tree>
    <p:extLst>
      <p:ext uri="{BB962C8B-B14F-4D97-AF65-F5344CB8AC3E}">
        <p14:creationId xmlns:p14="http://schemas.microsoft.com/office/powerpoint/2010/main" val="466166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72222E-6 1.97531E-6 L 0.69097 0.76173 " pathEditMode="relative" rAng="0" ptsTypes="AA">
                                      <p:cBhvr>
                                        <p:cTn id="6" dur="2000" fill="hold"/>
                                        <p:tgtEl>
                                          <p:spTgt spid="2"/>
                                        </p:tgtEl>
                                        <p:attrNameLst>
                                          <p:attrName>ppt_x</p:attrName>
                                          <p:attrName>ppt_y</p:attrName>
                                        </p:attrNameLst>
                                      </p:cBhvr>
                                      <p:rCtr x="34549" y="3808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262">
          <a:extLst>
            <a:ext uri="{FF2B5EF4-FFF2-40B4-BE49-F238E27FC236}">
              <a16:creationId xmlns:a16="http://schemas.microsoft.com/office/drawing/2014/main" id="{D7189498-9FE3-1BEF-567E-EC0568EA331A}"/>
            </a:ext>
          </a:extLst>
        </p:cNvPr>
        <p:cNvGrpSpPr/>
        <p:nvPr/>
      </p:nvGrpSpPr>
      <p:grpSpPr>
        <a:xfrm>
          <a:off x="0" y="0"/>
          <a:ext cx="0" cy="0"/>
          <a:chOff x="0" y="0"/>
          <a:chExt cx="0" cy="0"/>
        </a:xfrm>
      </p:grpSpPr>
      <p:grpSp>
        <p:nvGrpSpPr>
          <p:cNvPr id="21" name="Google Shape;767;p36">
            <a:extLst>
              <a:ext uri="{FF2B5EF4-FFF2-40B4-BE49-F238E27FC236}">
                <a16:creationId xmlns:a16="http://schemas.microsoft.com/office/drawing/2014/main" id="{514CBBCD-F506-F065-7566-C75498838D36}"/>
              </a:ext>
            </a:extLst>
          </p:cNvPr>
          <p:cNvGrpSpPr/>
          <p:nvPr/>
        </p:nvGrpSpPr>
        <p:grpSpPr>
          <a:xfrm>
            <a:off x="966018" y="4189497"/>
            <a:ext cx="7198689" cy="2113737"/>
            <a:chOff x="637000" y="1416450"/>
            <a:chExt cx="7870000" cy="2310600"/>
          </a:xfrm>
        </p:grpSpPr>
        <p:sp>
          <p:nvSpPr>
            <p:cNvPr id="22" name="Google Shape;768;p36">
              <a:extLst>
                <a:ext uri="{FF2B5EF4-FFF2-40B4-BE49-F238E27FC236}">
                  <a16:creationId xmlns:a16="http://schemas.microsoft.com/office/drawing/2014/main" id="{8F8F7657-B97B-68BC-8A24-0133C7814466}"/>
                </a:ext>
              </a:extLst>
            </p:cNvPr>
            <p:cNvSpPr/>
            <p:nvPr/>
          </p:nvSpPr>
          <p:spPr>
            <a:xfrm>
              <a:off x="63700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23" name="Google Shape;769;p36">
              <a:extLst>
                <a:ext uri="{FF2B5EF4-FFF2-40B4-BE49-F238E27FC236}">
                  <a16:creationId xmlns:a16="http://schemas.microsoft.com/office/drawing/2014/main" id="{21F19DCA-08AC-2AF9-297D-7114A6BC787B}"/>
                </a:ext>
              </a:extLst>
            </p:cNvPr>
            <p:cNvSpPr/>
            <p:nvPr/>
          </p:nvSpPr>
          <p:spPr>
            <a:xfrm>
              <a:off x="641250" y="1826750"/>
              <a:ext cx="2524200" cy="848400"/>
            </a:xfrm>
            <a:prstGeom prst="homePlate">
              <a:avLst>
                <a:gd name="adj" fmla="val 50581"/>
              </a:avLst>
            </a:prstGeom>
            <a:solidFill>
              <a:srgbClr val="E0F0A9"/>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24" name="Google Shape;770;p36">
              <a:extLst>
                <a:ext uri="{FF2B5EF4-FFF2-40B4-BE49-F238E27FC236}">
                  <a16:creationId xmlns:a16="http://schemas.microsoft.com/office/drawing/2014/main" id="{76A74ED3-504D-DB0A-8715-43A2F5E98F06}"/>
                </a:ext>
              </a:extLst>
            </p:cNvPr>
            <p:cNvSpPr txBox="1"/>
            <p:nvPr/>
          </p:nvSpPr>
          <p:spPr>
            <a:xfrm>
              <a:off x="63700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dirty="0">
                  <a:latin typeface="Barlow Semi Condensed"/>
                  <a:ea typeface="Barlow Semi Condensed"/>
                  <a:cs typeface="Barlow Semi Condensed"/>
                  <a:sym typeface="Barlow Semi Condensed"/>
                </a:rPr>
                <a:t>Mobile Fitness App UI Figma…</a:t>
              </a:r>
              <a:endParaRPr sz="2378" b="1" dirty="0">
                <a:latin typeface="Barlow Semi Condensed"/>
                <a:ea typeface="Barlow Semi Condensed"/>
                <a:cs typeface="Barlow Semi Condensed"/>
                <a:sym typeface="Barlow Semi Condensed"/>
              </a:endParaRPr>
            </a:p>
          </p:txBody>
        </p:sp>
        <p:sp>
          <p:nvSpPr>
            <p:cNvPr id="25" name="Google Shape;771;p36">
              <a:extLst>
                <a:ext uri="{FF2B5EF4-FFF2-40B4-BE49-F238E27FC236}">
                  <a16:creationId xmlns:a16="http://schemas.microsoft.com/office/drawing/2014/main" id="{72B48F36-5603-5B2B-E3A6-58183602E606}"/>
                </a:ext>
              </a:extLst>
            </p:cNvPr>
            <p:cNvSpPr txBox="1"/>
            <p:nvPr/>
          </p:nvSpPr>
          <p:spPr>
            <a:xfrm>
              <a:off x="63700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dirty="0">
                  <a:latin typeface="Barlow Semi Condensed"/>
                  <a:ea typeface="Barlow Semi Condensed"/>
                  <a:cs typeface="Barlow Semi Condensed"/>
                  <a:sym typeface="Barlow Semi Condensed"/>
                </a:rPr>
                <a:t>A single-page website for DPS Satna to introduce viewers to its facilities and generate leads for admissions.</a:t>
              </a:r>
              <a:endParaRPr sz="1098" dirty="0">
                <a:latin typeface="Barlow Semi Condensed"/>
                <a:ea typeface="Barlow Semi Condensed"/>
                <a:cs typeface="Barlow Semi Condensed"/>
                <a:sym typeface="Barlow Semi Condensed"/>
              </a:endParaRPr>
            </a:p>
          </p:txBody>
        </p:sp>
        <p:sp>
          <p:nvSpPr>
            <p:cNvPr id="26" name="Google Shape;772;p36">
              <a:extLst>
                <a:ext uri="{FF2B5EF4-FFF2-40B4-BE49-F238E27FC236}">
                  <a16:creationId xmlns:a16="http://schemas.microsoft.com/office/drawing/2014/main" id="{C2733A92-2182-3F27-7CC5-2746B1519198}"/>
                </a:ext>
              </a:extLst>
            </p:cNvPr>
            <p:cNvSpPr txBox="1"/>
            <p:nvPr/>
          </p:nvSpPr>
          <p:spPr>
            <a:xfrm>
              <a:off x="63700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dirty="0">
                  <a:latin typeface="Barlow Semi Condensed SemiBold"/>
                  <a:ea typeface="Barlow Semi Condensed SemiBold"/>
                  <a:cs typeface="Barlow Semi Condensed SemiBold"/>
                  <a:sym typeface="Barlow Semi Condensed SemiBold"/>
                </a:rPr>
                <a:t>Deadline: 15th May, 2026</a:t>
              </a:r>
              <a:endParaRPr sz="823" dirty="0">
                <a:latin typeface="Barlow Semi Condensed SemiBold"/>
                <a:ea typeface="Barlow Semi Condensed SemiBold"/>
                <a:cs typeface="Barlow Semi Condensed SemiBold"/>
                <a:sym typeface="Barlow Semi Condensed SemiBold"/>
              </a:endParaRPr>
            </a:p>
          </p:txBody>
        </p:sp>
        <p:sp>
          <p:nvSpPr>
            <p:cNvPr id="27" name="Google Shape;773;p36">
              <a:extLst>
                <a:ext uri="{FF2B5EF4-FFF2-40B4-BE49-F238E27FC236}">
                  <a16:creationId xmlns:a16="http://schemas.microsoft.com/office/drawing/2014/main" id="{50109E53-D71B-C945-00C2-76A7ED26FEA9}"/>
                </a:ext>
              </a:extLst>
            </p:cNvPr>
            <p:cNvSpPr/>
            <p:nvPr/>
          </p:nvSpPr>
          <p:spPr>
            <a:xfrm>
              <a:off x="3307775"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28" name="Google Shape;774;p36">
              <a:extLst>
                <a:ext uri="{FF2B5EF4-FFF2-40B4-BE49-F238E27FC236}">
                  <a16:creationId xmlns:a16="http://schemas.microsoft.com/office/drawing/2014/main" id="{A9996347-0B7D-6245-30E9-B0BC22F82C80}"/>
                </a:ext>
              </a:extLst>
            </p:cNvPr>
            <p:cNvSpPr/>
            <p:nvPr/>
          </p:nvSpPr>
          <p:spPr>
            <a:xfrm>
              <a:off x="3312025" y="1826750"/>
              <a:ext cx="2524200" cy="848400"/>
            </a:xfrm>
            <a:prstGeom prst="homePlate">
              <a:avLst>
                <a:gd name="adj" fmla="val 50581"/>
              </a:avLst>
            </a:prstGeom>
            <a:solidFill>
              <a:srgbClr val="F3C1E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29" name="Google Shape;775;p36">
              <a:extLst>
                <a:ext uri="{FF2B5EF4-FFF2-40B4-BE49-F238E27FC236}">
                  <a16:creationId xmlns:a16="http://schemas.microsoft.com/office/drawing/2014/main" id="{CA20EC59-2A59-1210-6425-0720F12E0C49}"/>
                </a:ext>
              </a:extLst>
            </p:cNvPr>
            <p:cNvSpPr txBox="1"/>
            <p:nvPr/>
          </p:nvSpPr>
          <p:spPr>
            <a:xfrm>
              <a:off x="3307775"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US" sz="2378" b="1" dirty="0">
                  <a:latin typeface="Barlow Semi Condensed"/>
                  <a:ea typeface="Barlow Semi Condensed"/>
                  <a:cs typeface="Barlow Semi Condensed"/>
                  <a:sym typeface="Barlow Semi Condensed"/>
                </a:rPr>
                <a:t>TV Gaming Dance Platform</a:t>
              </a:r>
              <a:endParaRPr sz="2378" b="1" dirty="0">
                <a:latin typeface="Barlow Semi Condensed"/>
                <a:ea typeface="Barlow Semi Condensed"/>
                <a:cs typeface="Barlow Semi Condensed"/>
                <a:sym typeface="Barlow Semi Condensed"/>
              </a:endParaRPr>
            </a:p>
          </p:txBody>
        </p:sp>
        <p:sp>
          <p:nvSpPr>
            <p:cNvPr id="30" name="Google Shape;776;p36">
              <a:extLst>
                <a:ext uri="{FF2B5EF4-FFF2-40B4-BE49-F238E27FC236}">
                  <a16:creationId xmlns:a16="http://schemas.microsoft.com/office/drawing/2014/main" id="{88583182-FC60-A0AE-2005-6D355ACB104D}"/>
                </a:ext>
              </a:extLst>
            </p:cNvPr>
            <p:cNvSpPr txBox="1"/>
            <p:nvPr/>
          </p:nvSpPr>
          <p:spPr>
            <a:xfrm>
              <a:off x="3307775"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An API for Deli Foods’ delivery app, based on the REST model.</a:t>
              </a:r>
              <a:endParaRPr sz="1098">
                <a:latin typeface="Barlow Semi Condensed"/>
                <a:ea typeface="Barlow Semi Condensed"/>
                <a:cs typeface="Barlow Semi Condensed"/>
                <a:sym typeface="Barlow Semi Condensed"/>
              </a:endParaRPr>
            </a:p>
          </p:txBody>
        </p:sp>
        <p:sp>
          <p:nvSpPr>
            <p:cNvPr id="31" name="Google Shape;777;p36">
              <a:extLst>
                <a:ext uri="{FF2B5EF4-FFF2-40B4-BE49-F238E27FC236}">
                  <a16:creationId xmlns:a16="http://schemas.microsoft.com/office/drawing/2014/main" id="{5173B429-69AE-F57C-59D9-51878B20CE81}"/>
                </a:ext>
              </a:extLst>
            </p:cNvPr>
            <p:cNvSpPr txBox="1"/>
            <p:nvPr/>
          </p:nvSpPr>
          <p:spPr>
            <a:xfrm>
              <a:off x="3307775"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dirty="0">
                  <a:latin typeface="Barlow Semi Condensed SemiBold"/>
                  <a:ea typeface="Barlow Semi Condensed SemiBold"/>
                  <a:cs typeface="Barlow Semi Condensed SemiBold"/>
                  <a:sym typeface="Barlow Semi Condensed SemiBold"/>
                </a:rPr>
                <a:t>Deadline: 16th June, 2026</a:t>
              </a:r>
              <a:endParaRPr sz="823" dirty="0">
                <a:latin typeface="Barlow Semi Condensed SemiBold"/>
                <a:ea typeface="Barlow Semi Condensed SemiBold"/>
                <a:cs typeface="Barlow Semi Condensed SemiBold"/>
                <a:sym typeface="Barlow Semi Condensed SemiBold"/>
              </a:endParaRPr>
            </a:p>
          </p:txBody>
        </p:sp>
        <p:sp>
          <p:nvSpPr>
            <p:cNvPr id="32" name="Google Shape;778;p36">
              <a:extLst>
                <a:ext uri="{FF2B5EF4-FFF2-40B4-BE49-F238E27FC236}">
                  <a16:creationId xmlns:a16="http://schemas.microsoft.com/office/drawing/2014/main" id="{EA129070-6505-364B-FB42-85BE5E63D493}"/>
                </a:ext>
              </a:extLst>
            </p:cNvPr>
            <p:cNvSpPr/>
            <p:nvPr/>
          </p:nvSpPr>
          <p:spPr>
            <a:xfrm>
              <a:off x="597855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33" name="Google Shape;779;p36">
              <a:extLst>
                <a:ext uri="{FF2B5EF4-FFF2-40B4-BE49-F238E27FC236}">
                  <a16:creationId xmlns:a16="http://schemas.microsoft.com/office/drawing/2014/main" id="{3490D153-7E41-1B9E-59DD-D5D84138D878}"/>
                </a:ext>
              </a:extLst>
            </p:cNvPr>
            <p:cNvSpPr/>
            <p:nvPr/>
          </p:nvSpPr>
          <p:spPr>
            <a:xfrm>
              <a:off x="5982800" y="1826750"/>
              <a:ext cx="2524200" cy="848400"/>
            </a:xfrm>
            <a:prstGeom prst="homePlate">
              <a:avLst>
                <a:gd name="adj" fmla="val 50581"/>
              </a:avLst>
            </a:prstGeom>
            <a:solidFill>
              <a:srgbClr val="DDC0A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34" name="Google Shape;780;p36">
              <a:extLst>
                <a:ext uri="{FF2B5EF4-FFF2-40B4-BE49-F238E27FC236}">
                  <a16:creationId xmlns:a16="http://schemas.microsoft.com/office/drawing/2014/main" id="{6F52713E-FA7F-804A-A509-C2301E4C5E55}"/>
                </a:ext>
              </a:extLst>
            </p:cNvPr>
            <p:cNvSpPr txBox="1"/>
            <p:nvPr/>
          </p:nvSpPr>
          <p:spPr>
            <a:xfrm>
              <a:off x="597855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dirty="0">
                  <a:latin typeface="Barlow Semi Condensed"/>
                  <a:ea typeface="Barlow Semi Condensed"/>
                  <a:cs typeface="Barlow Semi Condensed"/>
                  <a:sym typeface="Barlow Semi Condensed"/>
                </a:rPr>
                <a:t>Responsible Web Design for a…</a:t>
              </a:r>
              <a:endParaRPr sz="2378" b="1" dirty="0">
                <a:latin typeface="Barlow Semi Condensed"/>
                <a:ea typeface="Barlow Semi Condensed"/>
                <a:cs typeface="Barlow Semi Condensed"/>
                <a:sym typeface="Barlow Semi Condensed"/>
              </a:endParaRPr>
            </a:p>
          </p:txBody>
        </p:sp>
        <p:sp>
          <p:nvSpPr>
            <p:cNvPr id="35" name="Google Shape;781;p36">
              <a:extLst>
                <a:ext uri="{FF2B5EF4-FFF2-40B4-BE49-F238E27FC236}">
                  <a16:creationId xmlns:a16="http://schemas.microsoft.com/office/drawing/2014/main" id="{CDA48B28-C557-7850-3EB7-82E43BA6F976}"/>
                </a:ext>
              </a:extLst>
            </p:cNvPr>
            <p:cNvSpPr txBox="1"/>
            <p:nvPr/>
          </p:nvSpPr>
          <p:spPr>
            <a:xfrm>
              <a:off x="597855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dirty="0">
                  <a:latin typeface="Barlow Semi Condensed"/>
                  <a:ea typeface="Barlow Semi Condensed"/>
                  <a:cs typeface="Barlow Semi Condensed"/>
                  <a:sym typeface="Barlow Semi Condensed"/>
                </a:rPr>
                <a:t>A gamified portal, complete with front-end and back-end, to encourage students to study, for Khan Academy.</a:t>
              </a:r>
              <a:endParaRPr sz="1098" dirty="0">
                <a:latin typeface="Barlow Semi Condensed"/>
                <a:ea typeface="Barlow Semi Condensed"/>
                <a:cs typeface="Barlow Semi Condensed"/>
                <a:sym typeface="Barlow Semi Condensed"/>
              </a:endParaRPr>
            </a:p>
          </p:txBody>
        </p:sp>
        <p:sp>
          <p:nvSpPr>
            <p:cNvPr id="36" name="Google Shape;782;p36">
              <a:extLst>
                <a:ext uri="{FF2B5EF4-FFF2-40B4-BE49-F238E27FC236}">
                  <a16:creationId xmlns:a16="http://schemas.microsoft.com/office/drawing/2014/main" id="{4DC37243-5407-4753-F302-19D8D77E2F86}"/>
                </a:ext>
              </a:extLst>
            </p:cNvPr>
            <p:cNvSpPr txBox="1"/>
            <p:nvPr/>
          </p:nvSpPr>
          <p:spPr>
            <a:xfrm>
              <a:off x="597855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dirty="0">
                  <a:latin typeface="Barlow Semi Condensed SemiBold"/>
                  <a:ea typeface="Barlow Semi Condensed SemiBold"/>
                  <a:cs typeface="Barlow Semi Condensed SemiBold"/>
                  <a:sym typeface="Barlow Semi Condensed SemiBold"/>
                </a:rPr>
                <a:t>Deadline: 5th August, 2026</a:t>
              </a:r>
              <a:endParaRPr sz="823" dirty="0">
                <a:latin typeface="Barlow Semi Condensed SemiBold"/>
                <a:ea typeface="Barlow Semi Condensed SemiBold"/>
                <a:cs typeface="Barlow Semi Condensed SemiBold"/>
                <a:sym typeface="Barlow Semi Condensed SemiBold"/>
              </a:endParaRPr>
            </a:p>
          </p:txBody>
        </p:sp>
      </p:grpSp>
      <p:sp>
        <p:nvSpPr>
          <p:cNvPr id="1264" name="Google Shape;1264;p50">
            <a:extLst>
              <a:ext uri="{FF2B5EF4-FFF2-40B4-BE49-F238E27FC236}">
                <a16:creationId xmlns:a16="http://schemas.microsoft.com/office/drawing/2014/main" id="{98DB5F30-C7D4-50AA-7DF0-5017657150B1}"/>
              </a:ext>
            </a:extLst>
          </p:cNvPr>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700" dirty="0">
                <a:solidFill>
                  <a:srgbClr val="EFBC3F"/>
                </a:solidFill>
                <a:latin typeface="Dela Gothic One"/>
                <a:ea typeface="Dela Gothic One"/>
                <a:cs typeface="Dela Gothic One"/>
                <a:sym typeface="Dela Gothic One"/>
              </a:rPr>
              <a:t>All Projects</a:t>
            </a:r>
            <a:endParaRPr sz="2700" dirty="0">
              <a:solidFill>
                <a:srgbClr val="EFBC3F"/>
              </a:solidFill>
              <a:latin typeface="Dela Gothic One"/>
              <a:ea typeface="Dela Gothic One"/>
              <a:cs typeface="Dela Gothic One"/>
              <a:sym typeface="Dela Gothic One"/>
            </a:endParaRPr>
          </a:p>
        </p:txBody>
      </p:sp>
      <p:sp>
        <p:nvSpPr>
          <p:cNvPr id="1265" name="Google Shape;1265;p50">
            <a:extLst>
              <a:ext uri="{FF2B5EF4-FFF2-40B4-BE49-F238E27FC236}">
                <a16:creationId xmlns:a16="http://schemas.microsoft.com/office/drawing/2014/main" id="{36BE0AAF-E664-667A-8B81-C0B4B45D6A0D}"/>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66" name="Google Shape;1266;p50">
            <a:extLst>
              <a:ext uri="{FF2B5EF4-FFF2-40B4-BE49-F238E27FC236}">
                <a16:creationId xmlns:a16="http://schemas.microsoft.com/office/drawing/2014/main" id="{77459B0E-1C05-6892-0032-D61C4635E7C8}"/>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267" name="Google Shape;1267;p50">
            <a:extLst>
              <a:ext uri="{FF2B5EF4-FFF2-40B4-BE49-F238E27FC236}">
                <a16:creationId xmlns:a16="http://schemas.microsoft.com/office/drawing/2014/main" id="{91B8A187-DA51-C500-D22F-F65727822B7A}"/>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My Projects Screen</a:t>
            </a:r>
            <a:endParaRPr sz="1400">
              <a:solidFill>
                <a:srgbClr val="FFFFFF"/>
              </a:solidFill>
              <a:latin typeface="Work Sans"/>
              <a:ea typeface="Work Sans"/>
              <a:cs typeface="Work Sans"/>
              <a:sym typeface="Work Sans"/>
            </a:endParaRPr>
          </a:p>
        </p:txBody>
      </p:sp>
      <p:sp>
        <p:nvSpPr>
          <p:cNvPr id="1268" name="Google Shape;1268;p50">
            <a:extLst>
              <a:ext uri="{FF2B5EF4-FFF2-40B4-BE49-F238E27FC236}">
                <a16:creationId xmlns:a16="http://schemas.microsoft.com/office/drawing/2014/main" id="{0BC0B458-98B2-281C-A6E9-37B1E3A017FF}"/>
              </a:ext>
            </a:extLst>
          </p:cNvPr>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269" name="Google Shape;1269;p50">
            <a:extLst>
              <a:ext uri="{FF2B5EF4-FFF2-40B4-BE49-F238E27FC236}">
                <a16:creationId xmlns:a16="http://schemas.microsoft.com/office/drawing/2014/main" id="{4A230286-CAF1-2880-E8A3-051420400163}"/>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3" name="Google Shape;767;p36">
            <a:extLst>
              <a:ext uri="{FF2B5EF4-FFF2-40B4-BE49-F238E27FC236}">
                <a16:creationId xmlns:a16="http://schemas.microsoft.com/office/drawing/2014/main" id="{AA0B9539-26A1-517A-9965-52A73878DF8B}"/>
              </a:ext>
            </a:extLst>
          </p:cNvPr>
          <p:cNvGrpSpPr/>
          <p:nvPr/>
        </p:nvGrpSpPr>
        <p:grpSpPr>
          <a:xfrm>
            <a:off x="969905" y="1533188"/>
            <a:ext cx="7198689" cy="2113737"/>
            <a:chOff x="637000" y="1416450"/>
            <a:chExt cx="7870000" cy="2310600"/>
          </a:xfrm>
        </p:grpSpPr>
        <p:sp>
          <p:nvSpPr>
            <p:cNvPr id="4" name="Google Shape;768;p36">
              <a:extLst>
                <a:ext uri="{FF2B5EF4-FFF2-40B4-BE49-F238E27FC236}">
                  <a16:creationId xmlns:a16="http://schemas.microsoft.com/office/drawing/2014/main" id="{E279BD14-0A21-C505-65E9-74AA37CFFE12}"/>
                </a:ext>
              </a:extLst>
            </p:cNvPr>
            <p:cNvSpPr/>
            <p:nvPr/>
          </p:nvSpPr>
          <p:spPr>
            <a:xfrm>
              <a:off x="63700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5" name="Google Shape;769;p36">
              <a:extLst>
                <a:ext uri="{FF2B5EF4-FFF2-40B4-BE49-F238E27FC236}">
                  <a16:creationId xmlns:a16="http://schemas.microsoft.com/office/drawing/2014/main" id="{F0937C9E-473A-CE5A-CDD0-4E9E46AFE462}"/>
                </a:ext>
              </a:extLst>
            </p:cNvPr>
            <p:cNvSpPr/>
            <p:nvPr/>
          </p:nvSpPr>
          <p:spPr>
            <a:xfrm>
              <a:off x="641250" y="1826750"/>
              <a:ext cx="2524200" cy="848400"/>
            </a:xfrm>
            <a:prstGeom prst="homePlate">
              <a:avLst>
                <a:gd name="adj" fmla="val 50581"/>
              </a:avLst>
            </a:prstGeom>
            <a:solidFill>
              <a:srgbClr val="E0F0A9"/>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6" name="Google Shape;770;p36">
              <a:extLst>
                <a:ext uri="{FF2B5EF4-FFF2-40B4-BE49-F238E27FC236}">
                  <a16:creationId xmlns:a16="http://schemas.microsoft.com/office/drawing/2014/main" id="{188F351C-0314-6A7A-9FCA-3CADAB50A8C8}"/>
                </a:ext>
              </a:extLst>
            </p:cNvPr>
            <p:cNvSpPr txBox="1"/>
            <p:nvPr/>
          </p:nvSpPr>
          <p:spPr>
            <a:xfrm>
              <a:off x="63700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DPS Satna Educational…</a:t>
              </a:r>
              <a:endParaRPr sz="2378" b="1">
                <a:latin typeface="Barlow Semi Condensed"/>
                <a:ea typeface="Barlow Semi Condensed"/>
                <a:cs typeface="Barlow Semi Condensed"/>
                <a:sym typeface="Barlow Semi Condensed"/>
              </a:endParaRPr>
            </a:p>
          </p:txBody>
        </p:sp>
        <p:sp>
          <p:nvSpPr>
            <p:cNvPr id="7" name="Google Shape;771;p36">
              <a:extLst>
                <a:ext uri="{FF2B5EF4-FFF2-40B4-BE49-F238E27FC236}">
                  <a16:creationId xmlns:a16="http://schemas.microsoft.com/office/drawing/2014/main" id="{D7C8F6DA-CD34-4CEA-062B-EE195C4F2359}"/>
                </a:ext>
              </a:extLst>
            </p:cNvPr>
            <p:cNvSpPr txBox="1"/>
            <p:nvPr/>
          </p:nvSpPr>
          <p:spPr>
            <a:xfrm>
              <a:off x="63700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dirty="0">
                  <a:latin typeface="Barlow Semi Condensed"/>
                  <a:ea typeface="Barlow Semi Condensed"/>
                  <a:cs typeface="Barlow Semi Condensed"/>
                  <a:sym typeface="Barlow Semi Condensed"/>
                </a:rPr>
                <a:t>A single-page website for DPS Satna to introduce viewers to its facilities and generate leads for admissions.</a:t>
              </a:r>
              <a:endParaRPr sz="1098" dirty="0">
                <a:latin typeface="Barlow Semi Condensed"/>
                <a:ea typeface="Barlow Semi Condensed"/>
                <a:cs typeface="Barlow Semi Condensed"/>
                <a:sym typeface="Barlow Semi Condensed"/>
              </a:endParaRPr>
            </a:p>
          </p:txBody>
        </p:sp>
        <p:sp>
          <p:nvSpPr>
            <p:cNvPr id="8" name="Google Shape;772;p36">
              <a:extLst>
                <a:ext uri="{FF2B5EF4-FFF2-40B4-BE49-F238E27FC236}">
                  <a16:creationId xmlns:a16="http://schemas.microsoft.com/office/drawing/2014/main" id="{2C8CFCFB-2064-C5D3-053F-7226AA869EC3}"/>
                </a:ext>
              </a:extLst>
            </p:cNvPr>
            <p:cNvSpPr txBox="1"/>
            <p:nvPr/>
          </p:nvSpPr>
          <p:spPr>
            <a:xfrm>
              <a:off x="63700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13th May, 2026</a:t>
              </a:r>
              <a:endParaRPr sz="823">
                <a:latin typeface="Barlow Semi Condensed SemiBold"/>
                <a:ea typeface="Barlow Semi Condensed SemiBold"/>
                <a:cs typeface="Barlow Semi Condensed SemiBold"/>
                <a:sym typeface="Barlow Semi Condensed SemiBold"/>
              </a:endParaRPr>
            </a:p>
          </p:txBody>
        </p:sp>
        <p:sp>
          <p:nvSpPr>
            <p:cNvPr id="9" name="Google Shape;773;p36">
              <a:extLst>
                <a:ext uri="{FF2B5EF4-FFF2-40B4-BE49-F238E27FC236}">
                  <a16:creationId xmlns:a16="http://schemas.microsoft.com/office/drawing/2014/main" id="{EA9C017F-ED16-FD98-7199-C47D40B87C41}"/>
                </a:ext>
              </a:extLst>
            </p:cNvPr>
            <p:cNvSpPr/>
            <p:nvPr/>
          </p:nvSpPr>
          <p:spPr>
            <a:xfrm>
              <a:off x="3307775"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10" name="Google Shape;774;p36">
              <a:extLst>
                <a:ext uri="{FF2B5EF4-FFF2-40B4-BE49-F238E27FC236}">
                  <a16:creationId xmlns:a16="http://schemas.microsoft.com/office/drawing/2014/main" id="{B24F056A-9FBE-68E0-6050-D66CB7266D8C}"/>
                </a:ext>
              </a:extLst>
            </p:cNvPr>
            <p:cNvSpPr/>
            <p:nvPr/>
          </p:nvSpPr>
          <p:spPr>
            <a:xfrm>
              <a:off x="3312025" y="1826750"/>
              <a:ext cx="2524200" cy="848400"/>
            </a:xfrm>
            <a:prstGeom prst="homePlate">
              <a:avLst>
                <a:gd name="adj" fmla="val 50581"/>
              </a:avLst>
            </a:prstGeom>
            <a:solidFill>
              <a:srgbClr val="F3C1E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11" name="Google Shape;775;p36">
              <a:extLst>
                <a:ext uri="{FF2B5EF4-FFF2-40B4-BE49-F238E27FC236}">
                  <a16:creationId xmlns:a16="http://schemas.microsoft.com/office/drawing/2014/main" id="{83507ECC-58BB-6C5A-C7ED-3061D76A9C49}"/>
                </a:ext>
              </a:extLst>
            </p:cNvPr>
            <p:cNvSpPr txBox="1"/>
            <p:nvPr/>
          </p:nvSpPr>
          <p:spPr>
            <a:xfrm>
              <a:off x="3307775"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API Creation for Deli Foods</a:t>
              </a:r>
              <a:endParaRPr sz="2378" b="1">
                <a:latin typeface="Barlow Semi Condensed"/>
                <a:ea typeface="Barlow Semi Condensed"/>
                <a:cs typeface="Barlow Semi Condensed"/>
                <a:sym typeface="Barlow Semi Condensed"/>
              </a:endParaRPr>
            </a:p>
          </p:txBody>
        </p:sp>
        <p:sp>
          <p:nvSpPr>
            <p:cNvPr id="12" name="Google Shape;776;p36">
              <a:extLst>
                <a:ext uri="{FF2B5EF4-FFF2-40B4-BE49-F238E27FC236}">
                  <a16:creationId xmlns:a16="http://schemas.microsoft.com/office/drawing/2014/main" id="{ECF7AF04-12EE-88E9-C462-9A26638EF2F0}"/>
                </a:ext>
              </a:extLst>
            </p:cNvPr>
            <p:cNvSpPr txBox="1"/>
            <p:nvPr/>
          </p:nvSpPr>
          <p:spPr>
            <a:xfrm>
              <a:off x="3307775"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An API for Deli Foods’ delivery app, based on the REST model.</a:t>
              </a:r>
              <a:endParaRPr sz="1098">
                <a:latin typeface="Barlow Semi Condensed"/>
                <a:ea typeface="Barlow Semi Condensed"/>
                <a:cs typeface="Barlow Semi Condensed"/>
                <a:sym typeface="Barlow Semi Condensed"/>
              </a:endParaRPr>
            </a:p>
          </p:txBody>
        </p:sp>
        <p:sp>
          <p:nvSpPr>
            <p:cNvPr id="13" name="Google Shape;777;p36">
              <a:extLst>
                <a:ext uri="{FF2B5EF4-FFF2-40B4-BE49-F238E27FC236}">
                  <a16:creationId xmlns:a16="http://schemas.microsoft.com/office/drawing/2014/main" id="{FD78DB08-6094-0435-3075-AB573CE83CDC}"/>
                </a:ext>
              </a:extLst>
            </p:cNvPr>
            <p:cNvSpPr txBox="1"/>
            <p:nvPr/>
          </p:nvSpPr>
          <p:spPr>
            <a:xfrm>
              <a:off x="3307775"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16th May, 2026</a:t>
              </a:r>
              <a:endParaRPr sz="823">
                <a:latin typeface="Barlow Semi Condensed SemiBold"/>
                <a:ea typeface="Barlow Semi Condensed SemiBold"/>
                <a:cs typeface="Barlow Semi Condensed SemiBold"/>
                <a:sym typeface="Barlow Semi Condensed SemiBold"/>
              </a:endParaRPr>
            </a:p>
          </p:txBody>
        </p:sp>
        <p:sp>
          <p:nvSpPr>
            <p:cNvPr id="14" name="Google Shape;778;p36">
              <a:extLst>
                <a:ext uri="{FF2B5EF4-FFF2-40B4-BE49-F238E27FC236}">
                  <a16:creationId xmlns:a16="http://schemas.microsoft.com/office/drawing/2014/main" id="{60EE14FB-0090-5690-6CD7-F15849A15875}"/>
                </a:ext>
              </a:extLst>
            </p:cNvPr>
            <p:cNvSpPr/>
            <p:nvPr/>
          </p:nvSpPr>
          <p:spPr>
            <a:xfrm>
              <a:off x="597855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15" name="Google Shape;779;p36">
              <a:extLst>
                <a:ext uri="{FF2B5EF4-FFF2-40B4-BE49-F238E27FC236}">
                  <a16:creationId xmlns:a16="http://schemas.microsoft.com/office/drawing/2014/main" id="{885A8C1D-D9B0-BA7D-FFDB-79C761FF2620}"/>
                </a:ext>
              </a:extLst>
            </p:cNvPr>
            <p:cNvSpPr/>
            <p:nvPr/>
          </p:nvSpPr>
          <p:spPr>
            <a:xfrm>
              <a:off x="5982800" y="1826750"/>
              <a:ext cx="2524200" cy="848400"/>
            </a:xfrm>
            <a:prstGeom prst="homePlate">
              <a:avLst>
                <a:gd name="adj" fmla="val 50581"/>
              </a:avLst>
            </a:prstGeom>
            <a:solidFill>
              <a:srgbClr val="DDC0A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16" name="Google Shape;780;p36">
              <a:extLst>
                <a:ext uri="{FF2B5EF4-FFF2-40B4-BE49-F238E27FC236}">
                  <a16:creationId xmlns:a16="http://schemas.microsoft.com/office/drawing/2014/main" id="{018CE3AA-6418-9E6D-057A-8C4023D6AA7F}"/>
                </a:ext>
              </a:extLst>
            </p:cNvPr>
            <p:cNvSpPr txBox="1"/>
            <p:nvPr/>
          </p:nvSpPr>
          <p:spPr>
            <a:xfrm>
              <a:off x="597855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dirty="0">
                  <a:latin typeface="Barlow Semi Condensed"/>
                  <a:ea typeface="Barlow Semi Condensed"/>
                  <a:cs typeface="Barlow Semi Condensed"/>
                  <a:sym typeface="Barlow Semi Condensed"/>
                </a:rPr>
                <a:t>Gamified Learning Port…</a:t>
              </a:r>
              <a:endParaRPr sz="2378" b="1" dirty="0">
                <a:latin typeface="Barlow Semi Condensed"/>
                <a:ea typeface="Barlow Semi Condensed"/>
                <a:cs typeface="Barlow Semi Condensed"/>
                <a:sym typeface="Barlow Semi Condensed"/>
              </a:endParaRPr>
            </a:p>
          </p:txBody>
        </p:sp>
        <p:sp>
          <p:nvSpPr>
            <p:cNvPr id="17" name="Google Shape;781;p36">
              <a:extLst>
                <a:ext uri="{FF2B5EF4-FFF2-40B4-BE49-F238E27FC236}">
                  <a16:creationId xmlns:a16="http://schemas.microsoft.com/office/drawing/2014/main" id="{0B7AC0A4-CF2A-514D-50CB-F64B82D81757}"/>
                </a:ext>
              </a:extLst>
            </p:cNvPr>
            <p:cNvSpPr txBox="1"/>
            <p:nvPr/>
          </p:nvSpPr>
          <p:spPr>
            <a:xfrm>
              <a:off x="597855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 gamified portal, complete with front-end and back-end, to encourage students to study, for Khan Academy.</a:t>
              </a:r>
              <a:endParaRPr sz="1098">
                <a:latin typeface="Barlow Semi Condensed"/>
                <a:ea typeface="Barlow Semi Condensed"/>
                <a:cs typeface="Barlow Semi Condensed"/>
                <a:sym typeface="Barlow Semi Condensed"/>
              </a:endParaRPr>
            </a:p>
          </p:txBody>
        </p:sp>
        <p:sp>
          <p:nvSpPr>
            <p:cNvPr id="18" name="Google Shape;782;p36">
              <a:extLst>
                <a:ext uri="{FF2B5EF4-FFF2-40B4-BE49-F238E27FC236}">
                  <a16:creationId xmlns:a16="http://schemas.microsoft.com/office/drawing/2014/main" id="{B9850C73-6D4F-CD94-22C5-697F50B88A8D}"/>
                </a:ext>
              </a:extLst>
            </p:cNvPr>
            <p:cNvSpPr txBox="1"/>
            <p:nvPr/>
          </p:nvSpPr>
          <p:spPr>
            <a:xfrm>
              <a:off x="597855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5th June, 2026</a:t>
              </a:r>
              <a:endParaRPr sz="823">
                <a:latin typeface="Barlow Semi Condensed SemiBold"/>
                <a:ea typeface="Barlow Semi Condensed SemiBold"/>
                <a:cs typeface="Barlow Semi Condensed SemiBold"/>
                <a:sym typeface="Barlow Semi Condensed SemiBold"/>
              </a:endParaRPr>
            </a:p>
          </p:txBody>
        </p:sp>
      </p:grpSp>
      <p:sp>
        <p:nvSpPr>
          <p:cNvPr id="19" name="Google Shape;999;p42">
            <a:extLst>
              <a:ext uri="{FF2B5EF4-FFF2-40B4-BE49-F238E27FC236}">
                <a16:creationId xmlns:a16="http://schemas.microsoft.com/office/drawing/2014/main" id="{AFAC007E-D2EF-897E-255F-62105021EEC8}"/>
              </a:ext>
            </a:extLst>
          </p:cNvPr>
          <p:cNvSpPr txBox="1"/>
          <p:nvPr/>
        </p:nvSpPr>
        <p:spPr>
          <a:xfrm>
            <a:off x="563825" y="1129559"/>
            <a:ext cx="22806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300" dirty="0">
                <a:solidFill>
                  <a:schemeClr val="accent1"/>
                </a:solidFill>
                <a:latin typeface="Dela Gothic One"/>
                <a:ea typeface="Dela Gothic One"/>
                <a:cs typeface="Dela Gothic One"/>
                <a:sym typeface="Dela Gothic One"/>
              </a:rPr>
              <a:t>Web Dev </a:t>
            </a:r>
            <a:endParaRPr sz="1300" dirty="0">
              <a:solidFill>
                <a:schemeClr val="accent1"/>
              </a:solidFill>
              <a:latin typeface="Dela Gothic One"/>
              <a:ea typeface="Dela Gothic One"/>
              <a:cs typeface="Dela Gothic One"/>
              <a:sym typeface="Dela Gothic One"/>
            </a:endParaRPr>
          </a:p>
        </p:txBody>
      </p:sp>
      <p:sp>
        <p:nvSpPr>
          <p:cNvPr id="20" name="Google Shape;999;p42">
            <a:extLst>
              <a:ext uri="{FF2B5EF4-FFF2-40B4-BE49-F238E27FC236}">
                <a16:creationId xmlns:a16="http://schemas.microsoft.com/office/drawing/2014/main" id="{077B9B8B-3F06-8101-F912-855CED90ED56}"/>
              </a:ext>
            </a:extLst>
          </p:cNvPr>
          <p:cNvSpPr txBox="1"/>
          <p:nvPr/>
        </p:nvSpPr>
        <p:spPr>
          <a:xfrm>
            <a:off x="610987" y="3814839"/>
            <a:ext cx="22806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300" dirty="0">
                <a:solidFill>
                  <a:schemeClr val="accent1"/>
                </a:solidFill>
                <a:latin typeface="Dela Gothic One"/>
                <a:ea typeface="Dela Gothic One"/>
                <a:cs typeface="Dela Gothic One"/>
                <a:sym typeface="Dela Gothic One"/>
              </a:rPr>
              <a:t>UX/UI Design</a:t>
            </a:r>
            <a:endParaRPr sz="1300" dirty="0">
              <a:solidFill>
                <a:schemeClr val="accent1"/>
              </a:solidFill>
              <a:latin typeface="Dela Gothic One"/>
              <a:ea typeface="Dela Gothic One"/>
              <a:cs typeface="Dela Gothic One"/>
              <a:sym typeface="Dela Gothic One"/>
            </a:endParaRPr>
          </a:p>
        </p:txBody>
      </p:sp>
      <p:sp>
        <p:nvSpPr>
          <p:cNvPr id="37" name="Google Shape;244;p20">
            <a:extLst>
              <a:ext uri="{FF2B5EF4-FFF2-40B4-BE49-F238E27FC236}">
                <a16:creationId xmlns:a16="http://schemas.microsoft.com/office/drawing/2014/main" id="{C4890F89-F58A-ADF2-600C-E28FC07EAB74}"/>
              </a:ext>
            </a:extLst>
          </p:cNvPr>
          <p:cNvSpPr/>
          <p:nvPr/>
        </p:nvSpPr>
        <p:spPr>
          <a:xfrm rot="3599267">
            <a:off x="5881384" y="4028441"/>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Tree>
    <p:extLst>
      <p:ext uri="{BB962C8B-B14F-4D97-AF65-F5344CB8AC3E}">
        <p14:creationId xmlns:p14="http://schemas.microsoft.com/office/powerpoint/2010/main" val="2173831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262">
          <a:extLst>
            <a:ext uri="{FF2B5EF4-FFF2-40B4-BE49-F238E27FC236}">
              <a16:creationId xmlns:a16="http://schemas.microsoft.com/office/drawing/2014/main" id="{341FEC71-818E-2EA2-40FD-A87111785F9C}"/>
            </a:ext>
          </a:extLst>
        </p:cNvPr>
        <p:cNvGrpSpPr/>
        <p:nvPr/>
      </p:nvGrpSpPr>
      <p:grpSpPr>
        <a:xfrm>
          <a:off x="0" y="0"/>
          <a:ext cx="0" cy="0"/>
          <a:chOff x="0" y="0"/>
          <a:chExt cx="0" cy="0"/>
        </a:xfrm>
      </p:grpSpPr>
      <p:grpSp>
        <p:nvGrpSpPr>
          <p:cNvPr id="21" name="Google Shape;767;p36">
            <a:extLst>
              <a:ext uri="{FF2B5EF4-FFF2-40B4-BE49-F238E27FC236}">
                <a16:creationId xmlns:a16="http://schemas.microsoft.com/office/drawing/2014/main" id="{3900E93E-BC65-A25F-016E-9C181B14501E}"/>
              </a:ext>
            </a:extLst>
          </p:cNvPr>
          <p:cNvGrpSpPr/>
          <p:nvPr/>
        </p:nvGrpSpPr>
        <p:grpSpPr>
          <a:xfrm>
            <a:off x="966018" y="4189497"/>
            <a:ext cx="7198689" cy="2113737"/>
            <a:chOff x="637000" y="1416450"/>
            <a:chExt cx="7870000" cy="2310600"/>
          </a:xfrm>
        </p:grpSpPr>
        <p:sp>
          <p:nvSpPr>
            <p:cNvPr id="22" name="Google Shape;768;p36">
              <a:extLst>
                <a:ext uri="{FF2B5EF4-FFF2-40B4-BE49-F238E27FC236}">
                  <a16:creationId xmlns:a16="http://schemas.microsoft.com/office/drawing/2014/main" id="{5C4543A9-C843-5D11-FF63-EC3CC12EDFF8}"/>
                </a:ext>
              </a:extLst>
            </p:cNvPr>
            <p:cNvSpPr/>
            <p:nvPr/>
          </p:nvSpPr>
          <p:spPr>
            <a:xfrm>
              <a:off x="63700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23" name="Google Shape;769;p36">
              <a:extLst>
                <a:ext uri="{FF2B5EF4-FFF2-40B4-BE49-F238E27FC236}">
                  <a16:creationId xmlns:a16="http://schemas.microsoft.com/office/drawing/2014/main" id="{E3DC7FCC-209C-0978-F78A-9E8D3F1A01CB}"/>
                </a:ext>
              </a:extLst>
            </p:cNvPr>
            <p:cNvSpPr/>
            <p:nvPr/>
          </p:nvSpPr>
          <p:spPr>
            <a:xfrm>
              <a:off x="641250" y="1826750"/>
              <a:ext cx="2524200" cy="848400"/>
            </a:xfrm>
            <a:prstGeom prst="homePlate">
              <a:avLst>
                <a:gd name="adj" fmla="val 50581"/>
              </a:avLst>
            </a:prstGeom>
            <a:solidFill>
              <a:srgbClr val="E0F0A9"/>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24" name="Google Shape;770;p36">
              <a:extLst>
                <a:ext uri="{FF2B5EF4-FFF2-40B4-BE49-F238E27FC236}">
                  <a16:creationId xmlns:a16="http://schemas.microsoft.com/office/drawing/2014/main" id="{1E6742FD-A4A0-400A-F05F-DC6E675BAA16}"/>
                </a:ext>
              </a:extLst>
            </p:cNvPr>
            <p:cNvSpPr txBox="1"/>
            <p:nvPr/>
          </p:nvSpPr>
          <p:spPr>
            <a:xfrm>
              <a:off x="63700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dirty="0">
                  <a:latin typeface="Barlow Semi Condensed"/>
                  <a:ea typeface="Barlow Semi Condensed"/>
                  <a:cs typeface="Barlow Semi Condensed"/>
                  <a:sym typeface="Barlow Semi Condensed"/>
                </a:rPr>
                <a:t>Mobile Fitness App UI Figma…</a:t>
              </a:r>
              <a:endParaRPr sz="2378" b="1" dirty="0">
                <a:latin typeface="Barlow Semi Condensed"/>
                <a:ea typeface="Barlow Semi Condensed"/>
                <a:cs typeface="Barlow Semi Condensed"/>
                <a:sym typeface="Barlow Semi Condensed"/>
              </a:endParaRPr>
            </a:p>
          </p:txBody>
        </p:sp>
        <p:sp>
          <p:nvSpPr>
            <p:cNvPr id="25" name="Google Shape;771;p36">
              <a:extLst>
                <a:ext uri="{FF2B5EF4-FFF2-40B4-BE49-F238E27FC236}">
                  <a16:creationId xmlns:a16="http://schemas.microsoft.com/office/drawing/2014/main" id="{242F4DB9-5D42-9C6B-FA41-0268DC0470B1}"/>
                </a:ext>
              </a:extLst>
            </p:cNvPr>
            <p:cNvSpPr txBox="1"/>
            <p:nvPr/>
          </p:nvSpPr>
          <p:spPr>
            <a:xfrm>
              <a:off x="63700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dirty="0">
                  <a:latin typeface="Barlow Semi Condensed"/>
                  <a:ea typeface="Barlow Semi Condensed"/>
                  <a:cs typeface="Barlow Semi Condensed"/>
                  <a:sym typeface="Barlow Semi Condensed"/>
                </a:rPr>
                <a:t>A single-page website for DPS Satna to introduce viewers to its facilities and generate leads for admissions.</a:t>
              </a:r>
              <a:endParaRPr sz="1098" dirty="0">
                <a:latin typeface="Barlow Semi Condensed"/>
                <a:ea typeface="Barlow Semi Condensed"/>
                <a:cs typeface="Barlow Semi Condensed"/>
                <a:sym typeface="Barlow Semi Condensed"/>
              </a:endParaRPr>
            </a:p>
          </p:txBody>
        </p:sp>
        <p:sp>
          <p:nvSpPr>
            <p:cNvPr id="26" name="Google Shape;772;p36">
              <a:extLst>
                <a:ext uri="{FF2B5EF4-FFF2-40B4-BE49-F238E27FC236}">
                  <a16:creationId xmlns:a16="http://schemas.microsoft.com/office/drawing/2014/main" id="{B5DD5832-6FD3-CF1E-A008-582404176FC5}"/>
                </a:ext>
              </a:extLst>
            </p:cNvPr>
            <p:cNvSpPr txBox="1"/>
            <p:nvPr/>
          </p:nvSpPr>
          <p:spPr>
            <a:xfrm>
              <a:off x="63700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dirty="0">
                  <a:latin typeface="Barlow Semi Condensed SemiBold"/>
                  <a:ea typeface="Barlow Semi Condensed SemiBold"/>
                  <a:cs typeface="Barlow Semi Condensed SemiBold"/>
                  <a:sym typeface="Barlow Semi Condensed SemiBold"/>
                </a:rPr>
                <a:t>Deadline: 15th May, 2026</a:t>
              </a:r>
              <a:endParaRPr sz="823" dirty="0">
                <a:latin typeface="Barlow Semi Condensed SemiBold"/>
                <a:ea typeface="Barlow Semi Condensed SemiBold"/>
                <a:cs typeface="Barlow Semi Condensed SemiBold"/>
                <a:sym typeface="Barlow Semi Condensed SemiBold"/>
              </a:endParaRPr>
            </a:p>
          </p:txBody>
        </p:sp>
        <p:sp>
          <p:nvSpPr>
            <p:cNvPr id="27" name="Google Shape;773;p36">
              <a:extLst>
                <a:ext uri="{FF2B5EF4-FFF2-40B4-BE49-F238E27FC236}">
                  <a16:creationId xmlns:a16="http://schemas.microsoft.com/office/drawing/2014/main" id="{EB0CF396-89F5-74C4-338A-5414ECC45ABA}"/>
                </a:ext>
              </a:extLst>
            </p:cNvPr>
            <p:cNvSpPr/>
            <p:nvPr/>
          </p:nvSpPr>
          <p:spPr>
            <a:xfrm>
              <a:off x="3307775"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28" name="Google Shape;774;p36">
              <a:extLst>
                <a:ext uri="{FF2B5EF4-FFF2-40B4-BE49-F238E27FC236}">
                  <a16:creationId xmlns:a16="http://schemas.microsoft.com/office/drawing/2014/main" id="{3A3B86FA-A006-2570-5992-D3B11983C07B}"/>
                </a:ext>
              </a:extLst>
            </p:cNvPr>
            <p:cNvSpPr/>
            <p:nvPr/>
          </p:nvSpPr>
          <p:spPr>
            <a:xfrm>
              <a:off x="3312025" y="1826750"/>
              <a:ext cx="2524200" cy="848400"/>
            </a:xfrm>
            <a:prstGeom prst="homePlate">
              <a:avLst>
                <a:gd name="adj" fmla="val 50581"/>
              </a:avLst>
            </a:prstGeom>
            <a:solidFill>
              <a:srgbClr val="F3C1E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29" name="Google Shape;775;p36">
              <a:extLst>
                <a:ext uri="{FF2B5EF4-FFF2-40B4-BE49-F238E27FC236}">
                  <a16:creationId xmlns:a16="http://schemas.microsoft.com/office/drawing/2014/main" id="{3CF570A6-EB8E-06D1-6DB5-014D4334119B}"/>
                </a:ext>
              </a:extLst>
            </p:cNvPr>
            <p:cNvSpPr txBox="1"/>
            <p:nvPr/>
          </p:nvSpPr>
          <p:spPr>
            <a:xfrm>
              <a:off x="3307775"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US" sz="2378" b="1" dirty="0">
                  <a:latin typeface="Barlow Semi Condensed"/>
                  <a:ea typeface="Barlow Semi Condensed"/>
                  <a:cs typeface="Barlow Semi Condensed"/>
                  <a:sym typeface="Barlow Semi Condensed"/>
                </a:rPr>
                <a:t>TV Gaming Dance Platform</a:t>
              </a:r>
              <a:endParaRPr sz="2378" b="1" dirty="0">
                <a:latin typeface="Barlow Semi Condensed"/>
                <a:ea typeface="Barlow Semi Condensed"/>
                <a:cs typeface="Barlow Semi Condensed"/>
                <a:sym typeface="Barlow Semi Condensed"/>
              </a:endParaRPr>
            </a:p>
          </p:txBody>
        </p:sp>
        <p:sp>
          <p:nvSpPr>
            <p:cNvPr id="30" name="Google Shape;776;p36">
              <a:extLst>
                <a:ext uri="{FF2B5EF4-FFF2-40B4-BE49-F238E27FC236}">
                  <a16:creationId xmlns:a16="http://schemas.microsoft.com/office/drawing/2014/main" id="{5AE0199B-2DB7-23E1-B369-69073AC66DE2}"/>
                </a:ext>
              </a:extLst>
            </p:cNvPr>
            <p:cNvSpPr txBox="1"/>
            <p:nvPr/>
          </p:nvSpPr>
          <p:spPr>
            <a:xfrm>
              <a:off x="3307775"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An API for Deli Foods’ delivery app, based on the REST model.</a:t>
              </a:r>
              <a:endParaRPr sz="1098">
                <a:latin typeface="Barlow Semi Condensed"/>
                <a:ea typeface="Barlow Semi Condensed"/>
                <a:cs typeface="Barlow Semi Condensed"/>
                <a:sym typeface="Barlow Semi Condensed"/>
              </a:endParaRPr>
            </a:p>
          </p:txBody>
        </p:sp>
        <p:sp>
          <p:nvSpPr>
            <p:cNvPr id="31" name="Google Shape;777;p36">
              <a:extLst>
                <a:ext uri="{FF2B5EF4-FFF2-40B4-BE49-F238E27FC236}">
                  <a16:creationId xmlns:a16="http://schemas.microsoft.com/office/drawing/2014/main" id="{5CE55BC8-E935-26F3-FE82-4D0CBA97E8DF}"/>
                </a:ext>
              </a:extLst>
            </p:cNvPr>
            <p:cNvSpPr txBox="1"/>
            <p:nvPr/>
          </p:nvSpPr>
          <p:spPr>
            <a:xfrm>
              <a:off x="3307775"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dirty="0">
                  <a:latin typeface="Barlow Semi Condensed SemiBold"/>
                  <a:ea typeface="Barlow Semi Condensed SemiBold"/>
                  <a:cs typeface="Barlow Semi Condensed SemiBold"/>
                  <a:sym typeface="Barlow Semi Condensed SemiBold"/>
                </a:rPr>
                <a:t>Deadline: 16th June, 2026</a:t>
              </a:r>
              <a:endParaRPr sz="823" dirty="0">
                <a:latin typeface="Barlow Semi Condensed SemiBold"/>
                <a:ea typeface="Barlow Semi Condensed SemiBold"/>
                <a:cs typeface="Barlow Semi Condensed SemiBold"/>
                <a:sym typeface="Barlow Semi Condensed SemiBold"/>
              </a:endParaRPr>
            </a:p>
          </p:txBody>
        </p:sp>
        <p:sp>
          <p:nvSpPr>
            <p:cNvPr id="32" name="Google Shape;778;p36">
              <a:extLst>
                <a:ext uri="{FF2B5EF4-FFF2-40B4-BE49-F238E27FC236}">
                  <a16:creationId xmlns:a16="http://schemas.microsoft.com/office/drawing/2014/main" id="{A0A79C96-ACB7-6C00-20FF-30AAC94C2556}"/>
                </a:ext>
              </a:extLst>
            </p:cNvPr>
            <p:cNvSpPr/>
            <p:nvPr/>
          </p:nvSpPr>
          <p:spPr>
            <a:xfrm>
              <a:off x="597855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33" name="Google Shape;779;p36">
              <a:extLst>
                <a:ext uri="{FF2B5EF4-FFF2-40B4-BE49-F238E27FC236}">
                  <a16:creationId xmlns:a16="http://schemas.microsoft.com/office/drawing/2014/main" id="{3CE095E3-8BF3-8D35-71D4-BF114FC944A9}"/>
                </a:ext>
              </a:extLst>
            </p:cNvPr>
            <p:cNvSpPr/>
            <p:nvPr/>
          </p:nvSpPr>
          <p:spPr>
            <a:xfrm>
              <a:off x="5982800" y="1826750"/>
              <a:ext cx="2524200" cy="848400"/>
            </a:xfrm>
            <a:prstGeom prst="homePlate">
              <a:avLst>
                <a:gd name="adj" fmla="val 50581"/>
              </a:avLst>
            </a:prstGeom>
            <a:solidFill>
              <a:srgbClr val="DDC0A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34" name="Google Shape;780;p36">
              <a:extLst>
                <a:ext uri="{FF2B5EF4-FFF2-40B4-BE49-F238E27FC236}">
                  <a16:creationId xmlns:a16="http://schemas.microsoft.com/office/drawing/2014/main" id="{B506468F-B619-C333-F297-0EB57643A876}"/>
                </a:ext>
              </a:extLst>
            </p:cNvPr>
            <p:cNvSpPr txBox="1"/>
            <p:nvPr/>
          </p:nvSpPr>
          <p:spPr>
            <a:xfrm>
              <a:off x="597855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dirty="0">
                  <a:latin typeface="Barlow Semi Condensed"/>
                  <a:ea typeface="Barlow Semi Condensed"/>
                  <a:cs typeface="Barlow Semi Condensed"/>
                  <a:sym typeface="Barlow Semi Condensed"/>
                </a:rPr>
                <a:t>Responsible Web Design for a…</a:t>
              </a:r>
              <a:endParaRPr sz="2378" b="1" dirty="0">
                <a:latin typeface="Barlow Semi Condensed"/>
                <a:ea typeface="Barlow Semi Condensed"/>
                <a:cs typeface="Barlow Semi Condensed"/>
                <a:sym typeface="Barlow Semi Condensed"/>
              </a:endParaRPr>
            </a:p>
          </p:txBody>
        </p:sp>
        <p:sp>
          <p:nvSpPr>
            <p:cNvPr id="35" name="Google Shape;781;p36">
              <a:extLst>
                <a:ext uri="{FF2B5EF4-FFF2-40B4-BE49-F238E27FC236}">
                  <a16:creationId xmlns:a16="http://schemas.microsoft.com/office/drawing/2014/main" id="{AD7368BE-6203-1518-72F6-996A388CFAA9}"/>
                </a:ext>
              </a:extLst>
            </p:cNvPr>
            <p:cNvSpPr txBox="1"/>
            <p:nvPr/>
          </p:nvSpPr>
          <p:spPr>
            <a:xfrm>
              <a:off x="597855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dirty="0">
                  <a:latin typeface="Barlow Semi Condensed"/>
                  <a:ea typeface="Barlow Semi Condensed"/>
                  <a:cs typeface="Barlow Semi Condensed"/>
                  <a:sym typeface="Barlow Semi Condensed"/>
                </a:rPr>
                <a:t>A gamified portal, complete with front-end and back-end, to encourage students to study, for Khan Academy.</a:t>
              </a:r>
              <a:endParaRPr sz="1098" dirty="0">
                <a:latin typeface="Barlow Semi Condensed"/>
                <a:ea typeface="Barlow Semi Condensed"/>
                <a:cs typeface="Barlow Semi Condensed"/>
                <a:sym typeface="Barlow Semi Condensed"/>
              </a:endParaRPr>
            </a:p>
          </p:txBody>
        </p:sp>
        <p:sp>
          <p:nvSpPr>
            <p:cNvPr id="36" name="Google Shape;782;p36">
              <a:extLst>
                <a:ext uri="{FF2B5EF4-FFF2-40B4-BE49-F238E27FC236}">
                  <a16:creationId xmlns:a16="http://schemas.microsoft.com/office/drawing/2014/main" id="{0CAC05B6-833D-395E-6694-CCB39A1F101F}"/>
                </a:ext>
              </a:extLst>
            </p:cNvPr>
            <p:cNvSpPr txBox="1"/>
            <p:nvPr/>
          </p:nvSpPr>
          <p:spPr>
            <a:xfrm>
              <a:off x="597855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dirty="0">
                  <a:latin typeface="Barlow Semi Condensed SemiBold"/>
                  <a:ea typeface="Barlow Semi Condensed SemiBold"/>
                  <a:cs typeface="Barlow Semi Condensed SemiBold"/>
                  <a:sym typeface="Barlow Semi Condensed SemiBold"/>
                </a:rPr>
                <a:t>Deadline: 5th August, 2026</a:t>
              </a:r>
              <a:endParaRPr sz="823" dirty="0">
                <a:latin typeface="Barlow Semi Condensed SemiBold"/>
                <a:ea typeface="Barlow Semi Condensed SemiBold"/>
                <a:cs typeface="Barlow Semi Condensed SemiBold"/>
                <a:sym typeface="Barlow Semi Condensed SemiBold"/>
              </a:endParaRPr>
            </a:p>
          </p:txBody>
        </p:sp>
      </p:grpSp>
      <p:sp>
        <p:nvSpPr>
          <p:cNvPr id="1264" name="Google Shape;1264;p50">
            <a:extLst>
              <a:ext uri="{FF2B5EF4-FFF2-40B4-BE49-F238E27FC236}">
                <a16:creationId xmlns:a16="http://schemas.microsoft.com/office/drawing/2014/main" id="{20ACBAF2-38F6-FC14-EEE4-6B1AE0DB79FB}"/>
              </a:ext>
            </a:extLst>
          </p:cNvPr>
          <p:cNvSpPr txBox="1"/>
          <p:nvPr/>
        </p:nvSpPr>
        <p:spPr>
          <a:xfrm>
            <a:off x="2577750" y="388675"/>
            <a:ext cx="3988500"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700" dirty="0">
                <a:solidFill>
                  <a:srgbClr val="EFBC3F"/>
                </a:solidFill>
                <a:latin typeface="Dela Gothic One"/>
                <a:ea typeface="Dela Gothic One"/>
                <a:cs typeface="Dela Gothic One"/>
                <a:sym typeface="Dela Gothic One"/>
              </a:rPr>
              <a:t>All Projects</a:t>
            </a:r>
            <a:endParaRPr sz="2700" dirty="0">
              <a:solidFill>
                <a:srgbClr val="EFBC3F"/>
              </a:solidFill>
              <a:latin typeface="Dela Gothic One"/>
              <a:ea typeface="Dela Gothic One"/>
              <a:cs typeface="Dela Gothic One"/>
              <a:sym typeface="Dela Gothic One"/>
            </a:endParaRPr>
          </a:p>
        </p:txBody>
      </p:sp>
      <p:sp>
        <p:nvSpPr>
          <p:cNvPr id="1265" name="Google Shape;1265;p50">
            <a:extLst>
              <a:ext uri="{FF2B5EF4-FFF2-40B4-BE49-F238E27FC236}">
                <a16:creationId xmlns:a16="http://schemas.microsoft.com/office/drawing/2014/main" id="{EF550743-BFC9-F73A-E300-D117FB4363D8}"/>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66" name="Google Shape;1266;p50">
            <a:extLst>
              <a:ext uri="{FF2B5EF4-FFF2-40B4-BE49-F238E27FC236}">
                <a16:creationId xmlns:a16="http://schemas.microsoft.com/office/drawing/2014/main" id="{54FF311D-AE09-CCCD-0A4D-0590F79EE7E2}"/>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267" name="Google Shape;1267;p50">
            <a:extLst>
              <a:ext uri="{FF2B5EF4-FFF2-40B4-BE49-F238E27FC236}">
                <a16:creationId xmlns:a16="http://schemas.microsoft.com/office/drawing/2014/main" id="{7E18F4E5-7BF6-6395-E903-5FB0F307E4D5}"/>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My Projects Screen</a:t>
            </a:r>
            <a:endParaRPr sz="1400">
              <a:solidFill>
                <a:srgbClr val="FFFFFF"/>
              </a:solidFill>
              <a:latin typeface="Work Sans"/>
              <a:ea typeface="Work Sans"/>
              <a:cs typeface="Work Sans"/>
              <a:sym typeface="Work Sans"/>
            </a:endParaRPr>
          </a:p>
        </p:txBody>
      </p:sp>
      <p:sp>
        <p:nvSpPr>
          <p:cNvPr id="1268" name="Google Shape;1268;p50">
            <a:extLst>
              <a:ext uri="{FF2B5EF4-FFF2-40B4-BE49-F238E27FC236}">
                <a16:creationId xmlns:a16="http://schemas.microsoft.com/office/drawing/2014/main" id="{286859CD-B55D-0980-C877-BB6E6C48794C}"/>
              </a:ext>
            </a:extLst>
          </p:cNvPr>
          <p:cNvSpPr txBox="1"/>
          <p:nvPr/>
        </p:nvSpPr>
        <p:spPr>
          <a:xfrm>
            <a:off x="563825" y="497275"/>
            <a:ext cx="408600" cy="3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A47FA7"/>
                </a:solidFill>
                <a:latin typeface="Martian Mono"/>
                <a:ea typeface="Martian Mono"/>
                <a:cs typeface="Martian Mono"/>
                <a:sym typeface="Martian Mono"/>
              </a:rPr>
              <a:t>&lt;</a:t>
            </a:r>
            <a:endParaRPr sz="1300">
              <a:solidFill>
                <a:srgbClr val="A47FA7"/>
              </a:solidFill>
              <a:latin typeface="Martian Mono"/>
              <a:ea typeface="Martian Mono"/>
              <a:cs typeface="Martian Mono"/>
              <a:sym typeface="Martian Mono"/>
            </a:endParaRPr>
          </a:p>
        </p:txBody>
      </p:sp>
      <p:sp>
        <p:nvSpPr>
          <p:cNvPr id="1269" name="Google Shape;1269;p50">
            <a:extLst>
              <a:ext uri="{FF2B5EF4-FFF2-40B4-BE49-F238E27FC236}">
                <a16:creationId xmlns:a16="http://schemas.microsoft.com/office/drawing/2014/main" id="{E46B94E8-7AB9-99E2-DBB1-864F011035DF}"/>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3" name="Google Shape;767;p36">
            <a:extLst>
              <a:ext uri="{FF2B5EF4-FFF2-40B4-BE49-F238E27FC236}">
                <a16:creationId xmlns:a16="http://schemas.microsoft.com/office/drawing/2014/main" id="{E315F017-57D4-380E-DFAF-406EB2B7C58D}"/>
              </a:ext>
            </a:extLst>
          </p:cNvPr>
          <p:cNvGrpSpPr/>
          <p:nvPr/>
        </p:nvGrpSpPr>
        <p:grpSpPr>
          <a:xfrm>
            <a:off x="969905" y="1533188"/>
            <a:ext cx="7198689" cy="2113737"/>
            <a:chOff x="637000" y="1416450"/>
            <a:chExt cx="7870000" cy="2310600"/>
          </a:xfrm>
        </p:grpSpPr>
        <p:sp>
          <p:nvSpPr>
            <p:cNvPr id="4" name="Google Shape;768;p36">
              <a:extLst>
                <a:ext uri="{FF2B5EF4-FFF2-40B4-BE49-F238E27FC236}">
                  <a16:creationId xmlns:a16="http://schemas.microsoft.com/office/drawing/2014/main" id="{544AABDA-EDA4-6410-462C-F7FE25CBDFD0}"/>
                </a:ext>
              </a:extLst>
            </p:cNvPr>
            <p:cNvSpPr/>
            <p:nvPr/>
          </p:nvSpPr>
          <p:spPr>
            <a:xfrm>
              <a:off x="63700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5" name="Google Shape;769;p36">
              <a:extLst>
                <a:ext uri="{FF2B5EF4-FFF2-40B4-BE49-F238E27FC236}">
                  <a16:creationId xmlns:a16="http://schemas.microsoft.com/office/drawing/2014/main" id="{694DF2E8-FE5E-1DEA-97C6-D131ACF2AF14}"/>
                </a:ext>
              </a:extLst>
            </p:cNvPr>
            <p:cNvSpPr/>
            <p:nvPr/>
          </p:nvSpPr>
          <p:spPr>
            <a:xfrm>
              <a:off x="641250" y="1826750"/>
              <a:ext cx="2524200" cy="848400"/>
            </a:xfrm>
            <a:prstGeom prst="homePlate">
              <a:avLst>
                <a:gd name="adj" fmla="val 50581"/>
              </a:avLst>
            </a:prstGeom>
            <a:solidFill>
              <a:srgbClr val="E0F0A9"/>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6" name="Google Shape;770;p36">
              <a:extLst>
                <a:ext uri="{FF2B5EF4-FFF2-40B4-BE49-F238E27FC236}">
                  <a16:creationId xmlns:a16="http://schemas.microsoft.com/office/drawing/2014/main" id="{02169A17-B46D-6C1A-D1B5-AA0A14190CF9}"/>
                </a:ext>
              </a:extLst>
            </p:cNvPr>
            <p:cNvSpPr txBox="1"/>
            <p:nvPr/>
          </p:nvSpPr>
          <p:spPr>
            <a:xfrm>
              <a:off x="63700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DPS Satna Educational…</a:t>
              </a:r>
              <a:endParaRPr sz="2378" b="1">
                <a:latin typeface="Barlow Semi Condensed"/>
                <a:ea typeface="Barlow Semi Condensed"/>
                <a:cs typeface="Barlow Semi Condensed"/>
                <a:sym typeface="Barlow Semi Condensed"/>
              </a:endParaRPr>
            </a:p>
          </p:txBody>
        </p:sp>
        <p:sp>
          <p:nvSpPr>
            <p:cNvPr id="7" name="Google Shape;771;p36">
              <a:extLst>
                <a:ext uri="{FF2B5EF4-FFF2-40B4-BE49-F238E27FC236}">
                  <a16:creationId xmlns:a16="http://schemas.microsoft.com/office/drawing/2014/main" id="{9C8D132E-DA56-CE47-75E3-DCC4E7FC9639}"/>
                </a:ext>
              </a:extLst>
            </p:cNvPr>
            <p:cNvSpPr txBox="1"/>
            <p:nvPr/>
          </p:nvSpPr>
          <p:spPr>
            <a:xfrm>
              <a:off x="63700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dirty="0">
                  <a:latin typeface="Barlow Semi Condensed"/>
                  <a:ea typeface="Barlow Semi Condensed"/>
                  <a:cs typeface="Barlow Semi Condensed"/>
                  <a:sym typeface="Barlow Semi Condensed"/>
                </a:rPr>
                <a:t>A single-page website for DPS Satna to introduce viewers to its facilities and generate leads for admissions.</a:t>
              </a:r>
              <a:endParaRPr sz="1098" dirty="0">
                <a:latin typeface="Barlow Semi Condensed"/>
                <a:ea typeface="Barlow Semi Condensed"/>
                <a:cs typeface="Barlow Semi Condensed"/>
                <a:sym typeface="Barlow Semi Condensed"/>
              </a:endParaRPr>
            </a:p>
          </p:txBody>
        </p:sp>
        <p:sp>
          <p:nvSpPr>
            <p:cNvPr id="8" name="Google Shape;772;p36">
              <a:extLst>
                <a:ext uri="{FF2B5EF4-FFF2-40B4-BE49-F238E27FC236}">
                  <a16:creationId xmlns:a16="http://schemas.microsoft.com/office/drawing/2014/main" id="{8B28B37A-3BE9-EE64-CD08-669F65E507C2}"/>
                </a:ext>
              </a:extLst>
            </p:cNvPr>
            <p:cNvSpPr txBox="1"/>
            <p:nvPr/>
          </p:nvSpPr>
          <p:spPr>
            <a:xfrm>
              <a:off x="63700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13th May, 2026</a:t>
              </a:r>
              <a:endParaRPr sz="823">
                <a:latin typeface="Barlow Semi Condensed SemiBold"/>
                <a:ea typeface="Barlow Semi Condensed SemiBold"/>
                <a:cs typeface="Barlow Semi Condensed SemiBold"/>
                <a:sym typeface="Barlow Semi Condensed SemiBold"/>
              </a:endParaRPr>
            </a:p>
          </p:txBody>
        </p:sp>
        <p:sp>
          <p:nvSpPr>
            <p:cNvPr id="9" name="Google Shape;773;p36">
              <a:extLst>
                <a:ext uri="{FF2B5EF4-FFF2-40B4-BE49-F238E27FC236}">
                  <a16:creationId xmlns:a16="http://schemas.microsoft.com/office/drawing/2014/main" id="{3346B539-8D5E-774F-22E8-99744B3720DD}"/>
                </a:ext>
              </a:extLst>
            </p:cNvPr>
            <p:cNvSpPr/>
            <p:nvPr/>
          </p:nvSpPr>
          <p:spPr>
            <a:xfrm>
              <a:off x="3307775"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10" name="Google Shape;774;p36">
              <a:extLst>
                <a:ext uri="{FF2B5EF4-FFF2-40B4-BE49-F238E27FC236}">
                  <a16:creationId xmlns:a16="http://schemas.microsoft.com/office/drawing/2014/main" id="{F7B068A7-E81F-7FAD-2C2F-2AB3142D6647}"/>
                </a:ext>
              </a:extLst>
            </p:cNvPr>
            <p:cNvSpPr/>
            <p:nvPr/>
          </p:nvSpPr>
          <p:spPr>
            <a:xfrm>
              <a:off x="3312025" y="1826750"/>
              <a:ext cx="2524200" cy="848400"/>
            </a:xfrm>
            <a:prstGeom prst="homePlate">
              <a:avLst>
                <a:gd name="adj" fmla="val 50581"/>
              </a:avLst>
            </a:prstGeom>
            <a:solidFill>
              <a:srgbClr val="F3C1E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11" name="Google Shape;775;p36">
              <a:extLst>
                <a:ext uri="{FF2B5EF4-FFF2-40B4-BE49-F238E27FC236}">
                  <a16:creationId xmlns:a16="http://schemas.microsoft.com/office/drawing/2014/main" id="{A95A99C0-62F0-0588-C653-BB2E9AD99F46}"/>
                </a:ext>
              </a:extLst>
            </p:cNvPr>
            <p:cNvSpPr txBox="1"/>
            <p:nvPr/>
          </p:nvSpPr>
          <p:spPr>
            <a:xfrm>
              <a:off x="3307775"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a:latin typeface="Barlow Semi Condensed"/>
                  <a:ea typeface="Barlow Semi Condensed"/>
                  <a:cs typeface="Barlow Semi Condensed"/>
                  <a:sym typeface="Barlow Semi Condensed"/>
                </a:rPr>
                <a:t>API Creation for Deli Foods</a:t>
              </a:r>
              <a:endParaRPr sz="2378" b="1">
                <a:latin typeface="Barlow Semi Condensed"/>
                <a:ea typeface="Barlow Semi Condensed"/>
                <a:cs typeface="Barlow Semi Condensed"/>
                <a:sym typeface="Barlow Semi Condensed"/>
              </a:endParaRPr>
            </a:p>
          </p:txBody>
        </p:sp>
        <p:sp>
          <p:nvSpPr>
            <p:cNvPr id="12" name="Google Shape;776;p36">
              <a:extLst>
                <a:ext uri="{FF2B5EF4-FFF2-40B4-BE49-F238E27FC236}">
                  <a16:creationId xmlns:a16="http://schemas.microsoft.com/office/drawing/2014/main" id="{BE4B9B7B-544F-D56D-1EE9-629862EAA6FC}"/>
                </a:ext>
              </a:extLst>
            </p:cNvPr>
            <p:cNvSpPr txBox="1"/>
            <p:nvPr/>
          </p:nvSpPr>
          <p:spPr>
            <a:xfrm>
              <a:off x="3307775"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An API for Deli Foods’ delivery app, based on the REST model.</a:t>
              </a:r>
              <a:endParaRPr sz="1098">
                <a:latin typeface="Barlow Semi Condensed"/>
                <a:ea typeface="Barlow Semi Condensed"/>
                <a:cs typeface="Barlow Semi Condensed"/>
                <a:sym typeface="Barlow Semi Condensed"/>
              </a:endParaRPr>
            </a:p>
          </p:txBody>
        </p:sp>
        <p:sp>
          <p:nvSpPr>
            <p:cNvPr id="13" name="Google Shape;777;p36">
              <a:extLst>
                <a:ext uri="{FF2B5EF4-FFF2-40B4-BE49-F238E27FC236}">
                  <a16:creationId xmlns:a16="http://schemas.microsoft.com/office/drawing/2014/main" id="{E556D33D-59B0-754B-9E8B-BFA2DE4A20DF}"/>
                </a:ext>
              </a:extLst>
            </p:cNvPr>
            <p:cNvSpPr txBox="1"/>
            <p:nvPr/>
          </p:nvSpPr>
          <p:spPr>
            <a:xfrm>
              <a:off x="3307775"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16th May, 2026</a:t>
              </a:r>
              <a:endParaRPr sz="823">
                <a:latin typeface="Barlow Semi Condensed SemiBold"/>
                <a:ea typeface="Barlow Semi Condensed SemiBold"/>
                <a:cs typeface="Barlow Semi Condensed SemiBold"/>
                <a:sym typeface="Barlow Semi Condensed SemiBold"/>
              </a:endParaRPr>
            </a:p>
          </p:txBody>
        </p:sp>
        <p:sp>
          <p:nvSpPr>
            <p:cNvPr id="14" name="Google Shape;778;p36">
              <a:extLst>
                <a:ext uri="{FF2B5EF4-FFF2-40B4-BE49-F238E27FC236}">
                  <a16:creationId xmlns:a16="http://schemas.microsoft.com/office/drawing/2014/main" id="{4B5F9B40-4C4B-D951-9F0B-E84D8A888994}"/>
                </a:ext>
              </a:extLst>
            </p:cNvPr>
            <p:cNvSpPr/>
            <p:nvPr/>
          </p:nvSpPr>
          <p:spPr>
            <a:xfrm>
              <a:off x="5978550" y="1416450"/>
              <a:ext cx="2524200" cy="2310600"/>
            </a:xfrm>
            <a:prstGeom prst="roundRect">
              <a:avLst>
                <a:gd name="adj" fmla="val 10795"/>
              </a:avLst>
            </a:prstGeom>
            <a:solidFill>
              <a:srgbClr val="F3F3F3"/>
            </a:solidFill>
            <a:ln>
              <a:noFill/>
            </a:ln>
          </p:spPr>
          <p:txBody>
            <a:bodyPr spcFirstLastPara="1" wrap="square" lIns="41800" tIns="41800" rIns="41800" bIns="41800" anchor="t" anchorCtr="0">
              <a:noAutofit/>
            </a:bodyPr>
            <a:lstStyle/>
            <a:p>
              <a:pPr marL="0" lvl="0" indent="0" algn="l" rtl="0">
                <a:spcBef>
                  <a:spcPts val="0"/>
                </a:spcBef>
                <a:spcAft>
                  <a:spcPts val="0"/>
                </a:spcAft>
                <a:buNone/>
              </a:pPr>
              <a:endParaRPr sz="2927">
                <a:solidFill>
                  <a:srgbClr val="E3E9BD"/>
                </a:solidFill>
                <a:latin typeface="Barlow Semi Condensed Black"/>
                <a:ea typeface="Barlow Semi Condensed Black"/>
                <a:cs typeface="Barlow Semi Condensed Black"/>
                <a:sym typeface="Barlow Semi Condensed Black"/>
              </a:endParaRPr>
            </a:p>
          </p:txBody>
        </p:sp>
        <p:sp>
          <p:nvSpPr>
            <p:cNvPr id="15" name="Google Shape;779;p36">
              <a:extLst>
                <a:ext uri="{FF2B5EF4-FFF2-40B4-BE49-F238E27FC236}">
                  <a16:creationId xmlns:a16="http://schemas.microsoft.com/office/drawing/2014/main" id="{52F711F7-1F88-E234-EC69-2855BE3B6919}"/>
                </a:ext>
              </a:extLst>
            </p:cNvPr>
            <p:cNvSpPr/>
            <p:nvPr/>
          </p:nvSpPr>
          <p:spPr>
            <a:xfrm>
              <a:off x="5982800" y="1826750"/>
              <a:ext cx="2524200" cy="848400"/>
            </a:xfrm>
            <a:prstGeom prst="homePlate">
              <a:avLst>
                <a:gd name="adj" fmla="val 50581"/>
              </a:avLst>
            </a:prstGeom>
            <a:solidFill>
              <a:srgbClr val="DDC0AD"/>
            </a:solidFill>
            <a:ln>
              <a:noFill/>
            </a:ln>
          </p:spPr>
          <p:txBody>
            <a:bodyPr spcFirstLastPara="1" wrap="square" lIns="83650" tIns="83650" rIns="83650" bIns="83650" anchor="ctr" anchorCtr="0">
              <a:noAutofit/>
            </a:bodyPr>
            <a:lstStyle/>
            <a:p>
              <a:pPr marL="0" lvl="0" indent="0" algn="ctr" rtl="0">
                <a:spcBef>
                  <a:spcPts val="0"/>
                </a:spcBef>
                <a:spcAft>
                  <a:spcPts val="0"/>
                </a:spcAft>
                <a:buNone/>
              </a:pPr>
              <a:endParaRPr sz="1281">
                <a:latin typeface="Barlow Semi Condensed"/>
                <a:ea typeface="Barlow Semi Condensed"/>
                <a:cs typeface="Barlow Semi Condensed"/>
                <a:sym typeface="Barlow Semi Condensed"/>
              </a:endParaRPr>
            </a:p>
          </p:txBody>
        </p:sp>
        <p:sp>
          <p:nvSpPr>
            <p:cNvPr id="16" name="Google Shape;780;p36">
              <a:extLst>
                <a:ext uri="{FF2B5EF4-FFF2-40B4-BE49-F238E27FC236}">
                  <a16:creationId xmlns:a16="http://schemas.microsoft.com/office/drawing/2014/main" id="{3B7567EF-86A9-54F1-45D4-E57A7117E71A}"/>
                </a:ext>
              </a:extLst>
            </p:cNvPr>
            <p:cNvSpPr txBox="1"/>
            <p:nvPr/>
          </p:nvSpPr>
          <p:spPr>
            <a:xfrm>
              <a:off x="5978550" y="1856950"/>
              <a:ext cx="2390100" cy="788100"/>
            </a:xfrm>
            <a:prstGeom prst="rect">
              <a:avLst/>
            </a:prstGeom>
            <a:noFill/>
            <a:ln>
              <a:noFill/>
            </a:ln>
          </p:spPr>
          <p:txBody>
            <a:bodyPr spcFirstLastPara="1" wrap="square" lIns="83650" tIns="0" rIns="0" bIns="0" anchor="ctr" anchorCtr="0">
              <a:noAutofit/>
            </a:bodyPr>
            <a:lstStyle/>
            <a:p>
              <a:pPr marL="0" lvl="0" indent="0" algn="l" rtl="0">
                <a:lnSpc>
                  <a:spcPct val="70000"/>
                </a:lnSpc>
                <a:spcBef>
                  <a:spcPts val="0"/>
                </a:spcBef>
                <a:spcAft>
                  <a:spcPts val="0"/>
                </a:spcAft>
                <a:buNone/>
              </a:pPr>
              <a:r>
                <a:rPr lang="en" sz="2378" b="1" dirty="0">
                  <a:latin typeface="Barlow Semi Condensed"/>
                  <a:ea typeface="Barlow Semi Condensed"/>
                  <a:cs typeface="Barlow Semi Condensed"/>
                  <a:sym typeface="Barlow Semi Condensed"/>
                </a:rPr>
                <a:t>Gamified Learning Port…</a:t>
              </a:r>
              <a:endParaRPr sz="2378" b="1" dirty="0">
                <a:latin typeface="Barlow Semi Condensed"/>
                <a:ea typeface="Barlow Semi Condensed"/>
                <a:cs typeface="Barlow Semi Condensed"/>
                <a:sym typeface="Barlow Semi Condensed"/>
              </a:endParaRPr>
            </a:p>
          </p:txBody>
        </p:sp>
        <p:sp>
          <p:nvSpPr>
            <p:cNvPr id="17" name="Google Shape;781;p36">
              <a:extLst>
                <a:ext uri="{FF2B5EF4-FFF2-40B4-BE49-F238E27FC236}">
                  <a16:creationId xmlns:a16="http://schemas.microsoft.com/office/drawing/2014/main" id="{DFFB9605-8034-F87F-7559-71F0F7C7D795}"/>
                </a:ext>
              </a:extLst>
            </p:cNvPr>
            <p:cNvSpPr txBox="1"/>
            <p:nvPr/>
          </p:nvSpPr>
          <p:spPr>
            <a:xfrm>
              <a:off x="5978550" y="2721050"/>
              <a:ext cx="2524200" cy="887100"/>
            </a:xfrm>
            <a:prstGeom prst="rect">
              <a:avLst/>
            </a:prstGeom>
            <a:noFill/>
            <a:ln>
              <a:noFill/>
            </a:ln>
          </p:spPr>
          <p:txBody>
            <a:bodyPr spcFirstLastPara="1" wrap="square" lIns="83650" tIns="41800" rIns="83650" bIns="41800" anchor="t" anchorCtr="0">
              <a:noAutofit/>
            </a:bodyPr>
            <a:lstStyle/>
            <a:p>
              <a:pPr marL="0" lvl="0" indent="0" algn="l" rtl="0">
                <a:spcBef>
                  <a:spcPts val="0"/>
                </a:spcBef>
                <a:spcAft>
                  <a:spcPts val="0"/>
                </a:spcAft>
                <a:buNone/>
              </a:pPr>
              <a:r>
                <a:rPr lang="en" sz="1098">
                  <a:latin typeface="Barlow Semi Condensed"/>
                  <a:ea typeface="Barlow Semi Condensed"/>
                  <a:cs typeface="Barlow Semi Condensed"/>
                  <a:sym typeface="Barlow Semi Condensed"/>
                </a:rPr>
                <a:t>A gamified portal, complete with front-end and back-end, to encourage students to study, for Khan Academy.</a:t>
              </a:r>
              <a:endParaRPr sz="1098">
                <a:latin typeface="Barlow Semi Condensed"/>
                <a:ea typeface="Barlow Semi Condensed"/>
                <a:cs typeface="Barlow Semi Condensed"/>
                <a:sym typeface="Barlow Semi Condensed"/>
              </a:endParaRPr>
            </a:p>
          </p:txBody>
        </p:sp>
        <p:sp>
          <p:nvSpPr>
            <p:cNvPr id="18" name="Google Shape;782;p36">
              <a:extLst>
                <a:ext uri="{FF2B5EF4-FFF2-40B4-BE49-F238E27FC236}">
                  <a16:creationId xmlns:a16="http://schemas.microsoft.com/office/drawing/2014/main" id="{0B85BF76-DDCF-84CD-DB4E-05E265B71FB9}"/>
                </a:ext>
              </a:extLst>
            </p:cNvPr>
            <p:cNvSpPr txBox="1"/>
            <p:nvPr/>
          </p:nvSpPr>
          <p:spPr>
            <a:xfrm>
              <a:off x="5978550" y="1498400"/>
              <a:ext cx="1708500" cy="282300"/>
            </a:xfrm>
            <a:prstGeom prst="rect">
              <a:avLst/>
            </a:prstGeom>
            <a:noFill/>
            <a:ln>
              <a:noFill/>
            </a:ln>
          </p:spPr>
          <p:txBody>
            <a:bodyPr spcFirstLastPara="1" wrap="square" lIns="83650" tIns="41800" rIns="41800" bIns="41800" anchor="ctr" anchorCtr="0">
              <a:noAutofit/>
            </a:bodyPr>
            <a:lstStyle/>
            <a:p>
              <a:pPr marL="0" lvl="0" indent="0" algn="l" rtl="0">
                <a:spcBef>
                  <a:spcPts val="0"/>
                </a:spcBef>
                <a:spcAft>
                  <a:spcPts val="0"/>
                </a:spcAft>
                <a:buNone/>
              </a:pPr>
              <a:r>
                <a:rPr lang="en" sz="823">
                  <a:latin typeface="Barlow Semi Condensed SemiBold"/>
                  <a:ea typeface="Barlow Semi Condensed SemiBold"/>
                  <a:cs typeface="Barlow Semi Condensed SemiBold"/>
                  <a:sym typeface="Barlow Semi Condensed SemiBold"/>
                </a:rPr>
                <a:t>Deadline: 5th June, 2026</a:t>
              </a:r>
              <a:endParaRPr sz="823">
                <a:latin typeface="Barlow Semi Condensed SemiBold"/>
                <a:ea typeface="Barlow Semi Condensed SemiBold"/>
                <a:cs typeface="Barlow Semi Condensed SemiBold"/>
                <a:sym typeface="Barlow Semi Condensed SemiBold"/>
              </a:endParaRPr>
            </a:p>
          </p:txBody>
        </p:sp>
      </p:grpSp>
      <p:sp>
        <p:nvSpPr>
          <p:cNvPr id="19" name="Google Shape;999;p42">
            <a:extLst>
              <a:ext uri="{FF2B5EF4-FFF2-40B4-BE49-F238E27FC236}">
                <a16:creationId xmlns:a16="http://schemas.microsoft.com/office/drawing/2014/main" id="{1C7B36D5-D549-099F-F906-7F47A1100308}"/>
              </a:ext>
            </a:extLst>
          </p:cNvPr>
          <p:cNvSpPr txBox="1"/>
          <p:nvPr/>
        </p:nvSpPr>
        <p:spPr>
          <a:xfrm>
            <a:off x="563825" y="1129559"/>
            <a:ext cx="22806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300" dirty="0">
                <a:solidFill>
                  <a:schemeClr val="accent1"/>
                </a:solidFill>
                <a:latin typeface="Dela Gothic One"/>
                <a:ea typeface="Dela Gothic One"/>
                <a:cs typeface="Dela Gothic One"/>
                <a:sym typeface="Dela Gothic One"/>
              </a:rPr>
              <a:t>Web Dev </a:t>
            </a:r>
            <a:endParaRPr sz="1300" dirty="0">
              <a:solidFill>
                <a:schemeClr val="accent1"/>
              </a:solidFill>
              <a:latin typeface="Dela Gothic One"/>
              <a:ea typeface="Dela Gothic One"/>
              <a:cs typeface="Dela Gothic One"/>
              <a:sym typeface="Dela Gothic One"/>
            </a:endParaRPr>
          </a:p>
        </p:txBody>
      </p:sp>
      <p:sp>
        <p:nvSpPr>
          <p:cNvPr id="20" name="Google Shape;999;p42">
            <a:extLst>
              <a:ext uri="{FF2B5EF4-FFF2-40B4-BE49-F238E27FC236}">
                <a16:creationId xmlns:a16="http://schemas.microsoft.com/office/drawing/2014/main" id="{5132031F-E6AD-3256-C980-B5F6296CCF49}"/>
              </a:ext>
            </a:extLst>
          </p:cNvPr>
          <p:cNvSpPr txBox="1"/>
          <p:nvPr/>
        </p:nvSpPr>
        <p:spPr>
          <a:xfrm>
            <a:off x="610987" y="3814839"/>
            <a:ext cx="22806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300" dirty="0">
                <a:solidFill>
                  <a:schemeClr val="accent1"/>
                </a:solidFill>
                <a:latin typeface="Dela Gothic One"/>
                <a:ea typeface="Dela Gothic One"/>
                <a:cs typeface="Dela Gothic One"/>
                <a:sym typeface="Dela Gothic One"/>
              </a:rPr>
              <a:t>UX/UI Design</a:t>
            </a:r>
            <a:endParaRPr sz="1300" dirty="0">
              <a:solidFill>
                <a:schemeClr val="accent1"/>
              </a:solidFill>
              <a:latin typeface="Dela Gothic One"/>
              <a:ea typeface="Dela Gothic One"/>
              <a:cs typeface="Dela Gothic One"/>
              <a:sym typeface="Dela Gothic One"/>
            </a:endParaRPr>
          </a:p>
        </p:txBody>
      </p:sp>
      <p:sp>
        <p:nvSpPr>
          <p:cNvPr id="37" name="Google Shape;244;p20">
            <a:extLst>
              <a:ext uri="{FF2B5EF4-FFF2-40B4-BE49-F238E27FC236}">
                <a16:creationId xmlns:a16="http://schemas.microsoft.com/office/drawing/2014/main" id="{3D46A1DC-4D47-3B9B-5D12-75BB0F79287A}"/>
              </a:ext>
            </a:extLst>
          </p:cNvPr>
          <p:cNvSpPr/>
          <p:nvPr/>
        </p:nvSpPr>
        <p:spPr>
          <a:xfrm rot="3599267">
            <a:off x="644100" y="792217"/>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Tree>
    <p:extLst>
      <p:ext uri="{BB962C8B-B14F-4D97-AF65-F5344CB8AC3E}">
        <p14:creationId xmlns:p14="http://schemas.microsoft.com/office/powerpoint/2010/main" val="23694785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EBE6D6"/>
        </a:solidFill>
        <a:effectLst/>
      </p:bgPr>
    </p:bg>
    <p:spTree>
      <p:nvGrpSpPr>
        <p:cNvPr id="1" name="Shape 1230">
          <a:extLst>
            <a:ext uri="{FF2B5EF4-FFF2-40B4-BE49-F238E27FC236}">
              <a16:creationId xmlns:a16="http://schemas.microsoft.com/office/drawing/2014/main" id="{39EC9D66-F2F8-C6B8-BA99-BC0619D5433D}"/>
            </a:ext>
          </a:extLst>
        </p:cNvPr>
        <p:cNvGrpSpPr/>
        <p:nvPr/>
      </p:nvGrpSpPr>
      <p:grpSpPr>
        <a:xfrm>
          <a:off x="0" y="0"/>
          <a:ext cx="0" cy="0"/>
          <a:chOff x="0" y="0"/>
          <a:chExt cx="0" cy="0"/>
        </a:xfrm>
      </p:grpSpPr>
      <p:sp>
        <p:nvSpPr>
          <p:cNvPr id="1232" name="Google Shape;1232;p49">
            <a:extLst>
              <a:ext uri="{FF2B5EF4-FFF2-40B4-BE49-F238E27FC236}">
                <a16:creationId xmlns:a16="http://schemas.microsoft.com/office/drawing/2014/main" id="{07A63DFB-33A5-D043-3866-DA30412A0CD6}"/>
              </a:ext>
            </a:extLst>
          </p:cNvPr>
          <p:cNvSpPr/>
          <p:nvPr/>
        </p:nvSpPr>
        <p:spPr>
          <a:xfrm>
            <a:off x="0" y="4747100"/>
            <a:ext cx="9144000" cy="396300"/>
          </a:xfrm>
          <a:prstGeom prst="rect">
            <a:avLst/>
          </a:prstGeom>
          <a:solidFill>
            <a:srgbClr val="BFD2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233" name="Google Shape;1233;p49">
            <a:extLst>
              <a:ext uri="{FF2B5EF4-FFF2-40B4-BE49-F238E27FC236}">
                <a16:creationId xmlns:a16="http://schemas.microsoft.com/office/drawing/2014/main" id="{F7A54598-8BCB-35F8-53E0-E8F19D23072A}"/>
              </a:ext>
            </a:extLst>
          </p:cNvPr>
          <p:cNvSpPr txBox="1">
            <a:spLocks noGrp="1"/>
          </p:cNvSpPr>
          <p:nvPr>
            <p:ph type="title" idx="4294967295"/>
          </p:nvPr>
        </p:nvSpPr>
        <p:spPr>
          <a:xfrm>
            <a:off x="346425" y="4747100"/>
            <a:ext cx="2280600" cy="394200"/>
          </a:xfrm>
          <a:prstGeom prst="rect">
            <a:avLst/>
          </a:prstGeom>
          <a:noFill/>
        </p:spPr>
        <p:txBody>
          <a:bodyPr spcFirstLastPara="1" wrap="square" lIns="91425" tIns="91425" rIns="91425" bIns="91425" anchor="b" anchorCtr="0">
            <a:noAutofit/>
          </a:bodyPr>
          <a:lstStyle/>
          <a:p>
            <a:pPr marL="0" lvl="0" indent="0" algn="l" rtl="0">
              <a:spcBef>
                <a:spcPts val="0"/>
              </a:spcBef>
              <a:spcAft>
                <a:spcPts val="0"/>
              </a:spcAft>
              <a:buNone/>
            </a:pPr>
            <a:r>
              <a:rPr lang="en" sz="1400">
                <a:solidFill>
                  <a:srgbClr val="FFFFFF"/>
                </a:solidFill>
                <a:latin typeface="Work Sans"/>
                <a:ea typeface="Work Sans"/>
                <a:cs typeface="Work Sans"/>
                <a:sym typeface="Work Sans"/>
              </a:rPr>
              <a:t>Main Menu</a:t>
            </a:r>
            <a:endParaRPr sz="1400">
              <a:solidFill>
                <a:srgbClr val="FFFFFF"/>
              </a:solidFill>
              <a:latin typeface="Work Sans"/>
              <a:ea typeface="Work Sans"/>
              <a:cs typeface="Work Sans"/>
              <a:sym typeface="Work Sans"/>
            </a:endParaRPr>
          </a:p>
        </p:txBody>
      </p:sp>
      <p:sp>
        <p:nvSpPr>
          <p:cNvPr id="1234" name="Google Shape;1234;p49">
            <a:extLst>
              <a:ext uri="{FF2B5EF4-FFF2-40B4-BE49-F238E27FC236}">
                <a16:creationId xmlns:a16="http://schemas.microsoft.com/office/drawing/2014/main" id="{DCADA235-EEC6-3625-A536-1204FB368C20}"/>
              </a:ext>
            </a:extLst>
          </p:cNvPr>
          <p:cNvSpPr txBox="1"/>
          <p:nvPr/>
        </p:nvSpPr>
        <p:spPr>
          <a:xfrm>
            <a:off x="2577750" y="388675"/>
            <a:ext cx="3988500" cy="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rgbClr val="EFBC3F"/>
                </a:solidFill>
                <a:latin typeface="Dela Gothic One"/>
                <a:ea typeface="Dela Gothic One"/>
                <a:cs typeface="Dela Gothic One"/>
                <a:sym typeface="Dela Gothic One"/>
              </a:rPr>
              <a:t>Hi, Gurlakshpreet</a:t>
            </a:r>
            <a:endParaRPr sz="2700">
              <a:solidFill>
                <a:srgbClr val="EFBC3F"/>
              </a:solidFill>
              <a:latin typeface="Dela Gothic One"/>
              <a:ea typeface="Dela Gothic One"/>
              <a:cs typeface="Dela Gothic One"/>
              <a:sym typeface="Dela Gothic One"/>
            </a:endParaRPr>
          </a:p>
        </p:txBody>
      </p:sp>
      <p:sp>
        <p:nvSpPr>
          <p:cNvPr id="1235" name="Google Shape;1235;p49">
            <a:extLst>
              <a:ext uri="{FF2B5EF4-FFF2-40B4-BE49-F238E27FC236}">
                <a16:creationId xmlns:a16="http://schemas.microsoft.com/office/drawing/2014/main" id="{0D95870C-F900-323F-6D60-DBB4C2674AE4}"/>
              </a:ext>
            </a:extLst>
          </p:cNvPr>
          <p:cNvSpPr/>
          <p:nvPr/>
        </p:nvSpPr>
        <p:spPr>
          <a:xfrm>
            <a:off x="3093900" y="975775"/>
            <a:ext cx="2956200" cy="396300"/>
          </a:xfrm>
          <a:prstGeom prst="roundRect">
            <a:avLst>
              <a:gd name="adj" fmla="val 16667"/>
            </a:avLst>
          </a:prstGeom>
          <a:solidFill>
            <a:srgbClr val="EBE6D6"/>
          </a:solidFill>
          <a:ln w="19050" cap="flat" cmpd="sng">
            <a:solidFill>
              <a:srgbClr val="EBE6D6"/>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Martian Mono"/>
                <a:ea typeface="Martian Mono"/>
                <a:cs typeface="Martian Mono"/>
                <a:sym typeface="Martian Mono"/>
              </a:rPr>
              <a:t>Which screen next?</a:t>
            </a:r>
            <a:endParaRPr>
              <a:latin typeface="Martian Mono"/>
              <a:ea typeface="Martian Mono"/>
              <a:cs typeface="Martian Mono"/>
              <a:sym typeface="Martian Mono"/>
            </a:endParaRPr>
          </a:p>
        </p:txBody>
      </p:sp>
      <p:sp>
        <p:nvSpPr>
          <p:cNvPr id="1236" name="Google Shape;1236;p49">
            <a:extLst>
              <a:ext uri="{FF2B5EF4-FFF2-40B4-BE49-F238E27FC236}">
                <a16:creationId xmlns:a16="http://schemas.microsoft.com/office/drawing/2014/main" id="{813948AC-4340-F66E-60EA-AB319F621DB3}"/>
              </a:ext>
            </a:extLst>
          </p:cNvPr>
          <p:cNvSpPr/>
          <p:nvPr/>
        </p:nvSpPr>
        <p:spPr>
          <a:xfrm>
            <a:off x="8926800" y="0"/>
            <a:ext cx="217200" cy="5143500"/>
          </a:xfrm>
          <a:prstGeom prst="rect">
            <a:avLst/>
          </a:prstGeom>
          <a:solidFill>
            <a:srgbClr val="F8BE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37" name="Google Shape;1237;p49">
            <a:extLst>
              <a:ext uri="{FF2B5EF4-FFF2-40B4-BE49-F238E27FC236}">
                <a16:creationId xmlns:a16="http://schemas.microsoft.com/office/drawing/2014/main" id="{A2E80C39-4228-8058-0B0C-9E94621E28C3}"/>
              </a:ext>
            </a:extLst>
          </p:cNvPr>
          <p:cNvSpPr/>
          <p:nvPr/>
        </p:nvSpPr>
        <p:spPr>
          <a:xfrm>
            <a:off x="8926800" y="0"/>
            <a:ext cx="217200" cy="272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238" name="Google Shape;1238;p49">
            <a:extLst>
              <a:ext uri="{FF2B5EF4-FFF2-40B4-BE49-F238E27FC236}">
                <a16:creationId xmlns:a16="http://schemas.microsoft.com/office/drawing/2014/main" id="{6D0D2101-2187-62E4-F468-4CA4703AC464}"/>
              </a:ext>
            </a:extLst>
          </p:cNvPr>
          <p:cNvGrpSpPr/>
          <p:nvPr/>
        </p:nvGrpSpPr>
        <p:grpSpPr>
          <a:xfrm>
            <a:off x="1242825" y="1445367"/>
            <a:ext cx="6658350" cy="1385100"/>
            <a:chOff x="1242825" y="1879204"/>
            <a:chExt cx="6658350" cy="1385100"/>
          </a:xfrm>
        </p:grpSpPr>
        <p:sp>
          <p:nvSpPr>
            <p:cNvPr id="1239" name="Google Shape;1239;p49">
              <a:extLst>
                <a:ext uri="{FF2B5EF4-FFF2-40B4-BE49-F238E27FC236}">
                  <a16:creationId xmlns:a16="http://schemas.microsoft.com/office/drawing/2014/main" id="{0C1E9074-6875-DBBA-D47A-BB0A2C57A2DB}"/>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#01</a:t>
              </a:r>
              <a:endParaRPr b="1">
                <a:solidFill>
                  <a:srgbClr val="FEFEFE"/>
                </a:solidFill>
                <a:latin typeface="Alegreya"/>
                <a:ea typeface="Alegreya"/>
                <a:cs typeface="Alegreya"/>
                <a:sym typeface="Alegreya"/>
              </a:endParaRPr>
            </a:p>
          </p:txBody>
        </p:sp>
        <p:sp>
          <p:nvSpPr>
            <p:cNvPr id="1240" name="Google Shape;1240;p49">
              <a:extLst>
                <a:ext uri="{FF2B5EF4-FFF2-40B4-BE49-F238E27FC236}">
                  <a16:creationId xmlns:a16="http://schemas.microsoft.com/office/drawing/2014/main" id="{DFEA1B98-669E-C6A3-ADE7-222D47A5BAC9}"/>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#02</a:t>
              </a:r>
              <a:endParaRPr b="1">
                <a:solidFill>
                  <a:srgbClr val="FEFEFE"/>
                </a:solidFill>
                <a:latin typeface="Alegreya"/>
                <a:ea typeface="Alegreya"/>
                <a:cs typeface="Alegreya"/>
                <a:sym typeface="Alegreya"/>
              </a:endParaRPr>
            </a:p>
          </p:txBody>
        </p:sp>
        <p:sp>
          <p:nvSpPr>
            <p:cNvPr id="1241" name="Google Shape;1241;p49">
              <a:extLst>
                <a:ext uri="{FF2B5EF4-FFF2-40B4-BE49-F238E27FC236}">
                  <a16:creationId xmlns:a16="http://schemas.microsoft.com/office/drawing/2014/main" id="{138676E8-48A9-9043-E54D-742FB9CBCCEF}"/>
                </a:ext>
              </a:extLst>
            </p:cNvPr>
            <p:cNvSpPr/>
            <p:nvPr/>
          </p:nvSpPr>
          <p:spPr>
            <a:xfrm>
              <a:off x="5831475" y="1879204"/>
              <a:ext cx="2069700" cy="1385100"/>
            </a:xfrm>
            <a:prstGeom prst="roundRect">
              <a:avLst>
                <a:gd name="adj" fmla="val 16667"/>
              </a:avLst>
            </a:prstGeom>
            <a:solidFill>
              <a:srgbClr val="64E996"/>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040404"/>
                  </a:solidFill>
                  <a:latin typeface="Alegreya"/>
                  <a:ea typeface="Alegreya"/>
                  <a:cs typeface="Alegreya"/>
                  <a:sym typeface="Alegreya"/>
                </a:rPr>
                <a:t>#03</a:t>
              </a:r>
              <a:endParaRPr b="1">
                <a:solidFill>
                  <a:srgbClr val="040404"/>
                </a:solidFill>
                <a:latin typeface="Alegreya"/>
                <a:ea typeface="Alegreya"/>
                <a:cs typeface="Alegreya"/>
                <a:sym typeface="Alegreya"/>
              </a:endParaRPr>
            </a:p>
          </p:txBody>
        </p:sp>
        <p:sp>
          <p:nvSpPr>
            <p:cNvPr id="1242" name="Google Shape;1242;p49">
              <a:extLst>
                <a:ext uri="{FF2B5EF4-FFF2-40B4-BE49-F238E27FC236}">
                  <a16:creationId xmlns:a16="http://schemas.microsoft.com/office/drawing/2014/main" id="{4BBC293D-6BEF-ABEC-4553-6AFE7A2C8E2A}"/>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My Department</a:t>
              </a:r>
              <a:endParaRPr sz="1800">
                <a:solidFill>
                  <a:srgbClr val="FEFEFE"/>
                </a:solidFill>
                <a:latin typeface="Alegreya"/>
                <a:ea typeface="Alegreya"/>
                <a:cs typeface="Alegreya"/>
                <a:sym typeface="Alegreya"/>
              </a:endParaRPr>
            </a:p>
          </p:txBody>
        </p:sp>
        <p:sp>
          <p:nvSpPr>
            <p:cNvPr id="1243" name="Google Shape;1243;p49">
              <a:extLst>
                <a:ext uri="{FF2B5EF4-FFF2-40B4-BE49-F238E27FC236}">
                  <a16:creationId xmlns:a16="http://schemas.microsoft.com/office/drawing/2014/main" id="{53259E73-E747-CC7F-B0D8-0DB69E5ECF0A}"/>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Notices</a:t>
              </a:r>
              <a:endParaRPr sz="1800">
                <a:solidFill>
                  <a:srgbClr val="FEFEFE"/>
                </a:solidFill>
                <a:latin typeface="Alegreya"/>
                <a:ea typeface="Alegreya"/>
                <a:cs typeface="Alegreya"/>
                <a:sym typeface="Alegreya"/>
              </a:endParaRPr>
            </a:p>
          </p:txBody>
        </p:sp>
        <p:sp>
          <p:nvSpPr>
            <p:cNvPr id="1244" name="Google Shape;1244;p49">
              <a:extLst>
                <a:ext uri="{FF2B5EF4-FFF2-40B4-BE49-F238E27FC236}">
                  <a16:creationId xmlns:a16="http://schemas.microsoft.com/office/drawing/2014/main" id="{1559A00F-E797-DD93-9CAD-B02D95F4750C}"/>
                </a:ext>
              </a:extLst>
            </p:cNvPr>
            <p:cNvSpPr txBox="1"/>
            <p:nvPr/>
          </p:nvSpPr>
          <p:spPr>
            <a:xfrm>
              <a:off x="5919013" y="2444829"/>
              <a:ext cx="15927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111111"/>
                  </a:solidFill>
                  <a:latin typeface="Alegreya"/>
                  <a:ea typeface="Alegreya"/>
                  <a:cs typeface="Alegreya"/>
                  <a:sym typeface="Alegreya"/>
                </a:rPr>
                <a:t>Calendar</a:t>
              </a:r>
              <a:endParaRPr sz="1800">
                <a:solidFill>
                  <a:srgbClr val="111111"/>
                </a:solidFill>
                <a:latin typeface="Alegreya"/>
                <a:ea typeface="Alegreya"/>
                <a:cs typeface="Alegreya"/>
                <a:sym typeface="Alegreya"/>
              </a:endParaRPr>
            </a:p>
          </p:txBody>
        </p:sp>
        <p:sp>
          <p:nvSpPr>
            <p:cNvPr id="1245" name="Google Shape;1245;p49">
              <a:extLst>
                <a:ext uri="{FF2B5EF4-FFF2-40B4-BE49-F238E27FC236}">
                  <a16:creationId xmlns:a16="http://schemas.microsoft.com/office/drawing/2014/main" id="{57749481-01EA-B10C-67CD-E06D4C73445D}"/>
                </a:ext>
              </a:extLst>
            </p:cNvPr>
            <p:cNvSpPr/>
            <p:nvPr/>
          </p:nvSpPr>
          <p:spPr>
            <a:xfrm>
              <a:off x="6006038" y="2083854"/>
              <a:ext cx="160912" cy="154586"/>
            </a:xfrm>
            <a:custGeom>
              <a:avLst/>
              <a:gdLst/>
              <a:ahLst/>
              <a:cxnLst/>
              <a:rect l="l" t="t" r="r" b="b"/>
              <a:pathLst>
                <a:path w="72320" h="70830" extrusionOk="0">
                  <a:moveTo>
                    <a:pt x="8738" y="0"/>
                  </a:moveTo>
                  <a:lnTo>
                    <a:pt x="7409" y="81"/>
                  </a:lnTo>
                  <a:lnTo>
                    <a:pt x="6000" y="282"/>
                  </a:lnTo>
                  <a:lnTo>
                    <a:pt x="5315" y="403"/>
                  </a:lnTo>
                  <a:lnTo>
                    <a:pt x="4671" y="523"/>
                  </a:lnTo>
                  <a:lnTo>
                    <a:pt x="4027" y="685"/>
                  </a:lnTo>
                  <a:lnTo>
                    <a:pt x="3423" y="886"/>
                  </a:lnTo>
                  <a:lnTo>
                    <a:pt x="2899" y="1127"/>
                  </a:lnTo>
                  <a:lnTo>
                    <a:pt x="2416" y="1369"/>
                  </a:lnTo>
                  <a:lnTo>
                    <a:pt x="2013" y="1611"/>
                  </a:lnTo>
                  <a:lnTo>
                    <a:pt x="1691" y="1933"/>
                  </a:lnTo>
                  <a:lnTo>
                    <a:pt x="1530" y="2174"/>
                  </a:lnTo>
                  <a:lnTo>
                    <a:pt x="1289" y="2577"/>
                  </a:lnTo>
                  <a:lnTo>
                    <a:pt x="725" y="3664"/>
                  </a:lnTo>
                  <a:lnTo>
                    <a:pt x="242" y="4752"/>
                  </a:lnTo>
                  <a:lnTo>
                    <a:pt x="40" y="5154"/>
                  </a:lnTo>
                  <a:lnTo>
                    <a:pt x="0" y="5436"/>
                  </a:lnTo>
                  <a:lnTo>
                    <a:pt x="0" y="5637"/>
                  </a:lnTo>
                  <a:lnTo>
                    <a:pt x="0" y="5879"/>
                  </a:lnTo>
                  <a:lnTo>
                    <a:pt x="121" y="6402"/>
                  </a:lnTo>
                  <a:lnTo>
                    <a:pt x="282" y="6926"/>
                  </a:lnTo>
                  <a:lnTo>
                    <a:pt x="322" y="7208"/>
                  </a:lnTo>
                  <a:lnTo>
                    <a:pt x="322" y="7449"/>
                  </a:lnTo>
                  <a:lnTo>
                    <a:pt x="362" y="11959"/>
                  </a:lnTo>
                  <a:lnTo>
                    <a:pt x="443" y="14174"/>
                  </a:lnTo>
                  <a:lnTo>
                    <a:pt x="564" y="16389"/>
                  </a:lnTo>
                  <a:lnTo>
                    <a:pt x="765" y="18603"/>
                  </a:lnTo>
                  <a:lnTo>
                    <a:pt x="886" y="19691"/>
                  </a:lnTo>
                  <a:lnTo>
                    <a:pt x="1047" y="20778"/>
                  </a:lnTo>
                  <a:lnTo>
                    <a:pt x="1248" y="21905"/>
                  </a:lnTo>
                  <a:lnTo>
                    <a:pt x="1490" y="22993"/>
                  </a:lnTo>
                  <a:lnTo>
                    <a:pt x="1772" y="24080"/>
                  </a:lnTo>
                  <a:lnTo>
                    <a:pt x="2054" y="25167"/>
                  </a:lnTo>
                  <a:lnTo>
                    <a:pt x="2215" y="27462"/>
                  </a:lnTo>
                  <a:lnTo>
                    <a:pt x="2335" y="29798"/>
                  </a:lnTo>
                  <a:lnTo>
                    <a:pt x="2416" y="32173"/>
                  </a:lnTo>
                  <a:lnTo>
                    <a:pt x="2416" y="34549"/>
                  </a:lnTo>
                  <a:lnTo>
                    <a:pt x="2416" y="36925"/>
                  </a:lnTo>
                  <a:lnTo>
                    <a:pt x="2376" y="39341"/>
                  </a:lnTo>
                  <a:lnTo>
                    <a:pt x="2295" y="44133"/>
                  </a:lnTo>
                  <a:lnTo>
                    <a:pt x="2215" y="48965"/>
                  </a:lnTo>
                  <a:lnTo>
                    <a:pt x="2174" y="51341"/>
                  </a:lnTo>
                  <a:lnTo>
                    <a:pt x="2215" y="53716"/>
                  </a:lnTo>
                  <a:lnTo>
                    <a:pt x="2255" y="56092"/>
                  </a:lnTo>
                  <a:lnTo>
                    <a:pt x="2376" y="58428"/>
                  </a:lnTo>
                  <a:lnTo>
                    <a:pt x="2537" y="60723"/>
                  </a:lnTo>
                  <a:lnTo>
                    <a:pt x="2738" y="62978"/>
                  </a:lnTo>
                  <a:lnTo>
                    <a:pt x="2819" y="63461"/>
                  </a:lnTo>
                  <a:lnTo>
                    <a:pt x="2980" y="63984"/>
                  </a:lnTo>
                  <a:lnTo>
                    <a:pt x="3181" y="64468"/>
                  </a:lnTo>
                  <a:lnTo>
                    <a:pt x="3423" y="64991"/>
                  </a:lnTo>
                  <a:lnTo>
                    <a:pt x="3664" y="65434"/>
                  </a:lnTo>
                  <a:lnTo>
                    <a:pt x="3986" y="65917"/>
                  </a:lnTo>
                  <a:lnTo>
                    <a:pt x="4309" y="66280"/>
                  </a:lnTo>
                  <a:lnTo>
                    <a:pt x="4671" y="66642"/>
                  </a:lnTo>
                  <a:lnTo>
                    <a:pt x="5235" y="67085"/>
                  </a:lnTo>
                  <a:lnTo>
                    <a:pt x="5879" y="67488"/>
                  </a:lnTo>
                  <a:lnTo>
                    <a:pt x="6564" y="67850"/>
                  </a:lnTo>
                  <a:lnTo>
                    <a:pt x="7329" y="68172"/>
                  </a:lnTo>
                  <a:lnTo>
                    <a:pt x="8094" y="68454"/>
                  </a:lnTo>
                  <a:lnTo>
                    <a:pt x="8899" y="68696"/>
                  </a:lnTo>
                  <a:lnTo>
                    <a:pt x="9745" y="68897"/>
                  </a:lnTo>
                  <a:lnTo>
                    <a:pt x="10590" y="69058"/>
                  </a:lnTo>
                  <a:lnTo>
                    <a:pt x="11436" y="69219"/>
                  </a:lnTo>
                  <a:lnTo>
                    <a:pt x="12322" y="69340"/>
                  </a:lnTo>
                  <a:lnTo>
                    <a:pt x="14013" y="69501"/>
                  </a:lnTo>
                  <a:lnTo>
                    <a:pt x="15664" y="69662"/>
                  </a:lnTo>
                  <a:lnTo>
                    <a:pt x="17154" y="69743"/>
                  </a:lnTo>
                  <a:lnTo>
                    <a:pt x="23033" y="70105"/>
                  </a:lnTo>
                  <a:lnTo>
                    <a:pt x="29033" y="70387"/>
                  </a:lnTo>
                  <a:lnTo>
                    <a:pt x="35113" y="70588"/>
                  </a:lnTo>
                  <a:lnTo>
                    <a:pt x="41274" y="70749"/>
                  </a:lnTo>
                  <a:lnTo>
                    <a:pt x="47394" y="70830"/>
                  </a:lnTo>
                  <a:lnTo>
                    <a:pt x="53475" y="70790"/>
                  </a:lnTo>
                  <a:lnTo>
                    <a:pt x="56495" y="70749"/>
                  </a:lnTo>
                  <a:lnTo>
                    <a:pt x="59474" y="70669"/>
                  </a:lnTo>
                  <a:lnTo>
                    <a:pt x="62454" y="70588"/>
                  </a:lnTo>
                  <a:lnTo>
                    <a:pt x="65353" y="70467"/>
                  </a:lnTo>
                  <a:lnTo>
                    <a:pt x="68011" y="70306"/>
                  </a:lnTo>
                  <a:lnTo>
                    <a:pt x="69380" y="70226"/>
                  </a:lnTo>
                  <a:lnTo>
                    <a:pt x="70548" y="70065"/>
                  </a:lnTo>
                  <a:lnTo>
                    <a:pt x="70910" y="69984"/>
                  </a:lnTo>
                  <a:lnTo>
                    <a:pt x="71313" y="69863"/>
                  </a:lnTo>
                  <a:lnTo>
                    <a:pt x="71716" y="69662"/>
                  </a:lnTo>
                  <a:lnTo>
                    <a:pt x="71836" y="69541"/>
                  </a:lnTo>
                  <a:lnTo>
                    <a:pt x="71957" y="69420"/>
                  </a:lnTo>
                  <a:lnTo>
                    <a:pt x="71998" y="69098"/>
                  </a:lnTo>
                  <a:lnTo>
                    <a:pt x="72078" y="68414"/>
                  </a:lnTo>
                  <a:lnTo>
                    <a:pt x="72199" y="66400"/>
                  </a:lnTo>
                  <a:lnTo>
                    <a:pt x="72320" y="64307"/>
                  </a:lnTo>
                  <a:lnTo>
                    <a:pt x="72320" y="63058"/>
                  </a:lnTo>
                  <a:lnTo>
                    <a:pt x="72239" y="61931"/>
                  </a:lnTo>
                  <a:lnTo>
                    <a:pt x="72078" y="60763"/>
                  </a:lnTo>
                  <a:lnTo>
                    <a:pt x="71836" y="59515"/>
                  </a:lnTo>
                  <a:lnTo>
                    <a:pt x="71514" y="58226"/>
                  </a:lnTo>
                  <a:lnTo>
                    <a:pt x="71112" y="56897"/>
                  </a:lnTo>
                  <a:lnTo>
                    <a:pt x="70669" y="55528"/>
                  </a:lnTo>
                  <a:lnTo>
                    <a:pt x="70145" y="54119"/>
                  </a:lnTo>
                  <a:lnTo>
                    <a:pt x="69582" y="52669"/>
                  </a:lnTo>
                  <a:lnTo>
                    <a:pt x="68937" y="51220"/>
                  </a:lnTo>
                  <a:lnTo>
                    <a:pt x="68293" y="49690"/>
                  </a:lnTo>
                  <a:lnTo>
                    <a:pt x="67568" y="48200"/>
                  </a:lnTo>
                  <a:lnTo>
                    <a:pt x="66803" y="46670"/>
                  </a:lnTo>
                  <a:lnTo>
                    <a:pt x="65998" y="45139"/>
                  </a:lnTo>
                  <a:lnTo>
                    <a:pt x="65152" y="43569"/>
                  </a:lnTo>
                  <a:lnTo>
                    <a:pt x="64307" y="42039"/>
                  </a:lnTo>
                  <a:lnTo>
                    <a:pt x="63380" y="40509"/>
                  </a:lnTo>
                  <a:lnTo>
                    <a:pt x="62495" y="38979"/>
                  </a:lnTo>
                  <a:lnTo>
                    <a:pt x="61568" y="37489"/>
                  </a:lnTo>
                  <a:lnTo>
                    <a:pt x="59636" y="34549"/>
                  </a:lnTo>
                  <a:lnTo>
                    <a:pt x="57703" y="31690"/>
                  </a:lnTo>
                  <a:lnTo>
                    <a:pt x="55730" y="29033"/>
                  </a:lnTo>
                  <a:lnTo>
                    <a:pt x="54763" y="27744"/>
                  </a:lnTo>
                  <a:lnTo>
                    <a:pt x="53837" y="26536"/>
                  </a:lnTo>
                  <a:lnTo>
                    <a:pt x="52871" y="25409"/>
                  </a:lnTo>
                  <a:lnTo>
                    <a:pt x="51945" y="24281"/>
                  </a:lnTo>
                  <a:lnTo>
                    <a:pt x="51059" y="23274"/>
                  </a:lnTo>
                  <a:lnTo>
                    <a:pt x="50173" y="22308"/>
                  </a:lnTo>
                  <a:lnTo>
                    <a:pt x="49367" y="21462"/>
                  </a:lnTo>
                  <a:lnTo>
                    <a:pt x="48522" y="20657"/>
                  </a:lnTo>
                  <a:lnTo>
                    <a:pt x="47515" y="19731"/>
                  </a:lnTo>
                  <a:lnTo>
                    <a:pt x="46468" y="18805"/>
                  </a:lnTo>
                  <a:lnTo>
                    <a:pt x="45462" y="17879"/>
                  </a:lnTo>
                  <a:lnTo>
                    <a:pt x="44374" y="17033"/>
                  </a:lnTo>
                  <a:lnTo>
                    <a:pt x="42240" y="15342"/>
                  </a:lnTo>
                  <a:lnTo>
                    <a:pt x="40066" y="13731"/>
                  </a:lnTo>
                  <a:lnTo>
                    <a:pt x="37851" y="12201"/>
                  </a:lnTo>
                  <a:lnTo>
                    <a:pt x="35596" y="10792"/>
                  </a:lnTo>
                  <a:lnTo>
                    <a:pt x="33301" y="9423"/>
                  </a:lnTo>
                  <a:lnTo>
                    <a:pt x="30965" y="8134"/>
                  </a:lnTo>
                  <a:lnTo>
                    <a:pt x="28590" y="6926"/>
                  </a:lnTo>
                  <a:lnTo>
                    <a:pt x="26174" y="5758"/>
                  </a:lnTo>
                  <a:lnTo>
                    <a:pt x="23717" y="4671"/>
                  </a:lnTo>
                  <a:lnTo>
                    <a:pt x="21221" y="3664"/>
                  </a:lnTo>
                  <a:lnTo>
                    <a:pt x="18684" y="2698"/>
                  </a:lnTo>
                  <a:lnTo>
                    <a:pt x="16107" y="1772"/>
                  </a:lnTo>
                  <a:lnTo>
                    <a:pt x="13489" y="886"/>
                  </a:lnTo>
                  <a:lnTo>
                    <a:pt x="10872" y="81"/>
                  </a:lnTo>
                  <a:lnTo>
                    <a:pt x="9906" y="0"/>
                  </a:lnTo>
                  <a:close/>
                </a:path>
              </a:pathLst>
            </a:custGeom>
            <a:solidFill>
              <a:srgbClr val="333C49"/>
            </a:solidFill>
            <a:ln w="9525" cap="flat" cmpd="sng">
              <a:solidFill>
                <a:srgbClr val="333C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1111"/>
                </a:solidFill>
                <a:latin typeface="Alegreya"/>
                <a:ea typeface="Alegreya"/>
                <a:cs typeface="Alegreya"/>
                <a:sym typeface="Alegreya"/>
              </a:endParaRPr>
            </a:p>
          </p:txBody>
        </p:sp>
        <p:sp>
          <p:nvSpPr>
            <p:cNvPr id="1246" name="Google Shape;1246;p49">
              <a:extLst>
                <a:ext uri="{FF2B5EF4-FFF2-40B4-BE49-F238E27FC236}">
                  <a16:creationId xmlns:a16="http://schemas.microsoft.com/office/drawing/2014/main" id="{DAE22F81-63FA-D07D-4FD2-D61D56FD250A}"/>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247" name="Google Shape;1247;p49">
              <a:extLst>
                <a:ext uri="{FF2B5EF4-FFF2-40B4-BE49-F238E27FC236}">
                  <a16:creationId xmlns:a16="http://schemas.microsoft.com/office/drawing/2014/main" id="{113497FA-E7A3-3A73-0472-1F267DCFBC21}"/>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grpSp>
        <p:nvGrpSpPr>
          <p:cNvPr id="1248" name="Google Shape;1248;p49">
            <a:extLst>
              <a:ext uri="{FF2B5EF4-FFF2-40B4-BE49-F238E27FC236}">
                <a16:creationId xmlns:a16="http://schemas.microsoft.com/office/drawing/2014/main" id="{50411B00-4341-2A5E-611F-6211219575AE}"/>
              </a:ext>
            </a:extLst>
          </p:cNvPr>
          <p:cNvGrpSpPr/>
          <p:nvPr/>
        </p:nvGrpSpPr>
        <p:grpSpPr>
          <a:xfrm>
            <a:off x="1242825" y="3096242"/>
            <a:ext cx="4364025" cy="1385100"/>
            <a:chOff x="1242825" y="1879204"/>
            <a:chExt cx="4364025" cy="1385100"/>
          </a:xfrm>
        </p:grpSpPr>
        <p:sp>
          <p:nvSpPr>
            <p:cNvPr id="1249" name="Google Shape;1249;p49">
              <a:extLst>
                <a:ext uri="{FF2B5EF4-FFF2-40B4-BE49-F238E27FC236}">
                  <a16:creationId xmlns:a16="http://schemas.microsoft.com/office/drawing/2014/main" id="{A53A55B4-856E-9032-8B28-96F01F73DD62}"/>
                </a:ext>
              </a:extLst>
            </p:cNvPr>
            <p:cNvSpPr/>
            <p:nvPr/>
          </p:nvSpPr>
          <p:spPr>
            <a:xfrm>
              <a:off x="1242825" y="1879204"/>
              <a:ext cx="2069700" cy="1385100"/>
            </a:xfrm>
            <a:prstGeom prst="roundRect">
              <a:avLst>
                <a:gd name="adj" fmla="val 16667"/>
              </a:avLst>
            </a:prstGeom>
            <a:solidFill>
              <a:srgbClr val="3543E2"/>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#04</a:t>
              </a:r>
              <a:endParaRPr b="1">
                <a:solidFill>
                  <a:srgbClr val="FEFEFE"/>
                </a:solidFill>
                <a:latin typeface="Alegreya"/>
                <a:ea typeface="Alegreya"/>
                <a:cs typeface="Alegreya"/>
                <a:sym typeface="Alegreya"/>
              </a:endParaRPr>
            </a:p>
          </p:txBody>
        </p:sp>
        <p:sp>
          <p:nvSpPr>
            <p:cNvPr id="1250" name="Google Shape;1250;p49">
              <a:extLst>
                <a:ext uri="{FF2B5EF4-FFF2-40B4-BE49-F238E27FC236}">
                  <a16:creationId xmlns:a16="http://schemas.microsoft.com/office/drawing/2014/main" id="{A87A4CC0-062A-F17D-E57A-16CE73C4DD97}"/>
                </a:ext>
              </a:extLst>
            </p:cNvPr>
            <p:cNvSpPr/>
            <p:nvPr/>
          </p:nvSpPr>
          <p:spPr>
            <a:xfrm>
              <a:off x="3537150" y="1879204"/>
              <a:ext cx="2069700" cy="1385100"/>
            </a:xfrm>
            <a:prstGeom prst="roundRect">
              <a:avLst>
                <a:gd name="adj" fmla="val 16667"/>
              </a:avLst>
            </a:prstGeom>
            <a:solidFill>
              <a:srgbClr val="E4445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rgbClr val="FEFEFE"/>
                  </a:solidFill>
                  <a:latin typeface="Alegreya"/>
                  <a:ea typeface="Alegreya"/>
                  <a:cs typeface="Alegreya"/>
                  <a:sym typeface="Alegreya"/>
                </a:rPr>
                <a:t>#05</a:t>
              </a:r>
              <a:endParaRPr b="1">
                <a:solidFill>
                  <a:srgbClr val="FEFEFE"/>
                </a:solidFill>
                <a:latin typeface="Alegreya"/>
                <a:ea typeface="Alegreya"/>
                <a:cs typeface="Alegreya"/>
                <a:sym typeface="Alegreya"/>
              </a:endParaRPr>
            </a:p>
          </p:txBody>
        </p:sp>
        <p:sp>
          <p:nvSpPr>
            <p:cNvPr id="1252" name="Google Shape;1252;p49">
              <a:extLst>
                <a:ext uri="{FF2B5EF4-FFF2-40B4-BE49-F238E27FC236}">
                  <a16:creationId xmlns:a16="http://schemas.microsoft.com/office/drawing/2014/main" id="{2CBD9E18-4ED7-8D9C-8E41-8518D989D4DA}"/>
                </a:ext>
              </a:extLst>
            </p:cNvPr>
            <p:cNvSpPr txBox="1"/>
            <p:nvPr/>
          </p:nvSpPr>
          <p:spPr>
            <a:xfrm>
              <a:off x="1329913"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Projects</a:t>
              </a:r>
              <a:endParaRPr sz="1800">
                <a:solidFill>
                  <a:srgbClr val="FEFEFE"/>
                </a:solidFill>
                <a:latin typeface="Alegreya"/>
                <a:ea typeface="Alegreya"/>
                <a:cs typeface="Alegreya"/>
                <a:sym typeface="Alegreya"/>
              </a:endParaRPr>
            </a:p>
          </p:txBody>
        </p:sp>
        <p:sp>
          <p:nvSpPr>
            <p:cNvPr id="1253" name="Google Shape;1253;p49">
              <a:extLst>
                <a:ext uri="{FF2B5EF4-FFF2-40B4-BE49-F238E27FC236}">
                  <a16:creationId xmlns:a16="http://schemas.microsoft.com/office/drawing/2014/main" id="{3A603314-1773-A048-8E6B-CDEBBC823AE9}"/>
                </a:ext>
              </a:extLst>
            </p:cNvPr>
            <p:cNvSpPr txBox="1"/>
            <p:nvPr/>
          </p:nvSpPr>
          <p:spPr>
            <a:xfrm>
              <a:off x="3631038" y="2444979"/>
              <a:ext cx="1781100" cy="761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rgbClr val="FEFEFE"/>
                  </a:solidFill>
                  <a:latin typeface="Alegreya"/>
                  <a:ea typeface="Alegreya"/>
                  <a:cs typeface="Alegreya"/>
                  <a:sym typeface="Alegreya"/>
                </a:rPr>
                <a:t>Leaves</a:t>
              </a:r>
              <a:endParaRPr sz="1800">
                <a:solidFill>
                  <a:srgbClr val="FEFEFE"/>
                </a:solidFill>
                <a:latin typeface="Alegreya"/>
                <a:ea typeface="Alegreya"/>
                <a:cs typeface="Alegreya"/>
                <a:sym typeface="Alegreya"/>
              </a:endParaRPr>
            </a:p>
          </p:txBody>
        </p:sp>
        <p:sp>
          <p:nvSpPr>
            <p:cNvPr id="1256" name="Google Shape;1256;p49">
              <a:extLst>
                <a:ext uri="{FF2B5EF4-FFF2-40B4-BE49-F238E27FC236}">
                  <a16:creationId xmlns:a16="http://schemas.microsoft.com/office/drawing/2014/main" id="{BF86DD3B-18FB-9490-233D-9A18FD3B7367}"/>
                </a:ext>
              </a:extLst>
            </p:cNvPr>
            <p:cNvSpPr/>
            <p:nvPr/>
          </p:nvSpPr>
          <p:spPr>
            <a:xfrm>
              <a:off x="1413160" y="2083110"/>
              <a:ext cx="275000" cy="156050"/>
            </a:xfrm>
            <a:custGeom>
              <a:avLst/>
              <a:gdLst/>
              <a:ahLst/>
              <a:cxnLst/>
              <a:rect l="l" t="t" r="r" b="b"/>
              <a:pathLst>
                <a:path w="11000" h="6242" extrusionOk="0">
                  <a:moveTo>
                    <a:pt x="8645" y="110"/>
                  </a:moveTo>
                  <a:cubicBezTo>
                    <a:pt x="9885" y="228"/>
                    <a:pt x="11104" y="-134"/>
                    <a:pt x="10993" y="809"/>
                  </a:cubicBezTo>
                  <a:cubicBezTo>
                    <a:pt x="10882" y="1753"/>
                    <a:pt x="9340" y="4988"/>
                    <a:pt x="7981" y="5771"/>
                  </a:cubicBezTo>
                  <a:cubicBezTo>
                    <a:pt x="6623" y="6554"/>
                    <a:pt x="4171" y="6288"/>
                    <a:pt x="2842" y="5505"/>
                  </a:cubicBezTo>
                  <a:cubicBezTo>
                    <a:pt x="1513" y="4722"/>
                    <a:pt x="-112" y="1976"/>
                    <a:pt x="6" y="1075"/>
                  </a:cubicBezTo>
                  <a:cubicBezTo>
                    <a:pt x="124" y="174"/>
                    <a:pt x="2111" y="262"/>
                    <a:pt x="3551" y="101"/>
                  </a:cubicBezTo>
                  <a:cubicBezTo>
                    <a:pt x="4991" y="-60"/>
                    <a:pt x="7405" y="-8"/>
                    <a:pt x="8645" y="110"/>
                  </a:cubicBezTo>
                  <a:close/>
                </a:path>
              </a:pathLst>
            </a:custGeom>
            <a:solidFill>
              <a:srgbClr val="FEFEFE"/>
            </a:solidFill>
            <a:ln>
              <a:noFill/>
            </a:ln>
          </p:spPr>
        </p:sp>
        <p:sp>
          <p:nvSpPr>
            <p:cNvPr id="1257" name="Google Shape;1257;p49">
              <a:extLst>
                <a:ext uri="{FF2B5EF4-FFF2-40B4-BE49-F238E27FC236}">
                  <a16:creationId xmlns:a16="http://schemas.microsoft.com/office/drawing/2014/main" id="{927B623A-E995-1392-5815-54C1F031C3E2}"/>
                </a:ext>
              </a:extLst>
            </p:cNvPr>
            <p:cNvSpPr/>
            <p:nvPr/>
          </p:nvSpPr>
          <p:spPr>
            <a:xfrm>
              <a:off x="3710085" y="2078428"/>
              <a:ext cx="260725" cy="165450"/>
            </a:xfrm>
            <a:custGeom>
              <a:avLst/>
              <a:gdLst/>
              <a:ahLst/>
              <a:cxnLst/>
              <a:rect l="l" t="t" r="r" b="b"/>
              <a:pathLst>
                <a:path w="10429" h="6618" extrusionOk="0">
                  <a:moveTo>
                    <a:pt x="12" y="6088"/>
                  </a:moveTo>
                  <a:cubicBezTo>
                    <a:pt x="-75" y="5343"/>
                    <a:pt x="318" y="3107"/>
                    <a:pt x="950" y="2106"/>
                  </a:cubicBezTo>
                  <a:cubicBezTo>
                    <a:pt x="1582" y="1105"/>
                    <a:pt x="2608" y="329"/>
                    <a:pt x="3802" y="82"/>
                  </a:cubicBezTo>
                  <a:cubicBezTo>
                    <a:pt x="4996" y="-165"/>
                    <a:pt x="7092" y="186"/>
                    <a:pt x="8114" y="626"/>
                  </a:cubicBezTo>
                  <a:cubicBezTo>
                    <a:pt x="9136" y="1066"/>
                    <a:pt x="9573" y="1781"/>
                    <a:pt x="9936" y="2721"/>
                  </a:cubicBezTo>
                  <a:cubicBezTo>
                    <a:pt x="10299" y="3661"/>
                    <a:pt x="10622" y="5705"/>
                    <a:pt x="10290" y="6266"/>
                  </a:cubicBezTo>
                  <a:cubicBezTo>
                    <a:pt x="9958" y="6827"/>
                    <a:pt x="8488" y="6503"/>
                    <a:pt x="7942" y="6088"/>
                  </a:cubicBezTo>
                  <a:cubicBezTo>
                    <a:pt x="7396" y="5673"/>
                    <a:pt x="7455" y="4294"/>
                    <a:pt x="7012" y="3777"/>
                  </a:cubicBezTo>
                  <a:cubicBezTo>
                    <a:pt x="6569" y="3260"/>
                    <a:pt x="5883" y="2995"/>
                    <a:pt x="5284" y="2987"/>
                  </a:cubicBezTo>
                  <a:cubicBezTo>
                    <a:pt x="4685" y="2979"/>
                    <a:pt x="3875" y="3212"/>
                    <a:pt x="3417" y="3729"/>
                  </a:cubicBezTo>
                  <a:cubicBezTo>
                    <a:pt x="2959" y="4246"/>
                    <a:pt x="2861" y="5614"/>
                    <a:pt x="2537" y="6088"/>
                  </a:cubicBezTo>
                  <a:cubicBezTo>
                    <a:pt x="2213" y="6563"/>
                    <a:pt x="1895" y="6576"/>
                    <a:pt x="1474" y="6576"/>
                  </a:cubicBezTo>
                  <a:cubicBezTo>
                    <a:pt x="1053" y="6576"/>
                    <a:pt x="99" y="6833"/>
                    <a:pt x="12" y="6088"/>
                  </a:cubicBezTo>
                  <a:close/>
                </a:path>
              </a:pathLst>
            </a:custGeom>
            <a:solidFill>
              <a:srgbClr val="FEFEFE"/>
            </a:solidFill>
            <a:ln>
              <a:noFill/>
            </a:ln>
          </p:spPr>
        </p:sp>
      </p:grpSp>
      <p:sp>
        <p:nvSpPr>
          <p:cNvPr id="3" name="Google Shape;244;p20">
            <a:extLst>
              <a:ext uri="{FF2B5EF4-FFF2-40B4-BE49-F238E27FC236}">
                <a16:creationId xmlns:a16="http://schemas.microsoft.com/office/drawing/2014/main" id="{EA709EC3-3569-E308-88CE-A3155699F518}"/>
              </a:ext>
            </a:extLst>
          </p:cNvPr>
          <p:cNvSpPr/>
          <p:nvPr/>
        </p:nvSpPr>
        <p:spPr>
          <a:xfrm rot="3599267">
            <a:off x="644100" y="792217"/>
            <a:ext cx="337450" cy="175680"/>
          </a:xfrm>
          <a:prstGeom prst="leftArrow">
            <a:avLst>
              <a:gd name="adj1" fmla="val 28308"/>
              <a:gd name="adj2" fmla="val 127803"/>
            </a:avLst>
          </a:prstGeom>
          <a:solidFill>
            <a:srgbClr val="FFFFFF"/>
          </a:solidFill>
          <a:ln w="14925" cap="flat" cmpd="sng">
            <a:solidFill>
              <a:srgbClr val="242424"/>
            </a:solidFill>
            <a:prstDash val="solid"/>
            <a:round/>
            <a:headEnd type="none" w="sm" len="sm"/>
            <a:tailEnd type="none" w="sm" len="sm"/>
          </a:ln>
          <a:effectLst>
            <a:outerShdw dist="74637" dir="7200000" algn="bl" rotWithShape="0">
              <a:srgbClr val="242424"/>
            </a:outerShdw>
          </a:effectLst>
        </p:spPr>
        <p:txBody>
          <a:bodyPr spcFirstLastPara="1" wrap="square" lIns="71650" tIns="71650" rIns="71650" bIns="71650" anchor="ctr" anchorCtr="0">
            <a:noAutofit/>
          </a:bodyPr>
          <a:lstStyle/>
          <a:p>
            <a:pPr marL="0" lvl="0" indent="0" algn="ctr" rtl="0">
              <a:spcBef>
                <a:spcPts val="0"/>
              </a:spcBef>
              <a:spcAft>
                <a:spcPts val="0"/>
              </a:spcAft>
              <a:buNone/>
            </a:pPr>
            <a:endParaRPr sz="1097">
              <a:latin typeface="Albert Sans"/>
              <a:ea typeface="Albert Sans"/>
              <a:cs typeface="Albert Sans"/>
              <a:sym typeface="Albert Sans"/>
            </a:endParaRPr>
          </a:p>
        </p:txBody>
      </p:sp>
    </p:spTree>
    <p:extLst>
      <p:ext uri="{BB962C8B-B14F-4D97-AF65-F5344CB8AC3E}">
        <p14:creationId xmlns:p14="http://schemas.microsoft.com/office/powerpoint/2010/main" val="35141140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54">
          <a:extLst>
            <a:ext uri="{FF2B5EF4-FFF2-40B4-BE49-F238E27FC236}">
              <a16:creationId xmlns:a16="http://schemas.microsoft.com/office/drawing/2014/main" id="{EB5B8100-5509-0C36-D489-A29406F0990B}"/>
            </a:ext>
          </a:extLst>
        </p:cNvPr>
        <p:cNvGrpSpPr/>
        <p:nvPr/>
      </p:nvGrpSpPr>
      <p:grpSpPr>
        <a:xfrm>
          <a:off x="0" y="0"/>
          <a:ext cx="0" cy="0"/>
          <a:chOff x="0" y="0"/>
          <a:chExt cx="0" cy="0"/>
        </a:xfrm>
      </p:grpSpPr>
      <p:sp>
        <p:nvSpPr>
          <p:cNvPr id="155" name="Google Shape;155;p19">
            <a:extLst>
              <a:ext uri="{FF2B5EF4-FFF2-40B4-BE49-F238E27FC236}">
                <a16:creationId xmlns:a16="http://schemas.microsoft.com/office/drawing/2014/main" id="{1FAECEF8-B26C-0451-29CC-FD7420AA8B44}"/>
              </a:ext>
            </a:extLst>
          </p:cNvPr>
          <p:cNvSpPr/>
          <p:nvPr/>
        </p:nvSpPr>
        <p:spPr>
          <a:xfrm>
            <a:off x="664296" y="1038421"/>
            <a:ext cx="1212900" cy="460500"/>
          </a:xfrm>
          <a:prstGeom prst="rect">
            <a:avLst/>
          </a:prstGeom>
          <a:solidFill>
            <a:srgbClr val="595959"/>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56" name="Google Shape;156;p19">
            <a:extLst>
              <a:ext uri="{FF2B5EF4-FFF2-40B4-BE49-F238E27FC236}">
                <a16:creationId xmlns:a16="http://schemas.microsoft.com/office/drawing/2014/main" id="{32216DC1-EA96-DDB9-6434-88947F0F968B}"/>
              </a:ext>
            </a:extLst>
          </p:cNvPr>
          <p:cNvGrpSpPr/>
          <p:nvPr/>
        </p:nvGrpSpPr>
        <p:grpSpPr>
          <a:xfrm>
            <a:off x="-15532" y="0"/>
            <a:ext cx="4572034" cy="2898865"/>
            <a:chOff x="2408475" y="1200156"/>
            <a:chExt cx="4326300" cy="2743059"/>
          </a:xfrm>
        </p:grpSpPr>
        <p:sp>
          <p:nvSpPr>
            <p:cNvPr id="157" name="Google Shape;157;p19">
              <a:extLst>
                <a:ext uri="{FF2B5EF4-FFF2-40B4-BE49-F238E27FC236}">
                  <a16:creationId xmlns:a16="http://schemas.microsoft.com/office/drawing/2014/main" id="{E66F2BE4-6FC9-57EE-6C08-A0CEFDA92184}"/>
                </a:ext>
              </a:extLst>
            </p:cNvPr>
            <p:cNvSpPr/>
            <p:nvPr/>
          </p:nvSpPr>
          <p:spPr>
            <a:xfrm>
              <a:off x="2411987" y="1200156"/>
              <a:ext cx="4319400" cy="2635200"/>
            </a:xfrm>
            <a:prstGeom prst="rect">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58" name="Google Shape;158;p19">
              <a:extLst>
                <a:ext uri="{FF2B5EF4-FFF2-40B4-BE49-F238E27FC236}">
                  <a16:creationId xmlns:a16="http://schemas.microsoft.com/office/drawing/2014/main" id="{BF0A8A72-B50D-A268-1A5A-0FAE954B4716}"/>
                </a:ext>
              </a:extLst>
            </p:cNvPr>
            <p:cNvSpPr/>
            <p:nvPr/>
          </p:nvSpPr>
          <p:spPr>
            <a:xfrm>
              <a:off x="2411987"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59" name="Google Shape;159;p19">
              <a:extLst>
                <a:ext uri="{FF2B5EF4-FFF2-40B4-BE49-F238E27FC236}">
                  <a16:creationId xmlns:a16="http://schemas.microsoft.com/office/drawing/2014/main" id="{44411805-D65E-82CF-38EC-076227914017}"/>
                </a:ext>
              </a:extLst>
            </p:cNvPr>
            <p:cNvSpPr/>
            <p:nvPr/>
          </p:nvSpPr>
          <p:spPr>
            <a:xfrm>
              <a:off x="2627956"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0" name="Google Shape;160;p19">
              <a:extLst>
                <a:ext uri="{FF2B5EF4-FFF2-40B4-BE49-F238E27FC236}">
                  <a16:creationId xmlns:a16="http://schemas.microsoft.com/office/drawing/2014/main" id="{F062CFCA-ACA2-C526-8849-26E83B882674}"/>
                </a:ext>
              </a:extLst>
            </p:cNvPr>
            <p:cNvSpPr/>
            <p:nvPr/>
          </p:nvSpPr>
          <p:spPr>
            <a:xfrm>
              <a:off x="2843925"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1" name="Google Shape;161;p19">
              <a:extLst>
                <a:ext uri="{FF2B5EF4-FFF2-40B4-BE49-F238E27FC236}">
                  <a16:creationId xmlns:a16="http://schemas.microsoft.com/office/drawing/2014/main" id="{1F3823D5-002B-2089-4C1E-97F52778D43B}"/>
                </a:ext>
              </a:extLst>
            </p:cNvPr>
            <p:cNvSpPr/>
            <p:nvPr/>
          </p:nvSpPr>
          <p:spPr>
            <a:xfrm>
              <a:off x="3059894"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2" name="Google Shape;162;p19">
              <a:extLst>
                <a:ext uri="{FF2B5EF4-FFF2-40B4-BE49-F238E27FC236}">
                  <a16:creationId xmlns:a16="http://schemas.microsoft.com/office/drawing/2014/main" id="{8B421A0D-7923-0445-C6B6-65BD9011B6F5}"/>
                </a:ext>
              </a:extLst>
            </p:cNvPr>
            <p:cNvSpPr/>
            <p:nvPr/>
          </p:nvSpPr>
          <p:spPr>
            <a:xfrm>
              <a:off x="3275863"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3" name="Google Shape;163;p19">
              <a:extLst>
                <a:ext uri="{FF2B5EF4-FFF2-40B4-BE49-F238E27FC236}">
                  <a16:creationId xmlns:a16="http://schemas.microsoft.com/office/drawing/2014/main" id="{ED96D68A-3E63-C87D-1935-7F4D09CD885E}"/>
                </a:ext>
              </a:extLst>
            </p:cNvPr>
            <p:cNvSpPr/>
            <p:nvPr/>
          </p:nvSpPr>
          <p:spPr>
            <a:xfrm>
              <a:off x="3491832"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4" name="Google Shape;164;p19">
              <a:extLst>
                <a:ext uri="{FF2B5EF4-FFF2-40B4-BE49-F238E27FC236}">
                  <a16:creationId xmlns:a16="http://schemas.microsoft.com/office/drawing/2014/main" id="{1E99CB7F-2D97-2F43-5619-2C709A0EAB7C}"/>
                </a:ext>
              </a:extLst>
            </p:cNvPr>
            <p:cNvSpPr/>
            <p:nvPr/>
          </p:nvSpPr>
          <p:spPr>
            <a:xfrm>
              <a:off x="3707801"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5" name="Google Shape;165;p19">
              <a:extLst>
                <a:ext uri="{FF2B5EF4-FFF2-40B4-BE49-F238E27FC236}">
                  <a16:creationId xmlns:a16="http://schemas.microsoft.com/office/drawing/2014/main" id="{9D1A8C75-4123-C3FF-5A30-8D2883E562A3}"/>
                </a:ext>
              </a:extLst>
            </p:cNvPr>
            <p:cNvSpPr/>
            <p:nvPr/>
          </p:nvSpPr>
          <p:spPr>
            <a:xfrm>
              <a:off x="3923770"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6" name="Google Shape;166;p19">
              <a:extLst>
                <a:ext uri="{FF2B5EF4-FFF2-40B4-BE49-F238E27FC236}">
                  <a16:creationId xmlns:a16="http://schemas.microsoft.com/office/drawing/2014/main" id="{B9818398-8151-0924-777D-0BA799D9557A}"/>
                </a:ext>
              </a:extLst>
            </p:cNvPr>
            <p:cNvSpPr/>
            <p:nvPr/>
          </p:nvSpPr>
          <p:spPr>
            <a:xfrm>
              <a:off x="4139739"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7" name="Google Shape;167;p19">
              <a:extLst>
                <a:ext uri="{FF2B5EF4-FFF2-40B4-BE49-F238E27FC236}">
                  <a16:creationId xmlns:a16="http://schemas.microsoft.com/office/drawing/2014/main" id="{022CBEB4-B5BE-C2CD-64DA-7DC1249E3316}"/>
                </a:ext>
              </a:extLst>
            </p:cNvPr>
            <p:cNvSpPr/>
            <p:nvPr/>
          </p:nvSpPr>
          <p:spPr>
            <a:xfrm>
              <a:off x="4355708"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8" name="Google Shape;168;p19">
              <a:extLst>
                <a:ext uri="{FF2B5EF4-FFF2-40B4-BE49-F238E27FC236}">
                  <a16:creationId xmlns:a16="http://schemas.microsoft.com/office/drawing/2014/main" id="{1279D452-A9AF-8AD8-D6B9-4702ED659F87}"/>
                </a:ext>
              </a:extLst>
            </p:cNvPr>
            <p:cNvSpPr/>
            <p:nvPr/>
          </p:nvSpPr>
          <p:spPr>
            <a:xfrm>
              <a:off x="4571677"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69" name="Google Shape;169;p19">
              <a:extLst>
                <a:ext uri="{FF2B5EF4-FFF2-40B4-BE49-F238E27FC236}">
                  <a16:creationId xmlns:a16="http://schemas.microsoft.com/office/drawing/2014/main" id="{50813707-362F-9F5C-4ADA-D11BA356DBEF}"/>
                </a:ext>
              </a:extLst>
            </p:cNvPr>
            <p:cNvSpPr/>
            <p:nvPr/>
          </p:nvSpPr>
          <p:spPr>
            <a:xfrm>
              <a:off x="4787645"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0" name="Google Shape;170;p19">
              <a:extLst>
                <a:ext uri="{FF2B5EF4-FFF2-40B4-BE49-F238E27FC236}">
                  <a16:creationId xmlns:a16="http://schemas.microsoft.com/office/drawing/2014/main" id="{46A76B1A-7ABD-4EDD-183C-4B403E9AE84E}"/>
                </a:ext>
              </a:extLst>
            </p:cNvPr>
            <p:cNvSpPr/>
            <p:nvPr/>
          </p:nvSpPr>
          <p:spPr>
            <a:xfrm>
              <a:off x="5003614"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1" name="Google Shape;171;p19">
              <a:extLst>
                <a:ext uri="{FF2B5EF4-FFF2-40B4-BE49-F238E27FC236}">
                  <a16:creationId xmlns:a16="http://schemas.microsoft.com/office/drawing/2014/main" id="{24A53645-BE60-88DD-6A04-753165F22035}"/>
                </a:ext>
              </a:extLst>
            </p:cNvPr>
            <p:cNvSpPr/>
            <p:nvPr/>
          </p:nvSpPr>
          <p:spPr>
            <a:xfrm>
              <a:off x="5219583"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2" name="Google Shape;172;p19">
              <a:extLst>
                <a:ext uri="{FF2B5EF4-FFF2-40B4-BE49-F238E27FC236}">
                  <a16:creationId xmlns:a16="http://schemas.microsoft.com/office/drawing/2014/main" id="{06805B29-684C-5377-6BD3-33B2B20F323C}"/>
                </a:ext>
              </a:extLst>
            </p:cNvPr>
            <p:cNvSpPr/>
            <p:nvPr/>
          </p:nvSpPr>
          <p:spPr>
            <a:xfrm>
              <a:off x="5435552"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3" name="Google Shape;173;p19">
              <a:extLst>
                <a:ext uri="{FF2B5EF4-FFF2-40B4-BE49-F238E27FC236}">
                  <a16:creationId xmlns:a16="http://schemas.microsoft.com/office/drawing/2014/main" id="{7576C8B9-8026-7D2D-FB1C-48A87AC5AC4C}"/>
                </a:ext>
              </a:extLst>
            </p:cNvPr>
            <p:cNvSpPr/>
            <p:nvPr/>
          </p:nvSpPr>
          <p:spPr>
            <a:xfrm>
              <a:off x="5651521"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4" name="Google Shape;174;p19">
              <a:extLst>
                <a:ext uri="{FF2B5EF4-FFF2-40B4-BE49-F238E27FC236}">
                  <a16:creationId xmlns:a16="http://schemas.microsoft.com/office/drawing/2014/main" id="{96053C7E-7BB3-9C30-6536-B6549583FC6C}"/>
                </a:ext>
              </a:extLst>
            </p:cNvPr>
            <p:cNvSpPr/>
            <p:nvPr/>
          </p:nvSpPr>
          <p:spPr>
            <a:xfrm>
              <a:off x="5867490"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5" name="Google Shape;175;p19">
              <a:extLst>
                <a:ext uri="{FF2B5EF4-FFF2-40B4-BE49-F238E27FC236}">
                  <a16:creationId xmlns:a16="http://schemas.microsoft.com/office/drawing/2014/main" id="{CE5A2768-72A9-653E-5427-65410FC1525E}"/>
                </a:ext>
              </a:extLst>
            </p:cNvPr>
            <p:cNvSpPr/>
            <p:nvPr/>
          </p:nvSpPr>
          <p:spPr>
            <a:xfrm>
              <a:off x="6083459"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6" name="Google Shape;176;p19">
              <a:extLst>
                <a:ext uri="{FF2B5EF4-FFF2-40B4-BE49-F238E27FC236}">
                  <a16:creationId xmlns:a16="http://schemas.microsoft.com/office/drawing/2014/main" id="{139940DC-908D-855E-055D-24EFCC9890E1}"/>
                </a:ext>
              </a:extLst>
            </p:cNvPr>
            <p:cNvSpPr/>
            <p:nvPr/>
          </p:nvSpPr>
          <p:spPr>
            <a:xfrm>
              <a:off x="6299428"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7" name="Google Shape;177;p19">
              <a:extLst>
                <a:ext uri="{FF2B5EF4-FFF2-40B4-BE49-F238E27FC236}">
                  <a16:creationId xmlns:a16="http://schemas.microsoft.com/office/drawing/2014/main" id="{69CFD18E-A5EE-B605-D8FA-D11AD23D966E}"/>
                </a:ext>
              </a:extLst>
            </p:cNvPr>
            <p:cNvSpPr/>
            <p:nvPr/>
          </p:nvSpPr>
          <p:spPr>
            <a:xfrm>
              <a:off x="6515397" y="3727215"/>
              <a:ext cx="216000" cy="216000"/>
            </a:xfrm>
            <a:prstGeom prst="diamond">
              <a:avLst/>
            </a:prstGeom>
            <a:solidFill>
              <a:srgbClr val="FFF9F6"/>
            </a:solidFill>
            <a:ln>
              <a:noFill/>
            </a:ln>
          </p:spPr>
          <p:txBody>
            <a:bodyPr spcFirstLastPara="1" wrap="square" lIns="96625" tIns="96625" rIns="96625" bIns="96625" anchor="ctr" anchorCtr="0">
              <a:noAutofit/>
            </a:bodyPr>
            <a:lstStyle/>
            <a:p>
              <a:pPr marL="0" lvl="0" indent="0" algn="ctr" rtl="0">
                <a:spcBef>
                  <a:spcPts val="0"/>
                </a:spcBef>
                <a:spcAft>
                  <a:spcPts val="0"/>
                </a:spcAft>
                <a:buNone/>
              </a:pPr>
              <a:endParaRPr sz="2959">
                <a:solidFill>
                  <a:srgbClr val="282929"/>
                </a:solidFill>
                <a:latin typeface="Roboto"/>
                <a:ea typeface="Roboto"/>
                <a:cs typeface="Roboto"/>
                <a:sym typeface="Roboto"/>
              </a:endParaRPr>
            </a:p>
          </p:txBody>
        </p:sp>
        <p:sp>
          <p:nvSpPr>
            <p:cNvPr id="178" name="Google Shape;178;p19">
              <a:extLst>
                <a:ext uri="{FF2B5EF4-FFF2-40B4-BE49-F238E27FC236}">
                  <a16:creationId xmlns:a16="http://schemas.microsoft.com/office/drawing/2014/main" id="{B2F3D5D0-19CE-559B-35B6-D415EBB51F1B}"/>
                </a:ext>
              </a:extLst>
            </p:cNvPr>
            <p:cNvSpPr txBox="1"/>
            <p:nvPr/>
          </p:nvSpPr>
          <p:spPr>
            <a:xfrm>
              <a:off x="2411984" y="2018754"/>
              <a:ext cx="3195600" cy="1736700"/>
            </a:xfrm>
            <a:prstGeom prst="rect">
              <a:avLst/>
            </a:prstGeom>
            <a:noFill/>
            <a:ln>
              <a:noFill/>
            </a:ln>
          </p:spPr>
          <p:txBody>
            <a:bodyPr spcFirstLastPara="1" wrap="square" lIns="289875" tIns="96625" rIns="289875" bIns="96625" anchor="ctr" anchorCtr="0">
              <a:noAutofit/>
            </a:bodyPr>
            <a:lstStyle/>
            <a:p>
              <a:pPr marL="0" lvl="0" indent="0" algn="l" rtl="0">
                <a:lnSpc>
                  <a:spcPct val="90000"/>
                </a:lnSpc>
                <a:spcBef>
                  <a:spcPts val="0"/>
                </a:spcBef>
                <a:spcAft>
                  <a:spcPts val="0"/>
                </a:spcAft>
                <a:buNone/>
              </a:pPr>
              <a:r>
                <a:rPr lang="en" sz="3200" dirty="0">
                  <a:solidFill>
                    <a:srgbClr val="282929"/>
                  </a:solidFill>
                  <a:latin typeface="Noto Serif Gujarati"/>
                  <a:ea typeface="Noto Serif Gujarati"/>
                  <a:cs typeface="Noto Serif Gujarati"/>
                  <a:sym typeface="Noto Serif Gujarati"/>
                </a:rPr>
                <a:t>CONCLUSION</a:t>
              </a:r>
              <a:endParaRPr sz="3200" dirty="0">
                <a:solidFill>
                  <a:srgbClr val="282929"/>
                </a:solidFill>
                <a:latin typeface="Noto Serif Gujarati"/>
                <a:ea typeface="Noto Serif Gujarati"/>
                <a:cs typeface="Noto Serif Gujarati"/>
                <a:sym typeface="Noto Serif Gujarati"/>
              </a:endParaRPr>
            </a:p>
          </p:txBody>
        </p:sp>
        <p:cxnSp>
          <p:nvCxnSpPr>
            <p:cNvPr id="179" name="Google Shape;179;p19">
              <a:extLst>
                <a:ext uri="{FF2B5EF4-FFF2-40B4-BE49-F238E27FC236}">
                  <a16:creationId xmlns:a16="http://schemas.microsoft.com/office/drawing/2014/main" id="{596297A0-5F1C-DF5E-6E76-5751E8ABE10C}"/>
                </a:ext>
              </a:extLst>
            </p:cNvPr>
            <p:cNvCxnSpPr/>
            <p:nvPr/>
          </p:nvCxnSpPr>
          <p:spPr>
            <a:xfrm>
              <a:off x="2408475" y="2018754"/>
              <a:ext cx="4326300" cy="0"/>
            </a:xfrm>
            <a:prstGeom prst="straightConnector1">
              <a:avLst/>
            </a:prstGeom>
            <a:solidFill>
              <a:srgbClr val="FFFFFF">
                <a:alpha val="0"/>
              </a:srgbClr>
            </a:solidFill>
            <a:ln w="20125" cap="flat" cmpd="sng">
              <a:solidFill>
                <a:srgbClr val="282929"/>
              </a:solidFill>
              <a:prstDash val="solid"/>
              <a:round/>
              <a:headEnd type="none" w="med" len="med"/>
              <a:tailEnd type="none" w="med" len="med"/>
            </a:ln>
          </p:spPr>
        </p:cxnSp>
        <p:cxnSp>
          <p:nvCxnSpPr>
            <p:cNvPr id="180" name="Google Shape;180;p19">
              <a:extLst>
                <a:ext uri="{FF2B5EF4-FFF2-40B4-BE49-F238E27FC236}">
                  <a16:creationId xmlns:a16="http://schemas.microsoft.com/office/drawing/2014/main" id="{2F9E4839-9385-A52D-7EB0-451BAD44357F}"/>
                </a:ext>
              </a:extLst>
            </p:cNvPr>
            <p:cNvCxnSpPr/>
            <p:nvPr/>
          </p:nvCxnSpPr>
          <p:spPr>
            <a:xfrm>
              <a:off x="2408475" y="1744654"/>
              <a:ext cx="4326300" cy="0"/>
            </a:xfrm>
            <a:prstGeom prst="straightConnector1">
              <a:avLst/>
            </a:prstGeom>
            <a:solidFill>
              <a:srgbClr val="FFFFFF">
                <a:alpha val="0"/>
              </a:srgbClr>
            </a:solidFill>
            <a:ln w="20125" cap="flat" cmpd="sng">
              <a:solidFill>
                <a:srgbClr val="282929"/>
              </a:solidFill>
              <a:prstDash val="solid"/>
              <a:round/>
              <a:headEnd type="none" w="med" len="med"/>
              <a:tailEnd type="none" w="med" len="med"/>
            </a:ln>
          </p:spPr>
        </p:cxnSp>
        <p:cxnSp>
          <p:nvCxnSpPr>
            <p:cNvPr id="181" name="Google Shape;181;p19">
              <a:extLst>
                <a:ext uri="{FF2B5EF4-FFF2-40B4-BE49-F238E27FC236}">
                  <a16:creationId xmlns:a16="http://schemas.microsoft.com/office/drawing/2014/main" id="{057B2252-B136-529B-5A0E-400A8CDC5C91}"/>
                </a:ext>
              </a:extLst>
            </p:cNvPr>
            <p:cNvCxnSpPr/>
            <p:nvPr/>
          </p:nvCxnSpPr>
          <p:spPr>
            <a:xfrm>
              <a:off x="2408475" y="1470554"/>
              <a:ext cx="4326300" cy="0"/>
            </a:xfrm>
            <a:prstGeom prst="straightConnector1">
              <a:avLst/>
            </a:prstGeom>
            <a:solidFill>
              <a:srgbClr val="FFFFFF">
                <a:alpha val="0"/>
              </a:srgbClr>
            </a:solidFill>
            <a:ln w="20125" cap="flat" cmpd="sng">
              <a:solidFill>
                <a:srgbClr val="282929"/>
              </a:solidFill>
              <a:prstDash val="solid"/>
              <a:round/>
              <a:headEnd type="none" w="med" len="med"/>
              <a:tailEnd type="none" w="med" len="med"/>
            </a:ln>
          </p:spPr>
        </p:cxnSp>
        <p:sp>
          <p:nvSpPr>
            <p:cNvPr id="182" name="Google Shape;182;p19">
              <a:extLst>
                <a:ext uri="{FF2B5EF4-FFF2-40B4-BE49-F238E27FC236}">
                  <a16:creationId xmlns:a16="http://schemas.microsoft.com/office/drawing/2014/main" id="{94D99477-2104-0734-347C-4AE5333CAB17}"/>
                </a:ext>
              </a:extLst>
            </p:cNvPr>
            <p:cNvSpPr txBox="1"/>
            <p:nvPr/>
          </p:nvSpPr>
          <p:spPr>
            <a:xfrm>
              <a:off x="2408475" y="1470554"/>
              <a:ext cx="2177400" cy="273600"/>
            </a:xfrm>
            <a:prstGeom prst="rect">
              <a:avLst/>
            </a:prstGeom>
            <a:noFill/>
            <a:ln>
              <a:noFill/>
            </a:ln>
          </p:spPr>
          <p:txBody>
            <a:bodyPr spcFirstLastPara="1" wrap="square" lIns="289875" tIns="96625" rIns="289875" bIns="96625" anchor="ctr" anchorCtr="0">
              <a:noAutofit/>
            </a:bodyPr>
            <a:lstStyle/>
            <a:p>
              <a:pPr marL="0" lvl="0" indent="0" algn="l"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WORKFLOW  MANAGEMENT SYSTEM</a:t>
              </a:r>
              <a:endParaRPr sz="845">
                <a:solidFill>
                  <a:srgbClr val="282929"/>
                </a:solidFill>
                <a:latin typeface="Roboto Condensed"/>
                <a:ea typeface="Roboto Condensed"/>
                <a:cs typeface="Roboto Condensed"/>
                <a:sym typeface="Roboto Condensed"/>
              </a:endParaRPr>
            </a:p>
          </p:txBody>
        </p:sp>
        <p:sp>
          <p:nvSpPr>
            <p:cNvPr id="183" name="Google Shape;183;p19">
              <a:extLst>
                <a:ext uri="{FF2B5EF4-FFF2-40B4-BE49-F238E27FC236}">
                  <a16:creationId xmlns:a16="http://schemas.microsoft.com/office/drawing/2014/main" id="{78BB7E45-C8A5-D266-429D-B81D7819036A}"/>
                </a:ext>
              </a:extLst>
            </p:cNvPr>
            <p:cNvSpPr txBox="1"/>
            <p:nvPr/>
          </p:nvSpPr>
          <p:spPr>
            <a:xfrm>
              <a:off x="4864218" y="1470554"/>
              <a:ext cx="1867500" cy="273600"/>
            </a:xfrm>
            <a:prstGeom prst="rect">
              <a:avLst/>
            </a:prstGeom>
            <a:noFill/>
            <a:ln>
              <a:noFill/>
            </a:ln>
          </p:spPr>
          <p:txBody>
            <a:bodyPr spcFirstLastPara="1" wrap="square" lIns="289875" tIns="96625" rIns="289875" bIns="96625" anchor="ctr" anchorCtr="0">
              <a:noAutofit/>
            </a:bodyPr>
            <a:lstStyle/>
            <a:p>
              <a:pPr marL="0" lvl="0" indent="0" algn="r" rtl="0">
                <a:lnSpc>
                  <a:spcPct val="70000"/>
                </a:lnSpc>
                <a:spcBef>
                  <a:spcPts val="0"/>
                </a:spcBef>
                <a:spcAft>
                  <a:spcPts val="0"/>
                </a:spcAft>
                <a:buSzPts val="465"/>
                <a:buNone/>
              </a:pPr>
              <a:r>
                <a:rPr lang="en" sz="845">
                  <a:solidFill>
                    <a:srgbClr val="282929"/>
                  </a:solidFill>
                  <a:latin typeface="Roboto Condensed"/>
                  <a:ea typeface="Roboto Condensed"/>
                  <a:cs typeface="Roboto Condensed"/>
                  <a:sym typeface="Roboto Condensed"/>
                </a:rPr>
                <a:t>GURLAKSHPREET KAUR</a:t>
              </a:r>
              <a:endParaRPr sz="845">
                <a:solidFill>
                  <a:srgbClr val="282929"/>
                </a:solidFill>
                <a:latin typeface="Roboto Condensed"/>
                <a:ea typeface="Roboto Condensed"/>
                <a:cs typeface="Roboto Condensed"/>
                <a:sym typeface="Roboto Condensed"/>
              </a:endParaRPr>
            </a:p>
          </p:txBody>
        </p:sp>
        <p:sp>
          <p:nvSpPr>
            <p:cNvPr id="184" name="Google Shape;184;p19">
              <a:extLst>
                <a:ext uri="{FF2B5EF4-FFF2-40B4-BE49-F238E27FC236}">
                  <a16:creationId xmlns:a16="http://schemas.microsoft.com/office/drawing/2014/main" id="{4B616D12-B55E-26B6-B834-79D1D837707D}"/>
                </a:ext>
              </a:extLst>
            </p:cNvPr>
            <p:cNvSpPr/>
            <p:nvPr/>
          </p:nvSpPr>
          <p:spPr>
            <a:xfrm>
              <a:off x="5607637" y="2402884"/>
              <a:ext cx="956400" cy="956400"/>
            </a:xfrm>
            <a:prstGeom prst="ellipse">
              <a:avLst/>
            </a:prstGeom>
            <a:noFill/>
            <a:ln w="20125" cap="flat" cmpd="sng">
              <a:solidFill>
                <a:srgbClr val="282929"/>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 sz="5073" dirty="0">
                  <a:solidFill>
                    <a:srgbClr val="282929"/>
                  </a:solidFill>
                  <a:latin typeface="Roboto Condensed"/>
                  <a:ea typeface="Roboto Condensed"/>
                  <a:cs typeface="Roboto Condensed"/>
                  <a:sym typeface="Roboto Condensed"/>
                </a:rPr>
                <a:t>05</a:t>
              </a:r>
              <a:endParaRPr sz="5073" dirty="0">
                <a:solidFill>
                  <a:srgbClr val="282929"/>
                </a:solidFill>
                <a:latin typeface="Roboto Condensed"/>
                <a:ea typeface="Roboto Condensed"/>
                <a:cs typeface="Roboto Condensed"/>
                <a:sym typeface="Roboto Condensed"/>
              </a:endParaRPr>
            </a:p>
          </p:txBody>
        </p:sp>
      </p:grpSp>
      <p:sp>
        <p:nvSpPr>
          <p:cNvPr id="185" name="Google Shape;185;p19">
            <a:extLst>
              <a:ext uri="{FF2B5EF4-FFF2-40B4-BE49-F238E27FC236}">
                <a16:creationId xmlns:a16="http://schemas.microsoft.com/office/drawing/2014/main" id="{99BE79CA-4D71-8340-889D-6DDCB87DC6BB}"/>
              </a:ext>
            </a:extLst>
          </p:cNvPr>
          <p:cNvSpPr txBox="1"/>
          <p:nvPr/>
        </p:nvSpPr>
        <p:spPr>
          <a:xfrm>
            <a:off x="98100" y="2991000"/>
            <a:ext cx="4375800" cy="1947900"/>
          </a:xfrm>
          <a:prstGeom prst="rect">
            <a:avLst/>
          </a:prstGeom>
          <a:noFill/>
          <a:ln>
            <a:noFill/>
          </a:ln>
        </p:spPr>
        <p:txBody>
          <a:bodyPr spcFirstLastPara="1" wrap="square" lIns="91425" tIns="91425" rIns="91425" bIns="91425" anchor="t" anchorCtr="0">
            <a:noAutofit/>
          </a:bodyPr>
          <a:lstStyle/>
          <a:p>
            <a:pPr lvl="0">
              <a:lnSpc>
                <a:spcPct val="115000"/>
              </a:lnSpc>
            </a:pPr>
            <a:r>
              <a:rPr lang="en-US" sz="1350" dirty="0">
                <a:solidFill>
                  <a:schemeClr val="bg1"/>
                </a:solidFill>
                <a:latin typeface="Noto Serif Gujarati" panose="020B0604020202020204" charset="0"/>
                <a:cs typeface="Noto Serif Gujarati" panose="020B0604020202020204" charset="0"/>
              </a:rPr>
              <a:t>The Workflow Management System provides an organized and efficient platform for managing employees, projects, clients and scheduling activities within an organization. By combining structured database with a user-friendly interface, the system improves coordination and productivity. The project demonstrates how technology can simplify workflow processes.</a:t>
            </a:r>
            <a:endParaRPr sz="1350" dirty="0">
              <a:solidFill>
                <a:schemeClr val="bg1"/>
              </a:solidFill>
              <a:latin typeface="Noto Serif Gujarati" panose="020B0604020202020204" charset="0"/>
              <a:ea typeface="Noto Serif Gujarati"/>
              <a:cs typeface="Noto Serif Gujarati" panose="020B0604020202020204" charset="0"/>
              <a:sym typeface="Noto Serif Gujarati"/>
            </a:endParaRPr>
          </a:p>
        </p:txBody>
      </p:sp>
      <p:cxnSp>
        <p:nvCxnSpPr>
          <p:cNvPr id="186" name="Google Shape;186;p19">
            <a:extLst>
              <a:ext uri="{FF2B5EF4-FFF2-40B4-BE49-F238E27FC236}">
                <a16:creationId xmlns:a16="http://schemas.microsoft.com/office/drawing/2014/main" id="{2DB014BA-0DB1-1FA9-6825-BBFC5977D7D9}"/>
              </a:ext>
            </a:extLst>
          </p:cNvPr>
          <p:cNvCxnSpPr/>
          <p:nvPr/>
        </p:nvCxnSpPr>
        <p:spPr>
          <a:xfrm>
            <a:off x="4672650" y="130500"/>
            <a:ext cx="0" cy="4882500"/>
          </a:xfrm>
          <a:prstGeom prst="straightConnector1">
            <a:avLst/>
          </a:prstGeom>
          <a:noFill/>
          <a:ln w="9525" cap="flat" cmpd="sng">
            <a:solidFill>
              <a:schemeClr val="dk2"/>
            </a:solidFill>
            <a:prstDash val="solid"/>
            <a:round/>
            <a:headEnd type="none" w="med" len="med"/>
            <a:tailEnd type="none" w="med" len="med"/>
          </a:ln>
        </p:spPr>
      </p:cxnSp>
      <p:grpSp>
        <p:nvGrpSpPr>
          <p:cNvPr id="187" name="Google Shape;187;p19">
            <a:extLst>
              <a:ext uri="{FF2B5EF4-FFF2-40B4-BE49-F238E27FC236}">
                <a16:creationId xmlns:a16="http://schemas.microsoft.com/office/drawing/2014/main" id="{32A01C61-04E8-F72C-EE23-662D0FD4EE64}"/>
              </a:ext>
            </a:extLst>
          </p:cNvPr>
          <p:cNvGrpSpPr/>
          <p:nvPr/>
        </p:nvGrpSpPr>
        <p:grpSpPr>
          <a:xfrm>
            <a:off x="5357250" y="687125"/>
            <a:ext cx="3087900" cy="3769200"/>
            <a:chOff x="3028050" y="687125"/>
            <a:chExt cx="3087900" cy="3769200"/>
          </a:xfrm>
          <a:solidFill>
            <a:srgbClr val="EBE6D6"/>
          </a:solidFill>
        </p:grpSpPr>
        <p:sp>
          <p:nvSpPr>
            <p:cNvPr id="188" name="Google Shape;188;p19">
              <a:extLst>
                <a:ext uri="{FF2B5EF4-FFF2-40B4-BE49-F238E27FC236}">
                  <a16:creationId xmlns:a16="http://schemas.microsoft.com/office/drawing/2014/main" id="{FD51E92D-D3D6-D4C0-AF0E-5380D758026F}"/>
                </a:ext>
              </a:extLst>
            </p:cNvPr>
            <p:cNvSpPr/>
            <p:nvPr/>
          </p:nvSpPr>
          <p:spPr>
            <a:xfrm>
              <a:off x="3028050" y="687125"/>
              <a:ext cx="3087900" cy="3769200"/>
            </a:xfrm>
            <a:prstGeom prst="rect">
              <a:avLst/>
            </a:prstGeom>
            <a:grp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rtian Mono"/>
                <a:ea typeface="Martian Mono"/>
                <a:cs typeface="Martian Mono"/>
                <a:sym typeface="Martian Mono"/>
              </a:endParaRPr>
            </a:p>
          </p:txBody>
        </p:sp>
        <p:sp>
          <p:nvSpPr>
            <p:cNvPr id="190" name="Google Shape;190;p19">
              <a:extLst>
                <a:ext uri="{FF2B5EF4-FFF2-40B4-BE49-F238E27FC236}">
                  <a16:creationId xmlns:a16="http://schemas.microsoft.com/office/drawing/2014/main" id="{5A01409C-7A25-AC47-F298-243E9E19B0E8}"/>
                </a:ext>
              </a:extLst>
            </p:cNvPr>
            <p:cNvSpPr txBox="1"/>
            <p:nvPr/>
          </p:nvSpPr>
          <p:spPr>
            <a:xfrm>
              <a:off x="3072450" y="728825"/>
              <a:ext cx="2999100" cy="3651982"/>
            </a:xfrm>
            <a:prstGeom prst="rect">
              <a:avLst/>
            </a:prstGeom>
            <a:grpFill/>
            <a:ln>
              <a:noFill/>
            </a:ln>
          </p:spPr>
          <p:txBody>
            <a:bodyPr spcFirstLastPara="1" wrap="square" lIns="91425" tIns="91425" rIns="91425" bIns="91425" anchor="ctr" anchorCtr="0">
              <a:noAutofit/>
            </a:bodyPr>
            <a:lstStyle/>
            <a:p>
              <a:pPr lvl="0"/>
              <a:r>
                <a:rPr lang="en-US" sz="1700" dirty="0">
                  <a:latin typeface="Martian Mono" panose="020B0604020202020204" charset="0"/>
                </a:rPr>
                <a:t>The future scope of workflow management software (WMS) is marked by rapid expansion, driven by a projected 27%+ CAGR through 2035 and an increasing shift toward cloud-based, AI-driven, and low-code solutions</a:t>
              </a:r>
              <a:endParaRPr sz="1700" dirty="0">
                <a:solidFill>
                  <a:srgbClr val="100E00"/>
                </a:solidFill>
                <a:latin typeface="Martian Mono" panose="020B0604020202020204" charset="0"/>
                <a:ea typeface="Martian Mono"/>
                <a:cs typeface="Martian Mono"/>
                <a:sym typeface="Martian Mono"/>
              </a:endParaRPr>
            </a:p>
          </p:txBody>
        </p:sp>
      </p:grpSp>
    </p:spTree>
    <p:extLst>
      <p:ext uri="{BB962C8B-B14F-4D97-AF65-F5344CB8AC3E}">
        <p14:creationId xmlns:p14="http://schemas.microsoft.com/office/powerpoint/2010/main" val="220728996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 calcmode="lin" valueType="num">
                                      <p:cBhvr additive="base">
                                        <p:cTn id="7" dur="800"/>
                                        <p:tgtEl>
                                          <p:spTgt spid="156"/>
                                        </p:tgtEl>
                                        <p:attrNameLst>
                                          <p:attrName>ppt_y</p:attrName>
                                        </p:attrNameLst>
                                      </p:cBhvr>
                                      <p:tavLst>
                                        <p:tav tm="0">
                                          <p:val>
                                            <p:strVal val="#ppt_y-1"/>
                                          </p:val>
                                        </p:tav>
                                        <p:tav tm="100000">
                                          <p:val>
                                            <p:strVal val="#ppt_y"/>
                                          </p:val>
                                        </p:tav>
                                      </p:tavLst>
                                    </p:anim>
                                  </p:childTnLst>
                                </p:cTn>
                              </p:par>
                            </p:childTnLst>
                          </p:cTn>
                        </p:par>
                        <p:par>
                          <p:cTn id="8" fill="hold">
                            <p:stCondLst>
                              <p:cond delay="800"/>
                            </p:stCondLst>
                            <p:childTnLst>
                              <p:par>
                                <p:cTn id="9" presetID="42" presetClass="entr" presetSubtype="0" fill="hold" grpId="0" nodeType="afterEffect">
                                  <p:stCondLst>
                                    <p:cond delay="0"/>
                                  </p:stCondLst>
                                  <p:childTnLst>
                                    <p:set>
                                      <p:cBhvr>
                                        <p:cTn id="10" dur="1" fill="hold">
                                          <p:stCondLst>
                                            <p:cond delay="0"/>
                                          </p:stCondLst>
                                        </p:cTn>
                                        <p:tgtEl>
                                          <p:spTgt spid="185"/>
                                        </p:tgtEl>
                                        <p:attrNameLst>
                                          <p:attrName>style.visibility</p:attrName>
                                        </p:attrNameLst>
                                      </p:cBhvr>
                                      <p:to>
                                        <p:strVal val="visible"/>
                                      </p:to>
                                    </p:set>
                                    <p:animEffect transition="in" filter="fade">
                                      <p:cBhvr>
                                        <p:cTn id="11" dur="1000"/>
                                        <p:tgtEl>
                                          <p:spTgt spid="185"/>
                                        </p:tgtEl>
                                      </p:cBhvr>
                                    </p:animEffect>
                                    <p:anim calcmode="lin" valueType="num">
                                      <p:cBhvr>
                                        <p:cTn id="12" dur="1000" fill="hold"/>
                                        <p:tgtEl>
                                          <p:spTgt spid="185"/>
                                        </p:tgtEl>
                                        <p:attrNameLst>
                                          <p:attrName>ppt_x</p:attrName>
                                        </p:attrNameLst>
                                      </p:cBhvr>
                                      <p:tavLst>
                                        <p:tav tm="0">
                                          <p:val>
                                            <p:strVal val="#ppt_x"/>
                                          </p:val>
                                        </p:tav>
                                        <p:tav tm="100000">
                                          <p:val>
                                            <p:strVal val="#ppt_x"/>
                                          </p:val>
                                        </p:tav>
                                      </p:tavLst>
                                    </p:anim>
                                    <p:anim calcmode="lin" valueType="num">
                                      <p:cBhvr>
                                        <p:cTn id="13" dur="1000" fill="hold"/>
                                        <p:tgtEl>
                                          <p:spTgt spid="185"/>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86"/>
                                        </p:tgtEl>
                                        <p:attrNameLst>
                                          <p:attrName>style.visibility</p:attrName>
                                        </p:attrNameLst>
                                      </p:cBhvr>
                                      <p:to>
                                        <p:strVal val="visible"/>
                                      </p:to>
                                    </p:set>
                                    <p:animEffect transition="in" filter="fade">
                                      <p:cBhvr>
                                        <p:cTn id="18" dur="500"/>
                                        <p:tgtEl>
                                          <p:spTgt spid="186"/>
                                        </p:tgtEl>
                                      </p:cBhvr>
                                    </p:animEffect>
                                  </p:childTnLst>
                                </p:cTn>
                              </p:par>
                            </p:childTnLst>
                          </p:cTn>
                        </p:par>
                        <p:par>
                          <p:cTn id="19" fill="hold">
                            <p:stCondLst>
                              <p:cond delay="500"/>
                            </p:stCondLst>
                            <p:childTnLst>
                              <p:par>
                                <p:cTn id="20" presetID="2" presetClass="entr" presetSubtype="2" fill="hold" nodeType="afterEffect">
                                  <p:stCondLst>
                                    <p:cond delay="0"/>
                                  </p:stCondLst>
                                  <p:childTnLst>
                                    <p:set>
                                      <p:cBhvr>
                                        <p:cTn id="21" dur="1" fill="hold">
                                          <p:stCondLst>
                                            <p:cond delay="0"/>
                                          </p:stCondLst>
                                        </p:cTn>
                                        <p:tgtEl>
                                          <p:spTgt spid="187"/>
                                        </p:tgtEl>
                                        <p:attrNameLst>
                                          <p:attrName>style.visibility</p:attrName>
                                        </p:attrNameLst>
                                      </p:cBhvr>
                                      <p:to>
                                        <p:strVal val="visible"/>
                                      </p:to>
                                    </p:set>
                                    <p:anim calcmode="lin" valueType="num">
                                      <p:cBhvr additive="base">
                                        <p:cTn id="22" dur="500" fill="hold"/>
                                        <p:tgtEl>
                                          <p:spTgt spid="187"/>
                                        </p:tgtEl>
                                        <p:attrNameLst>
                                          <p:attrName>ppt_x</p:attrName>
                                        </p:attrNameLst>
                                      </p:cBhvr>
                                      <p:tavLst>
                                        <p:tav tm="0">
                                          <p:val>
                                            <p:strVal val="1+#ppt_w/2"/>
                                          </p:val>
                                        </p:tav>
                                        <p:tav tm="100000">
                                          <p:val>
                                            <p:strVal val="#ppt_x"/>
                                          </p:val>
                                        </p:tav>
                                      </p:tavLst>
                                    </p:anim>
                                    <p:anim calcmode="lin" valueType="num">
                                      <p:cBhvr additive="base">
                                        <p:cTn id="23" dur="500" fill="hold"/>
                                        <p:tgtEl>
                                          <p:spTgt spid="1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 grpId="0"/>
    </p:bld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4" descr="This may contain: an image of a pink computer screen">
            <a:extLst>
              <a:ext uri="{FF2B5EF4-FFF2-40B4-BE49-F238E27FC236}">
                <a16:creationId xmlns:a16="http://schemas.microsoft.com/office/drawing/2014/main" id="{58B255AA-59DE-81D0-8E42-F8E73C7F4E3D}"/>
              </a:ext>
            </a:extLst>
          </p:cNvPr>
          <p:cNvPicPr>
            <a:picLocks noChangeAspect="1" noChangeArrowheads="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85963" y="619125"/>
            <a:ext cx="5172075" cy="39052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B9735B7-D31F-BF6A-715B-9ED519B5F134}"/>
              </a:ext>
            </a:extLst>
          </p:cNvPr>
          <p:cNvSpPr txBox="1"/>
          <p:nvPr/>
        </p:nvSpPr>
        <p:spPr>
          <a:xfrm>
            <a:off x="2383154" y="2048530"/>
            <a:ext cx="4377690" cy="1261884"/>
          </a:xfrm>
          <a:prstGeom prst="rect">
            <a:avLst/>
          </a:prstGeom>
          <a:noFill/>
        </p:spPr>
        <p:txBody>
          <a:bodyPr wrap="square" rtlCol="0">
            <a:spAutoFit/>
          </a:bodyPr>
          <a:lstStyle/>
          <a:p>
            <a:pPr algn="ctr"/>
            <a:r>
              <a:rPr lang="en-US" sz="2800" dirty="0">
                <a:solidFill>
                  <a:schemeClr val="bg2"/>
                </a:solidFill>
                <a:latin typeface="Martian Mono" panose="020B0604020202020204" charset="0"/>
                <a:ea typeface="Dela Gothic One" panose="020B0604020202020204" charset="-128"/>
                <a:cs typeface="Noto Serif Gujarati" panose="020B0604020202020204" charset="0"/>
              </a:rPr>
              <a:t>Thank You</a:t>
            </a:r>
          </a:p>
          <a:p>
            <a:pPr algn="ctr"/>
            <a:r>
              <a:rPr lang="en-US" sz="2400" dirty="0">
                <a:solidFill>
                  <a:schemeClr val="bg2"/>
                </a:solidFill>
                <a:latin typeface="Arial" panose="020B0604020202020204" pitchFamily="34" charset="0"/>
                <a:ea typeface="Dela Gothic One" panose="020B0604020202020204" charset="-128"/>
                <a:cs typeface="Arial" panose="020B0604020202020204" pitchFamily="34" charset="0"/>
              </a:rPr>
              <a:t>for your time</a:t>
            </a:r>
          </a:p>
          <a:p>
            <a:pPr algn="ctr"/>
            <a:r>
              <a:rPr lang="en-US" sz="2400" dirty="0">
                <a:solidFill>
                  <a:schemeClr val="bg2"/>
                </a:solidFill>
                <a:latin typeface="Arial" panose="020B0604020202020204" pitchFamily="34" charset="0"/>
                <a:ea typeface="Dela Gothic One" panose="020B0604020202020204" charset="-128"/>
                <a:cs typeface="Arial" panose="020B0604020202020204" pitchFamily="34" charset="0"/>
              </a:rPr>
              <a:t>&amp; compliance</a:t>
            </a:r>
            <a:endParaRPr lang="en-GB" sz="2400" dirty="0">
              <a:solidFill>
                <a:schemeClr val="bg2"/>
              </a:solidFill>
              <a:latin typeface="Arial" panose="020B0604020202020204" pitchFamily="34" charset="0"/>
              <a:ea typeface="Dela Gothic One" panose="020B0604020202020204" charset="-128"/>
              <a:cs typeface="Arial" panose="020B0604020202020204" pitchFamily="34" charset="0"/>
            </a:endParaRPr>
          </a:p>
        </p:txBody>
      </p:sp>
    </p:spTree>
    <p:extLst>
      <p:ext uri="{BB962C8B-B14F-4D97-AF65-F5344CB8AC3E}">
        <p14:creationId xmlns:p14="http://schemas.microsoft.com/office/powerpoint/2010/main" val="388435696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585</TotalTime>
  <Words>4754</Words>
  <Application>Microsoft Office PowerPoint</Application>
  <PresentationFormat>On-screen Show (16:9)</PresentationFormat>
  <Paragraphs>1451</Paragraphs>
  <Slides>75</Slides>
  <Notes>69</Notes>
  <HiddenSlides>0</HiddenSlides>
  <MMClips>0</MMClips>
  <ScaleCrop>false</ScaleCrop>
  <HeadingPairs>
    <vt:vector size="6" baseType="variant">
      <vt:variant>
        <vt:lpstr>Fonts Used</vt:lpstr>
      </vt:variant>
      <vt:variant>
        <vt:i4>38</vt:i4>
      </vt:variant>
      <vt:variant>
        <vt:lpstr>Theme</vt:lpstr>
      </vt:variant>
      <vt:variant>
        <vt:i4>1</vt:i4>
      </vt:variant>
      <vt:variant>
        <vt:lpstr>Slide Titles</vt:lpstr>
      </vt:variant>
      <vt:variant>
        <vt:i4>75</vt:i4>
      </vt:variant>
    </vt:vector>
  </HeadingPairs>
  <TitlesOfParts>
    <vt:vector size="114" baseType="lpstr">
      <vt:lpstr>Raleway</vt:lpstr>
      <vt:lpstr>Darker Grotesque ExtraBold</vt:lpstr>
      <vt:lpstr>Roboto Condensed</vt:lpstr>
      <vt:lpstr>Space Grotesk</vt:lpstr>
      <vt:lpstr>Times New Roman</vt:lpstr>
      <vt:lpstr>Figtree Black</vt:lpstr>
      <vt:lpstr>Dela Gothic One</vt:lpstr>
      <vt:lpstr>Alexandria</vt:lpstr>
      <vt:lpstr>Arial</vt:lpstr>
      <vt:lpstr>Barlow Semi Condensed Black</vt:lpstr>
      <vt:lpstr>Martian Mono</vt:lpstr>
      <vt:lpstr>Be Vietnam Pro</vt:lpstr>
      <vt:lpstr>Albert Sans</vt:lpstr>
      <vt:lpstr>Work Sans</vt:lpstr>
      <vt:lpstr>Figtree Light</vt:lpstr>
      <vt:lpstr>DM Sans ExtraBold</vt:lpstr>
      <vt:lpstr>Days One</vt:lpstr>
      <vt:lpstr>DM Sans SemiBold</vt:lpstr>
      <vt:lpstr>Darker Grotesque</vt:lpstr>
      <vt:lpstr>Roboto</vt:lpstr>
      <vt:lpstr>Familjen Grotesk</vt:lpstr>
      <vt:lpstr>Alexandria Medium</vt:lpstr>
      <vt:lpstr>Nunito Sans</vt:lpstr>
      <vt:lpstr>Noto Serif Gujarati</vt:lpstr>
      <vt:lpstr>Barlow Semi Condensed</vt:lpstr>
      <vt:lpstr>Figtree</vt:lpstr>
      <vt:lpstr>Darker Grotesque Medium</vt:lpstr>
      <vt:lpstr>Alexandria SemiBold</vt:lpstr>
      <vt:lpstr>Figtree SemiBold</vt:lpstr>
      <vt:lpstr>Albert Sans Light</vt:lpstr>
      <vt:lpstr>Lato</vt:lpstr>
      <vt:lpstr>Inter SemiBold</vt:lpstr>
      <vt:lpstr>Alegreya</vt:lpstr>
      <vt:lpstr>Work Sans Medium</vt:lpstr>
      <vt:lpstr>Plus Jakarta Sans</vt:lpstr>
      <vt:lpstr>DM Sans</vt:lpstr>
      <vt:lpstr>Barlow Semi Condensed SemiBold</vt:lpstr>
      <vt:lpstr>Nunito Sans Black</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Log-in Screen</vt:lpstr>
      <vt:lpstr>Sign-up Screen</vt:lpstr>
      <vt:lpstr>Sign-up Screen</vt:lpstr>
      <vt:lpstr>PowerPoint Presentation</vt:lpstr>
      <vt:lpstr>Main Menu</vt:lpstr>
      <vt:lpstr>PowerPoint Presentation</vt:lpstr>
      <vt:lpstr>My Department Screen</vt:lpstr>
      <vt:lpstr>PowerPoint Presentation</vt:lpstr>
      <vt:lpstr>PowerPoint Presentation</vt:lpstr>
      <vt:lpstr>PowerPoint Presentation</vt:lpstr>
      <vt:lpstr>My Department Screen</vt:lpstr>
      <vt:lpstr>My Department Screen</vt:lpstr>
      <vt:lpstr>PowerPoint Presentation</vt:lpstr>
      <vt:lpstr>My Department Screen</vt:lpstr>
      <vt:lpstr>Main Menu</vt:lpstr>
      <vt:lpstr>Main Menu</vt:lpstr>
      <vt:lpstr>Notices Screen (Non-Leadership)</vt:lpstr>
      <vt:lpstr>PowerPoint Presentation</vt:lpstr>
      <vt:lpstr>Notices Screen (Leadership)</vt:lpstr>
      <vt:lpstr>PowerPoint Presentation</vt:lpstr>
      <vt:lpstr>My Department Screen</vt:lpstr>
      <vt:lpstr>Main Menu</vt:lpstr>
      <vt:lpstr>Main Menu</vt:lpstr>
      <vt:lpstr>Calendar Screen</vt:lpstr>
      <vt:lpstr>PowerPoint Presentation</vt:lpstr>
      <vt:lpstr>Calendar Screen</vt:lpstr>
      <vt:lpstr>Sign-up Screen</vt:lpstr>
      <vt:lpstr>Calendar Screen</vt:lpstr>
      <vt:lpstr>Main Menu</vt:lpstr>
      <vt:lpstr>Main Menu</vt:lpstr>
      <vt:lpstr>My Projects Screen</vt:lpstr>
      <vt:lpstr>My Department Screen</vt:lpstr>
      <vt:lpstr>My Department Screen</vt:lpstr>
      <vt:lpstr>My Department Screen</vt:lpstr>
      <vt:lpstr>My Department Screen</vt:lpstr>
      <vt:lpstr>Main Menu</vt:lpstr>
      <vt:lpstr>Main Menu</vt:lpstr>
      <vt:lpstr>Leaves Screen (Non-Leadership)</vt:lpstr>
      <vt:lpstr>PowerPoint Presentation</vt:lpstr>
      <vt:lpstr>PowerPoint Presentation</vt:lpstr>
      <vt:lpstr>PowerPoint Presentation</vt:lpstr>
      <vt:lpstr>PowerPoint Presentation</vt:lpstr>
      <vt:lpstr>Leaves Screen (Leadership)</vt:lpstr>
      <vt:lpstr>Leaves Screen (Leadership)</vt:lpstr>
      <vt:lpstr>My Department Screen</vt:lpstr>
      <vt:lpstr>Leaves Screen (Leadership)</vt:lpstr>
      <vt:lpstr>Leaves Screen (Leadership)</vt:lpstr>
      <vt:lpstr>Main Menu</vt:lpstr>
      <vt:lpstr>Main Menu</vt:lpstr>
      <vt:lpstr>Main Menu</vt:lpstr>
      <vt:lpstr>Main Menu</vt:lpstr>
      <vt:lpstr>Clients Screen</vt:lpstr>
      <vt:lpstr>Clients Screen</vt:lpstr>
      <vt:lpstr>Main Menu</vt:lpstr>
      <vt:lpstr>Employees Screen</vt:lpstr>
      <vt:lpstr>Employees Screen</vt:lpstr>
      <vt:lpstr>Main Menu</vt:lpstr>
      <vt:lpstr>My Projects Screen</vt:lpstr>
      <vt:lpstr>My Projects Screen</vt:lpstr>
      <vt:lpstr>Main Menu</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Harmanpreet Singh</cp:lastModifiedBy>
  <cp:revision>17</cp:revision>
  <dcterms:modified xsi:type="dcterms:W3CDTF">2026-06-13T10:55:39Z</dcterms:modified>
</cp:coreProperties>
</file>